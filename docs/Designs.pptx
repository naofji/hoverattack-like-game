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109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58.0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1 484 0 0,'8'18'12202'0'0,"-3"-7"-11935"0"0,4 8-255 0 0,0 0 0 0 0,-2 1 0 0 0,7 21 1 0 0,6 17-57 0 0,18 58-13 0 0,-20-55 61 0 0,1-13-167 0 0,-18-46 1 0 0,10 19 556 0 0,-11-21-462 0 0,1 0-1 0 0,-1 1 0 0 0,0-1 0 0 0,0 0 0 0 0,0 0 1 0 0,0 0-1 0 0,1 0 0 0 0,-1 1 0 0 0,0-1 0 0 0,0 0 1 0 0,0 0-1 0 0,0 1 0 0 0,0-1 0 0 0,0 0 0 0 0,0 0 1 0 0,0 1-1 0 0,1-1 0 0 0,-1 0 0 0 0,0 0 0 0 0,0 1 1 0 0,0-1-1 0 0,0 0 0 0 0,0 0 0 0 0,0 1 1 0 0,-1-1-1 0 0,1 0 0 0 0,0 0 0 0 0,0 1 0 0 0,0-1 1 0 0,0 0-1 0 0,0 0 0 0 0,0 1 0 0 0,0-1 0 0 0,0 0 1 0 0,0 0-1 0 0,-1 0 0 0 0,1 1 0 0 0,0-1 0 0 0,0 0 1 0 0,0 0-1 0 0,-1 0 0 0 0,1 0 0 0 0,0 1 0 0 0,0-1 1 0 0,0 0-1 0 0,-1 0 0 0 0,1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59.0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1 548 0 0,'3'9'10234'0'0,"3"-2"-10126"0"0,-1 1 0 0 0,1 0 0 0 0,-1 0-1 0 0,-1 1 1 0 0,6 13 0 0 0,-6-14-106 0 0,68 164 607 0 0,-67-157-539 0 0,-2-4-64 0 0,1-1 0 0 0,0 1 0 0 0,1-1 1 0 0,0 0-1 0 0,0 0 0 0 0,9 11 0 0 0,-5-12-24 0 0,-7-8 32 0 0,0 1 0 0 0,-1-1 0 0 0,1 0 0 0 0,-1 1 0 0 0,0-1 0 0 0,1 1 0 0 0,-1 0 0 0 0,0-1 0 0 0,0 1 0 0 0,0 0 0 0 0,0-1 0 0 0,0 1 0 0 0,0 0 0 0 0,0 3 0 0 0,-1-5 48 0 0,0 2 291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3:00.5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288 1 708 0 0,'-1'1'9008'0'0,"1"17"-9636"0"0,0-14 486 0 0,1 0 0 0 0,-1-1 1 0 0,0 1-1 0 0,0 0 0 0 0,0-1 1 0 0,-1 1-1 0 0,1 0 0 0 0,-1-1 1 0 0,0 1-1 0 0,0-1 0 0 0,0 1 1 0 0,0-1-1 0 0,-1 1 0 0 0,-3 5 1 0 0,4-7 332 0 0,-26 13 6853 0 0,26-14-6511 0 0,-35 92-315 0 0,13-35-129 0 0,-24 49-53 0 0,11-25-21 0 0,2-9-23 0 0,28-63-5 0 0,5-9-10 0 0,0 0-1 0 0,0 1 1 0 0,1-1-1 0 0,-1 0 1 0 0,0 0 0 0 0,1 0-1 0 0,-1 1 1 0 0,1-1 0 0 0,0 0-1 0 0,-1 0 1 0 0,1 1-1 0 0,0 1 1 0 0,-1-1 28 0 0,1 0 0 0 0,-1 0 0 0 0,0 0 0 0 0,1 0-1 0 0,-1-1 1 0 0,0 1 0 0 0,0 0 0 0 0,0 0 0 0 0,0-1 0 0 0,-1 1 0 0 0,1 0-1 0 0,0-1 1 0 0,-2 2 0 0 0,-21 19-30 0 0,22-20 31 0 0,-13 11 602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3:02.4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424 0 1036 0 0,'0'0'5535'0'0,"-15"15"-3548"0"0,13-10-1682 0 0,0 1-1 0 0,0-1 1 0 0,-1-1 0 0 0,0 1-1 0 0,0 0 1 0 0,0-1 0 0 0,-1 1-1 0 0,-4 4 1 0 0,1-1 116 0 0,-3 8-204 0 0,1 0-1 0 0,0 0 1 0 0,1 0 0 0 0,1 1-1 0 0,-6 21 1 0 0,-10 23 173 0 0,10-32-164 0 0,0-2-128 0 0,1 0 0 0 0,-11 43 1 0 0,20-62-89 0 0,0 0-1 0 0,-1-1 1 0 0,1 1 0 0 0,-2-1-1 0 0,1 0 1 0 0,-1 0 0 0 0,-10 11-1 0 0,6-6 5 0 0,8-9-9 0 0,-1-1 0 0 0,0 1 0 0 0,0 0 0 0 0,0-1 1 0 0,0 0-1 0 0,0 1 0 0 0,-1-1 0 0 0,-3 3 0 0 0,5-5 18 0 0,0 1-1 0 0,0-1 1 0 0,1 0-1 0 0,-1 0 0 0 0,0 1 1 0 0,1-1-1 0 0,-1 1 1 0 0,0-1-1 0 0,1 1 0 0 0,-1-1 1 0 0,1 1-1 0 0,-1-1 1 0 0,1 1-1 0 0,-1 0 1 0 0,1-1-1 0 0,-1 1 0 0 0,0 1 1 0 0,-1 2-919 0 0,-28 12-5080 0 0,28-14 5981 0 0,-1 0 0 0 0,0 0 1 0 0,0-1-1 0 0,0 1 1 0 0,0-1-1 0 0,0 1 0 0 0,0-1 1 0 0,0 0-1 0 0,0 0 1 0 0,-6 0-1 0 0,5 1 19 0 0,0-1 0 0 0,1 0 1 0 0,-1 1-1 0 0,1-1 0 0 0,-1 1 0 0 0,1 0 1 0 0,0 1-1 0 0,-1-1 0 0 0,1 0 0 0 0,-4 5 0 0 0,6-6-24 0 0,-11 7-815 0 0,-9 1 8125 0 0,38-9-5608 0 0,-11 0-1921 0 0,192 2-82 0 0,-161 1 55 0 0,-36-3 242 0 0,-1 3-296 0 0,0-3 177 0 0,0 1 1 0 0,0 0-1 0 0,0 0 1 0 0,0-1-1 0 0,0 1 1 0 0,0 0-1 0 0,0 0 1 0 0,0-1-1 0 0,-1 1 1 0 0,1 0-1 0 0,0 0 1 0 0,0-1-1 0 0,-1 1 1 0 0,1 0-1 0 0,0-1 1 0 0,-1 1-1 0 0,1 0 1 0 0,-1 0-1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3:07.6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2 876 0 0,'-1'-2'7815'0'0,"-1"4"-7107"0"0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3:09.1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 3 328 0 0,'4'-2'10418'0'0,"-3"3"-10798"0"0,-14 150 1317 0 0,4-66-796 0 0,7-44 189 0 0,2-24-1223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3:12.6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372 52 340 0 0,'-12'-1'5949'0'0,"26"-8"-4429"0"0,6-6-2002 0 0,-20 15 551 0 0,0 0 1 0 0,0 0-1 0 0,1-1 0 0 0,-1 1 0 0 0,0 0 0 0 0,0 0 0 0 0,0 0 1 0 0,1-1 275 0 0,-1 1-276 0 0,0 0 1 0 0,0 0-1 0 0,1 0 0 0 0,-1-1 0 0 0,0 1 0 0 0,0 0 0 0 0,0 0 1 0 0,0 0-1 0 0,0-1 0 0 0,0 1 0 0 0,0 0 0 0 0,0 0 0 0 0,0 0 0 0 0,0-1 1 0 0,0 1-1 0 0,0 0 0 0 0,0 0 0 0 0,0 0 0 0 0,0-1 0 0 0,0 1 0 0 0,0 0 1 0 0,0 0-1 0 0,0 0 0 0 0,0-1 0 0 0,0 1 0 0 0,0 0 0 0 0,0 0 1 0 0,0 0-1 0 0,0-1 0 0 0,-1 1 0 0 0,1 0 0 0 0,0 0 139 0 0,0-1-139 0 0,-3-3 787 0 0,-21-9 170 0 0,20 13-1061 0 0,-1 1 0 0 0,1 0 1 0 0,0 0-1 0 0,-1 0 0 0 0,1 0 0 0 0,0 1 0 0 0,0 0 1 0 0,0 0-1 0 0,0 0 0 0 0,0 0 0 0 0,0 0 1 0 0,1 1-1 0 0,-1 0 0 0 0,-4 5 0 0 0,-7 7-23 0 0,-24 30 1 0 0,25-28 10 0 0,-35 45-31 0 0,23-28 142 0 0,-2-1 0 0 0,-52 49 0 0 0,73-76-84 0 0,0 0 0 0 0,0 1 0 0 0,0-1 0 0 0,-8 13 0 0 0,15-19-4 0 0,0 0 0 0 0,0 1 0 0 0,0-1 0 0 0,0 0 0 0 0,-1 0 0 0 0,1 1 0 0 0,0-1 0 0 0,0 0 0 0 0,0 0 0 0 0,-1 0 0 0 0,1 0 0 0 0,0 1 0 0 0,0-1 0 0 0,0 0 0 0 0,-1 0 0 0 0,1 0 0 0 0,0 0 0 0 0,0 0 0 0 0,-1 0 0 0 0,1 0 0 0 0,0 1 0 0 0,-1-1 0 0 0,1 0 0 0 0,0 0 0 0 0,0 0 0 0 0,-1 0 0 0 0,1 0 0 0 0,0 0 0 0 0,0 0 0 0 0,-1-1 0 0 0,1 1 0 0 0,0 0 0 0 0,-1 0 0 0 0,1 0 0 0 0,0 0 0 0 0,0 0 0 0 0,-1 0-1 0 0,1 0 1 0 0,0-1 0 0 0,37 24-7270 0 0,-32-20 7278 0 0,1-1 1 0 0,0 0 0 0 0,-1 0-1 0 0,1-1 1 0 0,0 0 0 0 0,11 2 0 0 0,-16-3 177 0 0,8 22 2398 0 0,2 15-1112 0 0,16 37-1 0 0,-23-62-1234 0 0,-1-5 48 0 0,-2-5-226 0 0,-1 0 0 0 0,1-1 0 0 0,-1 1 0 0 0,1-1 1 0 0,0 1-1 0 0,0-1 0 0 0,0 1 0 0 0,0-1 0 0 0,0 0 1 0 0,0 1-1 0 0,0-1 0 0 0,2 2 0 0 0,-3-3-14 0 0,2-53 230 0 0,1 53-258 0 0,-1 0 1 0 0,0 0-1 0 0,0 0 1 0 0,0 1-1 0 0,0-1 1 0 0,0 1-1 0 0,0-1 1 0 0,0 1-1 0 0,3 1 1 0 0,19 8 35 0 0,-19-8 1 0 0,0 0-1 0 0,-1 0 0 0 0,1 0 0 0 0,-1 0 0 0 0,5 4 1 0 0,-30-19 367 0 0,18 12-448 0 0,0-1 0 0 0,0 1 0 0 0,0-1-1 0 0,1 0 1 0 0,-1 0 0 0 0,0 0 0 0 0,1 0 0 0 0,-1 0-1 0 0,1-1 1 0 0,0 1 0 0 0,0-1 0 0 0,0 1-1 0 0,0-1 1 0 0,-3-5 0 0 0,3 0-185 0 0,0-1-1 0 0,0 1 1 0 0,1-1 0 0 0,0 1 0 0 0,1-1-1 0 0,0 0 1 0 0,1-14 0 0 0,0 12 150 0 0,-1 0-1 0 0,0 0 1 0 0,0 0 0 0 0,-4-15-1 0 0,2 13-302 0 0,6 27 240 0 0,5 27 78 0 0,-8-34-56 0 0,3 16-5243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3:13.2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152 19 852 0 0,'0'0'5707'0'0,"2"-4"-5399"0"0,5-11-70 0 0,-3 38 1090 0 0,-4-13-1095 0 0,-1 0 0 0 0,0 1 0 0 0,-1-1 0 0 0,0 0 0 0 0,-1-1 0 0 0,0 1 0 0 0,-7 17 0 0 0,-5 1 120 0 0,-20 32 1 0 0,-5 7 113 0 0,31-53-360 0 0,8-12-153 0 0,-1 0 1 0 0,1 0 0 0 0,0 0-1 0 0,0 0 1 0 0,0 0-1 0 0,0 1 1 0 0,0-1 0 0 0,1 0-1 0 0,-1 0 1 0 0,1 1 0 0 0,-1-1-1 0 0,1 1 1 0 0,0-1-1 0 0,0 3 1 0 0,0-4 61 0 0,0 1 1 0 0,0 0-1 0 0,-1-1 1 0 0,1 1-1 0 0,0-1 1 0 0,-1 1-1 0 0,1-1 0 0 0,-1 1 1 0 0,0-1-1 0 0,1 1 1 0 0,-1-1-1 0 0,0 0 1 0 0,0 0-1 0 0,0 1 0 0 0,0-1 1 0 0,0 0-1 0 0,0 0 1 0 0,0 0-1 0 0,0 0 1 0 0,-1 0-1 0 0,1 0 0 0 0,0 0 1 0 0,-1 0-1 0 0,1-1 1 0 0,-1 1-1 0 0,1 0 1 0 0,-1-1-1 0 0,1 1 1 0 0,-1-1-1 0 0,-2 1 0 0 0,4-1-30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05.1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445 123 2252 0 0,'0'0'6052'0'0,"19"-22"-3763"0"0,-18 21-2213 0 0,-1 0 0 0 0,1 0 0 0 0,-1 1 0 0 0,0-1 0 0 0,1 0 1 0 0,-1 0-1 0 0,0 0 0 0 0,0 0 0 0 0,0 0 0 0 0,0 0 0 0 0,1 0 0 0 0,-2 0 0 0 0,1 0 0 0 0,0 0 0 0 0,0 0 0 0 0,0 0 1 0 0,0 0-1 0 0,0 0 0 0 0,-1 1 0 0 0,1-1 0 0 0,-1-2 0 0 0,-15-18 597 0 0,14 19-627 0 0,0 0-1 0 0,0-1 1 0 0,0 1-1 0 0,0-1 1 0 0,1 0-1 0 0,-1 0 0 0 0,-1-2 1 0 0,3 3-3 0 0,-1 0-1 0 0,1 1 1 0 0,-1-1-1 0 0,0 0 1 0 0,0 1 0 0 0,0-1-1 0 0,0 1 1 0 0,0 0-1 0 0,0-1 1 0 0,0 1 0 0 0,0 0-1 0 0,-1 0 1 0 0,1-1 0 0 0,-1 1-1 0 0,1 0 1 0 0,0 0-1 0 0,-3 0 1 0 0,0-1-13 0 0,0 0 1 0 0,0 1-1 0 0,0 0 0 0 0,0 0 1 0 0,0 0-1 0 0,-1 0 0 0 0,-4 1 1 0 0,-9 0 58 0 0,1 0 1 0 0,-32 6 0 0 0,38-4 90 0 0,-46 3 758 0 0,56-5-865 0 0,-10 25-340 0 0,-8 16 301 0 0,-1-1 0 0 0,-40 56-1 0 0,30-49-65 0 0,-8 3 11 0 0,25-34 18 0 0,-16 25 0 0 0,28-41 1 0 0,1 0 0 0 0,0 1 0 0 0,0-1-1 0 0,0 0 1 0 0,0 0 0 0 0,0 0-1 0 0,0 0 1 0 0,0 0 0 0 0,0 1 0 0 0,0-1-1 0 0,0 0 1 0 0,0 0 0 0 0,0 0-1 0 0,0 0 1 0 0,0 1 0 0 0,0-1 0 0 0,0 0-1 0 0,0 0 1 0 0,0 0 0 0 0,0 0-1 0 0,1 0 1 0 0,-1 0 0 0 0,0 1 0 0 0,0-1-1 0 0,0 0 1 0 0,0 0 0 0 0,0 0-1 0 0,0 0 1 0 0,0 0 0 0 0,0 0 0 0 0,0 0-1 0 0,1 1 1 0 0,-1-1 0 0 0,0 0-1 0 0,0 0 1 0 0,0 0 0 0 0,0 0 0 0 0,0 0-1 0 0,1 0 1 0 0,-1 0 0 0 0,0 0-1 0 0,0 0 1 0 0,0 0 0 0 0,0 0 0 0 0,13 2-38 0 0,18-1-37 0 0,-25-1 10 0 0,35 2-161 0 0,64 11 0 0 0,-59-6-284 0 0,13 4-259 0 0,-53-10 741 0 0,0 1 0 0 0,0 0 0 0 0,-1 0 1 0 0,1 0-1 0 0,-1 1 0 0 0,0 0 1 0 0,9 6-1 0 0,-12-8-144 0 0,3 4 777 0 0,-5-5-587 0 0,0 0 0 0 0,0 1 0 0 0,0-1 0 0 0,0 0 0 0 0,0 0 0 0 0,0 0 0 0 0,0 0 0 0 0,0 0 0 0 0,0 1 0 0 0,0-1 0 0 0,0 0 0 0 0,0 0 0 0 0,-1 0 0 0 0,1 0 0 0 0,0 0 0 0 0,0 0 0 0 0,0 1 0 0 0,0-1 0 0 0,0 0 0 0 0,0 0 0 0 0,0 0 0 0 0,0 0 0 0 0,0 0 0 0 0,-1 0 0 0 0,1 0 0 0 0,0 0 0 0 0,0 0 0 0 0,0 0 0 0 0,0 0 0 0 0,0 1 0 0 0,0-1 0 0 0,-1 0 0 0 0,1 0 0 0 0,0 0 0 0 0,0 0 0 0 0,0 0 0 0 0,0 0 0 0 0,0 0 0 0 0,-1 0 0 0 0,1 0 0 0 0,0 0 0 0 0,0 0 0 0 0,0 0 0 0 0,0 0 0 0 0,0 0 0 0 0,0-1 0 0 0,-1 1 0 0 0,1 0 0 0 0,0 0 0 0 0,0 0 0 0 0,0 0 0 0 0,-1 0 195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06.3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219 16 420 0 0,'0'0'8951'0'0,"-4"-3"-8765"0"0,3 1-176 0 0,0 1 0 0 0,0 0 1 0 0,-1 0-1 0 0,1 0 0 0 0,0 0 0 0 0,-1 1 0 0 0,1-1 1 0 0,-1 0-1 0 0,1 0 0 0 0,-1 1 0 0 0,1-1 0 0 0,-1 1 1 0 0,1-1-1 0 0,-1 1 0 0 0,1 0 0 0 0,-3 0 0 0 0,1 0-1 0 0,0 0-1 0 0,0 1 0 0 0,1 0 1 0 0,-1 0-1 0 0,0-1 0 0 0,1 2 0 0 0,-1-1 1 0 0,1 0-1 0 0,-1 0 0 0 0,-3 4 1 0 0,-47 28 25 0 0,25-17-24 0 0,-40 33 1 0 0,68-49-24 0 0,-1 0-1 0 0,1 0 1 0 0,-1 1-1 0 0,1-1 1 0 0,0 0 0 0 0,-1 0-1 0 0,1 1 1 0 0,0-1-1 0 0,-1 0 1 0 0,1 1 0 0 0,0-1-1 0 0,-1 0 1 0 0,1 1 0 0 0,0-1-1 0 0,0 0 1 0 0,-1 1-1 0 0,1-1 1 0 0,0 1 0 0 0,0-1-1 0 0,0 0 1 0 0,0 1 0 0 0,0-1-1 0 0,-1 1 1 0 0,1-1-1 0 0,0 1 1 0 0,0-1 0 0 0,0 0-1 0 0,0 1 1 0 0,0 0 0 0 0,12 1-203 0 0,20-10-409 0 0,35-24-552 0 0,-32 16 1006 0 0,37-23 1 0 0,-106 65 2735 0 0,-39 28-1969 0 0,66-51-502 0 0,-17 11 267 0 0,23-13-381 0 0,0-1-1 0 0,0 1 0 0 0,1 0 1 0 0,-1-1-1 0 0,0 1 0 0 0,0 0 1 0 0,0 0-1 0 0,0-1 0 0 0,1 1 1 0 0,-1 0-1 0 0,0 0 0 0 0,1 0 0 0 0,-1 0 1 0 0,1 0-1 0 0,-1 0 0 0 0,1 0 1 0 0,-1 1-1 0 0,1-1 14 0 0,0-1 1 0 0,1 1-1 0 0,-1-1 1 0 0,0 0-1 0 0,0 1 1 0 0,1-1-1 0 0,-1 1 1 0 0,0-1-1 0 0,1 0 1 0 0,-1 1-1 0 0,0-1 1 0 0,1 0-1 0 0,-1 1 1 0 0,1-1-1 0 0,-1 0 1 0 0,0 0-1 0 0,1 1 1 0 0,-1-1-1 0 0,1 0 1 0 0,-1 0-1 0 0,1 0 1 0 0,-1 0-1 0 0,1 0 0 0 0,-1 1 1 0 0,1-1-1 0 0,-1 0 1 0 0,1 0-1 0 0,-1 0 1 0 0,1-1-1 0 0,20 2-56 0 0,-17-1-35 0 0,9-1-239 0 0,0 0 0 0 0,0-1 0 0 0,0-1 0 0 0,20-6 0 0 0,7-1-165 0 0,-38 10 502 0 0,-1 0 64 0 0,-10 0 322 0 0,-6 4 5 0 0,0 1-1 0 0,1 0 1 0 0,-21 11 0 0 0,6-2 106 0 0,12-8-226 0 0,12-5-111 0 0,0 1 0 0 0,1 0 0 0 0,-1 0 0 0 0,1 0 1 0 0,-1 1-1 0 0,-4 3 0 0 0,9-6-172 0 0,0 0-1 0 0,0 1 1 0 0,0-1 0 0 0,0 0-1 0 0,0 1 1 0 0,1-1 0 0 0,-1 0-1 0 0,0 1 1 0 0,0-1 0 0 0,0 0-1 0 0,0 0 1 0 0,1 1 0 0 0,-1-1-1 0 0,0 0 1 0 0,0 0 0 0 0,1 1-1 0 0,-1-1 1 0 0,0 0 0 0 0,0 0-1 0 0,1 0 1 0 0,-1 1 0 0 0,0-1-1 0 0,1 0 1 0 0,-1 0 0 0 0,0 0-1 0 0,1 0 1 0 0,-1 0 0 0 0,0 0-1 0 0,1 0 1 0 0,-1 0 0 0 0,0 0-1 0 0,1 0 1 0 0,-1 0 0 0 0,0 0-1 0 0,1 0 1 0 0,0 0 0 0 0,15 3 49 0 0,109-3-1607 0 0,-125 0 1575 0 0,0 0 0 0 0,0 0 1 0 0,1 0-1 0 0,-1 0 0 0 0,0 1 1 0 0,0-1-1 0 0,0 0 0 0 0,0 0 1 0 0,0 0-1 0 0,0 0 0 0 0,0 0 1 0 0,0 0-1 0 0,1 0 1 0 0,-1 0-1 0 0,0 0 0 0 0,0 1 1 0 0,0-1-1 0 0,0 0 0 0 0,0 0 1 0 0,0 0-1 0 0,0 0 0 0 0,0 0 1 0 0,0 0-1 0 0,0 0 1 0 0,0 1-1 0 0,0-1 0 0 0,0 0 1 0 0,0 0-1 0 0,0 0 0 0 0,0 0 1 0 0,0 0-1 0 0,0 0 0 0 0,0 1 1 0 0,0-1-1 0 0,0 0 0 0 0,0 0 1 0 0,0 0-1 0 0,0 0 1 0 0,0 0-1 0 0,0 0 0 0 0,0 0 1 0 0,0 1-1 0 0,-1-1 0 0 0,1 0 1 0 0,0 0-1 0 0,0 0 0 0 0,0 0 1 0 0,0 0-1 0 0,0 0 0 0 0,0 0 1 0 0,0 0-1 0 0,0 0 1 0 0,0 0-1 0 0,-1 0 0 0 0,1 1 1 0 0,0-1-1 0 0,0 0 0 0 0,-5 5 125 0 0,-74 44 1340 0 0,78-48-1481 0 0,0-1-1 0 0,1 1 0 0 0,-1-1 0 0 0,0 1 1 0 0,1-1-1 0 0,-1 1 0 0 0,1-1 1 0 0,-1 1-1 0 0,1 0 0 0 0,-1-1 0 0 0,1 1 1 0 0,-1 0-1 0 0,1-1 0 0 0,-1 1 0 0 0,1 0 1 0 0,0 0-1 0 0,0-1 0 0 0,-1 1 0 0 0,1 0 1 0 0,0 0-1 0 0,0-1 0 0 0,0 1 1 0 0,0 0-1 0 0,0 0 0 0 0,0 0 0 0 0,0-1 1 0 0,0 1-1 0 0,0 1 0 0 0,1-1 10 0 0,0 0 0 0 0,0 1 0 0 0,0-1 0 0 0,-1 0 0 0 0,1 0-1 0 0,0-1 1 0 0,1 1 0 0 0,-1 0 0 0 0,0 0 0 0 0,0 0 0 0 0,0-1 0 0 0,0 1-1 0 0,1 0 1 0 0,1 0 0 0 0,6 2 33 0 0,-1-1 0 0 0,1 0 1 0 0,-1 0-1 0 0,11 0 0 0 0,49-1 141 0 0,-67-1-96 0 0,-10 16 2539 0 0,8-16-2629 0 0,0 0 0 0 0,1 0 0 0 0,-1 0 0 0 0,1 1 0 0 0,-1-1 0 0 0,1 0 0 0 0,-1 1 0 0 0,1-1 0 0 0,-1 1 0 0 0,1-1 1 0 0,-1 0-1 0 0,1 1 0 0 0,0-1 0 0 0,-1 1 0 0 0,1-1 0 0 0,0 1 0 0 0,-1 0 0 0 0,1-1 0 0 0,0 1 0 0 0,-1-1 0 0 0,1 1 0 0 0,0-1 1 0 0,0 1-1 0 0,0 0 0 0 0,0-1 0 0 0,0 1 0 0 0,0 0 0 0 0,0 0 10 0 0,0 0 0 0 0,1 0 0 0 0,-1 0 0 0 0,1 0 0 0 0,-1 0 1 0 0,1-1-1 0 0,0 1 0 0 0,-1 0 0 0 0,1 0 0 0 0,0 0 0 0 0,-1-1 0 0 0,1 1 0 0 0,0-1 0 0 0,0 1 1 0 0,1 0-1 0 0,7 4-92 0 0,0 0 0 0 0,17 5 0 0 0,-15-6-462 0 0,5 3-389 0 0,-12-5-869 0 0,-82-36-8410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0:02.8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3 484 0 0,'0'0'3056'0'0,"23"-2"3233"0"0,-17 2-5860 0 0,0 1-408 0 0,1 1 0 0 0,0 0 0 0 0,-1 0 0 0 0,1 1 0 0 0,-1 0 0 0 0,0 0 0 0 0,0 0 0 0 0,0 1 0 0 0,0 0 0 0 0,10 9 0 0 0,6 3 238 0 0,21 15-110 0 0,45 42 0 0 0,-51-41-91 0 0,-9-8-80 0 0,2 0 1 0 0,0-2 0 0 0,2-1-1 0 0,65 32 1 0 0,-85-48 18 0 0,-4-1 3 0 0,1-1 0 0 0,-1 0 0 0 0,1 0 0 0 0,8 1 0 0 0,0-1-38 0 0,0-1 1 0 0,18 0 0 0 0,-10-2-35 0 0,-2 1-95 0 0,0-2 0 0 0,-1 0 0 0 0,24-5 0 0 0,-45 6 171 0 0,-1 0-1 0 0,1 0 1 0 0,-1 0 0 0 0,1 0-1 0 0,0 0 1 0 0,-1 0-1 0 0,1 0 1 0 0,-1 0-1 0 0,1 0 1 0 0,0 0-1 0 0,-1 0 1 0 0,1-1 0 0 0,-1 1-1 0 0,1 0 1 0 0,-1 0-1 0 0,1-1 1 0 0,-1 1-1 0 0,1 0 1 0 0,-1-1 0 0 0,1 1-1 0 0,-1 0 1 0 0,1-1-1 0 0,-1 1 1 0 0,0-1-1 0 0,1 1 1 0 0,-1-1-1 0 0,1 1 1 0 0,-1-1 0 0 0,0 1-1 0 0,0-1 1 0 0,1 1-1 0 0,-1-1 1 0 0,0 1-1 0 0,0-1 1 0 0,0 0 0 0 0,0 1-1 0 0,0-1 1 0 0,1 1-1 0 0,-1-1 1 0 0,0 0-1 0 0,0 1 1 0 0,-1-1-1 0 0,1 1 1 0 0,0-1 0 0 0,0 0-1 0 0,0 1 1 0 0,0-1-1 0 0,0 1 1 0 0,-1-2-1 0 0,-1-13-1126 0 0,2 14 1101 0 0,-1 1-1 0 0,1-1 1 0 0,0 0 0 0 0,-1 1-1 0 0,1-1 1 0 0,0 1 0 0 0,-1 0 0 0 0,1-1-1 0 0,-1 1 1 0 0,1-1 0 0 0,-1 1 0 0 0,1 0-1 0 0,-1-1 1 0 0,0 1 0 0 0,1 0-1 0 0,-1-1 1 0 0,1 1 0 0 0,-1 0 0 0 0,0 0-1 0 0,1 0 1 0 0,-1 0 0 0 0,1 0 0 0 0,-1 0-1 0 0,0-1 1 0 0,1 1 0 0 0,-1 1 0 0 0,0-1-1 0 0,1 0 1 0 0,-1 0 0 0 0,0 0-1 0 0,0 0 1 0 0,-22 4-15 0 0,-27 17 120 0 0,31-12 29 0 0,0-1-1 0 0,-34 10 1 0 0,15-8-108 0 0,29-6 62 0 0,0-1-1 0 0,1-1 1 0 0,-1 0-1 0 0,0 0 1 0 0,-1-1-1 0 0,1 0 1 0 0,0 0-1 0 0,0-1 1 0 0,-17-2-1 0 0,22 1-35 0 0,1 0 0 0 0,-1-1 0 0 0,1 1 1 0 0,0-1-1 0 0,-1 0 0 0 0,1 0 0 0 0,0 0 0 0 0,0-1 0 0 0,0 1 0 0 0,-4-6 0 0 0,-27-32-34 0 0,26 28 45 0 0,7 11-39 0 0,-3-5 37 0 0,0 0-1 0 0,-1 0 1 0 0,1 1 0 0 0,-1 0 0 0 0,0 0-1 0 0,-1 0 1 0 0,1 0 0 0 0,-1 1 0 0 0,0 0-1 0 0,0 0 1 0 0,0 0 0 0 0,-14-5 0 0 0,-27-4 279 0 0,35 10-335 0 0,1 0 1 0 0,-1-1-1 0 0,-16-7 0 0 0,24 9-6 0 0,0-1-1 0 0,0 1 0 0 0,0-1 0 0 0,0 0 0 0 0,1 0 0 0 0,-1-1 1 0 0,1 1-1 0 0,0-1 0 0 0,0 1 0 0 0,0-1 0 0 0,0 0 0 0 0,-3-7 1 0 0,-2-3 11 0 0,-1 0-1 0 0,-1 1 1 0 0,0 0 0 0 0,-1 0 0 0 0,0 1 0 0 0,-25-21 0 0 0,19 27-43 0 0,-3-4-255 0 0,20 10 290 0 0,28 8-1766 0 0,-13 0-2375 0 0,-21-10 1849 0 0,-35-14 701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31.6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1440 0 0,'0'0'5207'0'0,"3"0"-5902"0"0,11 1 7018 0 0,-18 7-8219 0 0,4-8 1921 0 0,0 0 0 0 0,0 0 0 0 0,-1 0 0 0 0,1 0 0 0 0,0 0-1 0 0,0 1 1 0 0,0-1 0 0 0,-1 0 0 0 0,1 0 0 0 0,0 0 0 0 0,0 0-1 0 0,0 0 1 0 0,0 1 0 0 0,0-1 0 0 0,-1 0 0 0 0,1 0 0 0 0,0 0 0 0 0,0 1-1 0 0,0-1 1 0 0,0 0 0 0 0,0 0 0 0 0,0 1 0 0 0,0-1 0 0 0,0 0 0 0 0,0 0-1 0 0,0 1 1 0 0,0-1 0 0 0,0 0 0 0 0,0 0 0 0 0,0 0 0 0 0,0 1-1 0 0,0-1 1 0 0,0 0 0 0 0,0 0 0 0 0,0 1 0 0 0,0-1 0 0 0,0 0 0 0 0,0 0-1 0 0,0 0 1 0 0,0 1 0 0 0,1-1 0 0 0,-1 0 0 0 0,0 0 0 0 0,0 0-1 0 0,0 1 1 0 0,0-1 0 0 0,1 0 0 0 0,-1 0 0 0 0,0 0 0 0 0,5 6 2 0 0,0 0-1 0 0,0 0 1 0 0,7 11 0 0 0,-2-2 37 0 0,10 18-45 0 0,-13-19-28 0 0,3 0 20 0 0,-3-7-22 0 0,0 1-1 0 0,0 0 1 0 0,0 0 0 0 0,5 11 0 0 0,14 16-37 0 0,137 149 968 0 0,-130-139-751 0 0,-27-35-154 0 0,1 0 0 0 0,0-1 0 0 0,0 0 0 0 0,9 8 1 0 0,-16-17-39 0 0,1 0 0 0 0,-1 0 0 0 0,0 0-1 0 0,0 0 1 0 0,1 0 0 0 0,-1 0 0 0 0,0 1 0 0 0,0-1 0 0 0,1 0 0 0 0,-1 0 0 0 0,0 0 0 0 0,0 1 0 0 0,0-1 0 0 0,1 0 0 0 0,-1 0 0 0 0,0 1 0 0 0,0-1 0 0 0,0 0 0 0 0,0 0 0 0 0,1 1 0 0 0,-1-1 0 0 0,0 0 0 0 0,0 0 0 0 0,0 1 0 0 0,0-1 0 0 0,0 0 0 0 0,0 1 0 0 0,0-1 0 0 0,0 0 0 0 0,0 1 0 0 0,0-1 0 0 0,0 0 0 0 0,0 0 0 0 0,0 1 0 0 0,0-1 0 0 0,0 0 0 0 0,-1 1 0 0 0,-10 1-3397 0 0,-8-4-3830 0 0,54 0 5920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32.8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 50 496 0 0,'0'0'5092'0'0,"-2"-5"-4721"0"0,0-1-229 0 0,1 4-33 0 0,0 0 0 0 0,1 0 0 0 0,-1 0 0 0 0,0 0 0 0 0,1 0 0 0 0,0 0 0 0 0,-1 0 0 0 0,1 0 0 0 0,0-4 0 0 0,0 4 36 0 0,-1 1 1 0 0,0 0 0 0 0,1 1 0 0 0,-1-1 0 0 0,0 0 0 0 0,0 0-1 0 0,1 0 1 0 0,-1 0 0 0 0,0 0 0 0 0,0 1 0 0 0,0-1 0 0 0,0 0-1 0 0,0 1 1 0 0,-2-2 0 0 0,-3 1 667 0 0,11 10-554 0 0,5 4 110 0 0,-1 0 1 0 0,-1 0 0 0 0,8 18-1 0 0,-1-1-62 0 0,-8-14-262 0 0,0 0 0 0 0,2 0 1 0 0,0-1-1 0 0,0 0 0 0 0,2-1 0 0 0,-1 0 0 0 0,21 20 0 0 0,-3-6-56 0 0,-22-21-7 0 0,0-1 0 0 0,0 0-1 0 0,1 0 1 0 0,10 7-1 0 0,-6-5-33 0 0,-1 0-1 0 0,19 18 1 0 0,-3-1 40 0 0,-21-22 21 0 0,-4-3-5 0 0,-1 1 0 0 0,1-1 0 0 0,0 1 0 0 0,0-1 1 0 0,-1 1-1 0 0,1-1 0 0 0,0 1 0 0 0,-1 0 0 0 0,1-1 1 0 0,0 1-1 0 0,-1 0 0 0 0,1 0 0 0 0,-1-1 0 0 0,1 1 1 0 0,-1 0-1 0 0,1 0 0 0 0,-1 0 0 0 0,0 0 1 0 0,0 0-1 0 0,1-1 0 0 0,-1 3 0 0 0,0-3 111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33.7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1504 0 0,'0'0'5047'0'0,"8"20"-2437"0"0,17 17 2110 0 0,-9-7-4744 0 0,14 35 1 0 0,-25-52 434 0 0,29 52-65 0 0,-23-46-390 0 0,0-1-1 0 0,9 29 0 0 0,-15-36 31 0 0,0-1 0 0 0,11 18 0 0 0,-11-20 6 0 0,0 1-1 0 0,0 0 1 0 0,6 17-1 0 0,-11 8-589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34.5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 7 1296 0 0,'0'0'7097'0'0,"-9"-7"-5654"0"0,10 20-951 0 0,1 0 0 0 0,0-1 0 0 0,7 23 0 0 0,3 20 284 0 0,-6 7-323 0 0,-3-26-398 0 0,9 47-1 0 0,-9-73-50 0 0,-1 0 0 0 0,2 1 0 0 0,-1-1 0 0 0,1 0-1 0 0,1-1 1 0 0,0 1 0 0 0,0-1 0 0 0,13 17 0 0 0,-10-14-94 0 0,-7-10 83 0 0,0 0 1 0 0,0-1-1 0 0,0 1 1 0 0,0 0-1 0 0,0-1 1 0 0,0 1-1 0 0,1-1 1 0 0,-1 1-1 0 0,0-1 1 0 0,1 0-1 0 0,-1 0 1 0 0,1 0-1 0 0,-1 1 1 0 0,4 0-1 0 0,2 2 9 0 0,-1-2 11 0 0,-6-2-52 0 0,1 1 1 0 0,-1 0-1 0 0,1-1 1 0 0,-1 1-1 0 0,1 0 1 0 0,-1 0-1 0 0,1-1 1 0 0,-1 1-1 0 0,0 0 1 0 0,1 0-1 0 0,-1 0 1 0 0,0-1-1 0 0,0 1 1 0 0,1 0-1 0 0,-1 0 1 0 0,0 1-1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35.0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80 1832 0 0,'0'0'6480'0'0,"5"-3"-6462"0"0,3-3-3 0 0,1 0-1 0 0,0 0 1 0 0,1 2 0 0 0,-1-1-1 0 0,21-6 1 0 0,60-14 8 0 0,-20 14 1364 0 0,-63 10-1323 0 0,-1 0 1 0 0,0 1-1 0 0,0 0 0 0 0,0 0 1 0 0,9 1-1 0 0,5 0 1310 0 0,-26 1-659 0 0,-220 101 261 0 0,213-95-1088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36.5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3 720 0 0,'0'0'6154'0'0,"-11"-3"-3071"0"0,-14 35-2781 0 0,-37 62 0 0 0,39-57-115 0 0,-12 20-80 0 0,15-23-39 0 0,-2 0-1 0 0,-50 60 0 0 0,61-85 147 0 0,7-9-906 0 0,4-1 563 0 0,0 0 0 0 0,0 0 0 0 0,1 0 0 0 0,-1 0 0 0 0,0 0 1 0 0,1 1-1 0 0,-1-1 0 0 0,1 0 0 0 0,-1 0 0 0 0,1 0 0 0 0,-1 1 0 0 0,1-1 0 0 0,0 0 0 0 0,-1 1 0 0 0,1-1 1 0 0,0 1-1 0 0,-1-1 0 0 0,1 1 0 0 0,0-1 0 0 0,1 0 0 0 0,9-6-1160 0 0,0-1-282 0 0,-46 42-3441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37.2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393 0 432 0 0,'0'0'6165'0'0,"-17"12"-4933"0"0,-5 13-483 0 0,0 1 1 0 0,-26 42 0 0 0,-21 25-233 0 0,-80 93 181 0 0,85-124-219 0 0,63-58-2203 0 0,7-5 1031 0 0,6-7-63 0 0,15-15-2644 0 0,-16 13 950 0 0,-67 54-299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38.68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439 1 1088 0 0,'0'0'5322'0'0,"2"0"-4867"0"0,8 0 17 0 0,-7 0 627 0 0,-23 32 944 0 0,-23 20-1461 0 0,-1-1 0 0 0,-79 68 0 0 0,91-90-524 0 0,-80 78 165 0 0,46-44 258 0 0,57-55-1015 0 0,15-11-1884 0 0,11-7 30 0 0,-15 8 1885 0 0,10-4-1196 0 0,-9 5 577 0 0,-47 25-3201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41.0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382 34 980 0 0,'0'0'5867'0'0,"3"-6"-5442"0"0,7-16 78 0 0,-7 16 812 0 0,-24 20-707 0 0,-54 64-6 0 0,-24 22-247 0 0,-50 31-568 0 0,127-111 206 0 0,20-19 14 0 0,4-2-19 0 0,11-9-112 0 0,37-27-297 0 0,-50 36 414 0 0,0 1 0 0 0,0 0-1 0 0,1-1 1 0 0,-1 1 0 0 0,0 0 0 0 0,1 0 0 0 0,-1-1 0 0 0,0 1 0 0 0,1 0-1 0 0,-1 0 1 0 0,0 0 0 0 0,1-1 0 0 0,-1 1 0 0 0,1 0 0 0 0,-1 0 0 0 0,0 0-1 0 0,1 0 1 0 0,-1 0 0 0 0,1 0 0 0 0,-1 0 0 0 0,0 0 0 0 0,1 0 0 0 0,-1 0-1 0 0,1 0 1 0 0,-1 0 0 0 0,1 0 0 0 0,-1 0 0 0 0,0 0 0 0 0,1 1 0 0 0,-1-1-1 0 0,1 0 1 0 0,5 13 127 0 0,-3 17 418 0 0,-3-29-531 0 0,0 13 196 0 0,0-6-106 0 0,0 1 0 0 0,0 0 0 0 0,-3 12 0 0 0,2-17-84 0 0,1-1 0 0 0,-1 0 0 0 0,-1 0 0 0 0,1 0 0 0 0,0-1 0 0 0,-1 1 0 0 0,1 0 0 0 0,-1 0 0 0 0,0-1 0 0 0,0 1 0 0 0,0-1 0 0 0,0 1 0 0 0,-4 2 0 0 0,4-4-37 0 0,-1 1 1 0 0,1 1-1 0 0,-1-1 1 0 0,1 0-1 0 0,0 0 0 0 0,0 1 1 0 0,0 0-1 0 0,0-1 1 0 0,0 1-1 0 0,1 0 1 0 0,-1 0-1 0 0,-1 6 1 0 0,3-9 139 0 0,-1 0-79 0 0,0 0-34 0 0,-19 31-10 0 0,16-24 70 0 0,-1 0 1 0 0,1 0-1 0 0,-1-1 1 0 0,0 0-1 0 0,-10 9 1 0 0,15-15-67 0 0,0 0 0 0 0,0 0 0 0 0,0 0 0 0 0,1 0 0 0 0,-1 0 0 0 0,0 0 0 0 0,0 0 1 0 0,0 0-1 0 0,0 0 0 0 0,0 0 0 0 0,0 0 0 0 0,0 0 0 0 0,1 0 0 0 0,-1 0 0 0 0,0 0 0 0 0,0 0 1 0 0,0 0-1 0 0,0 0 0 0 0,0 0 0 0 0,0 0 0 0 0,0 0 0 0 0,0 1 0 0 0,1-1 0 0 0,-1 0 0 0 0,0 0 1 0 0,0 0-1 0 0,0 0 0 0 0,0 0 0 0 0,0 0 0 0 0,0 0 0 0 0,0 0 0 0 0,0 0 0 0 0,0 0 0 0 0,0 0 1 0 0,0 1-1 0 0,0-1 0 0 0,0 0 0 0 0,0 0 0 0 0,0 0 0 0 0,0 0 0 0 0,1 0 0 0 0,-1 0 0 0 0,0 0 1 0 0,0 1-1 0 0,0-1 0 0 0,0 0 0 0 0,0 0 0 0 0,0 0 0 0 0,-1 0 0 0 0,1 0 0 0 0,0 0 0 0 0,0 0 1 0 0,0 1-1 0 0,3-4-15 0 0,0 1 1 0 0,-1 0-1 0 0,1-1 1 0 0,-1 0-1 0 0,0 1 1 0 0,0-1-1 0 0,0 0 1 0 0,0 0-1 0 0,0 0 1 0 0,-1-1-1 0 0,1 1 0 0 0,-1 0 1 0 0,0 0-1 0 0,0-1 1 0 0,0 1-1 0 0,0-7 1 0 0,1-8-116 0 0,0 1-1 0 0,-2-20 1 0 0,0 24 227 0 0,0 11-94 0 0,-1 0 0 0 0,1 0 1 0 0,-1 0-1 0 0,1 0 0 0 0,-1 0 1 0 0,0 0-1 0 0,0 0 0 0 0,0 0 0 0 0,0 0 1 0 0,0 0-1 0 0,-2-2 0 0 0,1 2-12 0 0,1 0 0 0 0,-1 0 0 0 0,1 1 0 0 0,0-2 0 0 0,0 1 0 0 0,0 0 0 0 0,0 0 0 0 0,0 0 0 0 0,1 0 0 0 0,-1-1 0 0 0,0-3 0 0 0,0-23-120 0 0,0-23 172 0 0,3 38-61 0 0,-2 14 18 0 0,0 0 1 0 0,0 0 0 0 0,0 0 0 0 0,1 0 0 0 0,-1 0 0 0 0,0-1 0 0 0,0 1 0 0 0,0 0 0 0 0,0 0 0 0 0,0 0 0 0 0,0 0 0 0 0,0 0 0 0 0,0 0 0 0 0,0 0 0 0 0,0 0 0 0 0,1 0 0 0 0,-1 0 0 0 0,0 0-1 0 0,0 0 1 0 0,0 0 0 0 0,0 0 0 0 0,0 0 0 0 0,0 0 0 0 0,0 0 0 0 0,1 0 0 0 0,-1 0 0 0 0,0 0 0 0 0,0 0 0 0 0,0 0 0 0 0,0 0 0 0 0,0 0 0 0 0,0 0 0 0 0,0 0 0 0 0,0 0 0 0 0,1 0 0 0 0,-1 0-1 0 0,0 0 1 0 0,0 0 0 0 0,0 0 0 0 0,0 0 0 0 0,0 0 0 0 0,0 0 0 0 0,0 0 0 0 0,0 0 0 0 0,0 0 0 0 0,1 1 0 0 0,-1-1 0 0 0,0 0 0 0 0,0 0 0 0 0,0 0 0 0 0,0 0 0 0 0,0 0 0 0 0,0 0 0 0 0,0 0-1 0 0,0 0 1 0 0,0 1 0 0 0,0-1 0 0 0,0 0 0 0 0,0 0 0 0 0,0 0 0 0 0,0 0 0 0 0,0 0 0 0 0,0 0 0 0 0,0 0 0 0 0,0 1 0 0 0,0-1 0 0 0,0 0 0 0 0,0 0 0 0 0,0 0 0 0 0,10 21 324 0 0,15 41 1 0 0,-23-55-297 0 0,0 1 1 0 0,0-1 0 0 0,-1 1-1 0 0,0-1 1 0 0,0 1 0 0 0,0-1 0 0 0,-1 1-1 0 0,0-1 1 0 0,-3 15 0 0 0,-1-8 29 0 0,-1-1 0 0 0,-8 19 0 0 0,-9 20 870 0 0,22-60-795 0 0,6-12-238 0 0,-4 20 112 0 0,1 1 0 0 0,0-1 0 0 0,-1 1 0 0 0,1 0 0 0 0,-1 0 0 0 0,0 0 0 0 0,1 0 1 0 0,-1 0-1 0 0,3 2 0 0 0,-2-1 19 0 0,0 0 0 0 0,0-1 0 0 0,0 1 0 0 0,0-1 0 0 0,0 0-1 0 0,6 2 1 0 0,43 0 76 0 0,-34-2-176 0 0,0 0 0 0 0,0 1 0 0 0,21 6 0 0 0,-2-3 1720 0 0,-56-5-1319 0 0,-25 2-269 0 0,27-1-14 0 0,0-1 1 0 0,0 0 0 0 0,0-1-1 0 0,-17-4 1 0 0,26 4-26 0 0,6 0-5 0 0,1 1 1 0 0,-1 0-1 0 0,1 0 0 0 0,-1-1 1 0 0,1 1-1 0 0,-1-1 1 0 0,1 1-1 0 0,0-1 0 0 0,-1 0 1 0 0,1 1-1 0 0,0-1 1 0 0,-2-1-1 0 0,-8-10-1122 0 0,38-1-5851 0 0,-58 28 412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01.7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300 47 3432 0 0,'0'0'3604'0'0,"4"-2"-3435"0"0,18-11 4330 0 0,-23 12-4355 0 0,0 0-1 0 0,1 0 0 0 0,-1 0 1 0 0,0 0-1 0 0,0 0 1 0 0,0 1-1 0 0,0-1 0 0 0,0 0 1 0 0,0 0-1 0 0,0 1 0 0 0,0-1 1 0 0,0 1-1 0 0,0-1 0 0 0,0 1 1 0 0,0-1-1 0 0,-1 1 0 0 0,1-1 1 0 0,-2 1-1 0 0,-26-7 422 0 0,-25-1-293 0 0,19 7-265 0 0,26 0-55 0 0,-1 0-1 0 0,1 1 0 0 0,-1 0 0 0 0,1 0 0 0 0,0 1 1 0 0,-18 4-1 0 0,-4 13-133 0 0,29-16 218 0 0,1 0-1 0 0,-1 0 0 0 0,1 0 1 0 0,-1 0-1 0 0,1 0 0 0 0,0 0 0 0 0,0 0 1 0 0,0 1-1 0 0,0-1 0 0 0,0 0 1 0 0,0 1-1 0 0,1-1 0 0 0,-1 1 0 0 0,1-1 1 0 0,0 1-1 0 0,0-1 0 0 0,0 3 1 0 0,-4 15 56 0 0,-18 45-39 0 0,16-52-87 0 0,1-1 0 0 0,0 1 0 0 0,2 0 0 0 0,-1 0 0 0 0,1 1 0 0 0,1-1 0 0 0,0 15 0 0 0,2-23 7 0 0,-1 19-61 0 0,1-24 87 0 0,0 1-1 0 0,0-1 1 0 0,0 1-1 0 0,0 0 1 0 0,0-1-1 0 0,0 1 1 0 0,0 0-1 0 0,0-1 1 0 0,0 1-1 0 0,1-1 1 0 0,-1 1-1 0 0,0 0 1 0 0,0-1-1 0 0,0 1 1 0 0,1-1-1 0 0,-1 1 1 0 0,0 0-1 0 0,1-1 1 0 0,-1 1-1 0 0,1-1 1 0 0,0 1-1 0 0,140-10 471 0 0,-131 9-527 0 0,1 1 0 0 0,-1 0 0 0 0,0 0 0 0 0,1 1 0 0 0,-1 0 0 0 0,0 1 0 0 0,0 0 0 0 0,0 0 0 0 0,-1 1 0 0 0,16 9 0 0 0,-18-9 63 0 0,-4-2 8 0 0,1 0 0 0 0,0 0 0 0 0,0 0 0 0 0,0 0-1 0 0,-1-1 1 0 0,2 1 0 0 0,4 0 341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02.6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152 4 1612 0 0,'0'0'7876'0'0,"0"-1"-7833"0"0,0 1 0 0 0,0 0 0 0 0,0 0 0 0 0,-1 0-1 0 0,1-1 1 0 0,0 1 0 0 0,0 0 0 0 0,0 0 0 0 0,-1 0-1 0 0,1 0 1 0 0,0 0 0 0 0,0-1 0 0 0,0 1 0 0 0,-1 0 0 0 0,1 0-1 0 0,0 0 1 0 0,0 0 0 0 0,-1 0 0 0 0,1 0 0 0 0,0 0 0 0 0,0 0-1 0 0,-1 0 1 0 0,1 0 0 0 0,0 0 0 0 0,0 0 0 0 0,-1 0 0 0 0,1 0-1 0 0,0 0 1 0 0,0 0 0 0 0,-1 0 0 0 0,1 0 0 0 0,0 0 0 0 0,0 1-1 0 0,-1-1 1 0 0,1 0 0 0 0,0 0 0 0 0,0 0 0 0 0,-17 12-20 0 0,2 0-1 0 0,-16 17 1 0 0,-14 10-11 0 0,10-10-159 0 0,35-29 72 0 0,5-1-842 0 0,0-1 724 0 0,0 1 1 0 0,0-1-1 0 0,0-1 1 0 0,0 1-1 0 0,-1-1 1 0 0,1 0-1 0 0,-1 0 1 0 0,9-7-1 0 0,-2 2-50 0 0,95-65-789 0 0,-106 72 1042 0 0,1 1 0 0 0,-1-1-1 0 0,1 1 1 0 0,-1 0 0 0 0,1-1-1 0 0,-1 1 1 0 0,1-1 0 0 0,0 1 0 0 0,-1 0-1 0 0,1 0 1 0 0,0-1 0 0 0,-1 1-1 0 0,1 0 1 0 0,0 0 0 0 0,-1 0-1 0 0,1 0 1 0 0,0 0 0 0 0,0 0-1 0 0,-1 0 1 0 0,2 0 0 0 0,-6 10 949 0 0,-17 17-5 0 0,-69 60-184 0 0,89-87-784 0 0,1 0 1 0 0,-1 0-1 0 0,1 1 0 0 0,-1-1 0 0 0,1 1 0 0 0,-1-1 1 0 0,1 0-1 0 0,-1 1 0 0 0,1-1 0 0 0,-1 1 0 0 0,1-1 1 0 0,0 1-1 0 0,-1-1 0 0 0,1 1 0 0 0,0 0 0 0 0,0-1 1 0 0,-1 1-1 0 0,1-1 0 0 0,0 1 0 0 0,0-1 0 0 0,0 1 1 0 0,0 0-1 0 0,0-1 0 0 0,-1 1 0 0 0,1 0 0 0 0,0-1 1 0 0,1 1-1 0 0,-1 0 0 0 0,0-1 0 0 0,0 2 0 0 0,1-2-9 0 0,0 1 0 0 0,0-1 0 0 0,0 1 0 0 0,0-1 0 0 0,0 1 0 0 0,0-1 0 0 0,0 0 0 0 0,0 0 0 0 0,0 1-1 0 0,0-1 1 0 0,0 0 0 0 0,0 0 0 0 0,0 0 0 0 0,0 0 0 0 0,2 0 0 0 0,40-8-639 0 0,58-29-223 0 0,-100 37 826 0 0,-1 1 95 0 0,0-1 1 0 0,0 1-1 0 0,0 0 0 0 0,0 0 1 0 0,0-1-1 0 0,0 1 1 0 0,0 0-1 0 0,0 0 0 0 0,0-1 1 0 0,0 1-1 0 0,-1 0 1 0 0,1 0-1 0 0,0-1 1 0 0,0 1-1 0 0,-1 0 0 0 0,1-1 1 0 0,0 1-1 0 0,-1-1 1 0 0,1 1-1 0 0,-1 0 1 0 0,1-1-1 0 0,-1 1 0 0 0,1-1 1 0 0,-1 1-1 0 0,0-1 1 0 0,0 1-1 0 0,-19 14 400 0 0,17-13-347 0 0,-20 14 541 0 0,0-1 0 0 0,-34 14-1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9:59.4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78 15 1036 0 0,'-4'-3'4936'0'0,"-11"-9"-2806"0"0,40 45-2261 0 0,-1 3 129 0 0,-18-26-1 0 0,1 1 0 0 0,0-2 0 0 0,0 1 1 0 0,1-1-1 0 0,0 0 0 0 0,14 12 0 0 0,63 44-73 0 0,-13-10-2 0 0,-49-36-17 0 0,49 32-1 0 0,-25-18-165 0 0,-40-26 166 0 0,1-1-1 0 0,0 0 0 0 0,0-1 1 0 0,0 0-1 0 0,1 0 1 0 0,13 5-1 0 0,-14-7-21 0 0,0 0 0 0 0,0-1 0 0 0,0 0 0 0 0,1-1 0 0 0,-1 0 0 0 0,15 0 0 0 0,-14-6 1015 0 0,-7 3-973 0 0,-1 1-1 0 0,1 0 1 0 0,0-1-1 0 0,0 1 1 0 0,0 0-1 0 0,0 0 1 0 0,0 0-1 0 0,0 0 0 0 0,0 1 1 0 0,0-1-1 0 0,0 1 1 0 0,4-1-1 0 0,157 4-730 0 0,-179 1 2932 0 0,-65 11-2102 0 0,31-10 301 0 0,31-2 68 0 0,-1-1 1 0 0,1-1 0 0 0,-1 0-1 0 0,-31-4 1 0 0,48 2-334 0 0,0 0-1 0 0,0 0 1 0 0,0-1-1 0 0,0 1 1 0 0,1-1-1 0 0,-1 1 1 0 0,0-1 0 0 0,-4-4-1 0 0,4 4-34 0 0,1 0 0 0 0,0 1 1 0 0,-1-1-1 0 0,1 0 0 0 0,-1 1 0 0 0,1 0 0 0 0,-1-1 0 0 0,0 1 0 0 0,1 0 1 0 0,-1 0-1 0 0,0 1 0 0 0,0-1 0 0 0,-4 0 0 0 0,-32 2-19 0 0,14 0 79 0 0,-34-3 1 0 0,49-1-51 0 0,0 0 0 0 0,0 0 0 0 0,0-1 0 0 0,0 0-1 0 0,1-1 1 0 0,0 0 0 0 0,0 0 0 0 0,0-1 0 0 0,-13-11 0 0 0,-24-14 24 0 0,-12-7-91 0 0,-14-6-293 0 0,44 28-54 0 0,27 15 347 0 0,-1 0 13 0 0,0-1 1 0 0,0 1 0 0 0,1-1 0 0 0,-1 1 0 0 0,0-1-1 0 0,1 0 1 0 0,-1 0 0 0 0,1 0 0 0 0,0 1 0 0 0,0-1 0 0 0,-1 0-1 0 0,1 0 1 0 0,0-1 0 0 0,1 1 0 0 0,-2-3 0 0 0,-7-14-814 0 0,12 20 822 0 0,-1 0 0 0 0,0 0 0 0 0,0 1 1 0 0,0-1-1 0 0,0 1 0 0 0,0-1 0 0 0,0 1 0 0 0,3 3 0 0 0,1 1 0 0 0,237 187-40 0 0,-210-166 49 0 0,-6-5-3 0 0,0-1 0 0 0,50 27 0 0 0,-69-43-21 0 0,-6-4 49 0 0,-1 0 1 0 0,1-1-1 0 0,0 1 1 0 0,-1 0-1 0 0,1 0 1 0 0,0-1-1 0 0,-1 1 1 0 0,1-1-1 0 0,0 0 0 0 0,-1 1 1 0 0,1-1-1 0 0,3 0 1 0 0,-5 0-13 0 0,2 0-22 0 0,0 1 1 0 0,0-1-1 0 0,0 0 1 0 0,0 0-1 0 0,0 1 1 0 0,0-1-1 0 0,0-1 1 0 0,0 1-1 0 0,4-1 1 0 0,-2 1 25 0 0,-2 0-2 0 0,-1 0-1 0 0,0 0 1 0 0,1 0 0 0 0,-1 0-1 0 0,0 0 1 0 0,1-1 0 0 0,-1 1-1 0 0,0 0 1 0 0,1-1-1 0 0,-1 1 1 0 0,0-1 0 0 0,0 1-1 0 0,0-1 1 0 0,1 1 0 0 0,-1-1-1 0 0,0 0 1 0 0,0 0-1 0 0,0 0 1 0 0,1-1 0 0 0,0 0 17 0 0,0-1 1 0 0,-1 0-1 0 0,0 0 1 0 0,1 0-1 0 0,-1 0 0 0 0,1-6 1 0 0,-1 8-31 0 0,-1-1-30 0 0,1 0 1 0 0,0 1-1 0 0,0-1 1 0 0,0 0-1 0 0,1 1 1 0 0,-1-1-1 0 0,0 1 1 0 0,1-1-1 0 0,-1 1 1 0 0,1 0-1 0 0,-1 0 1 0 0,1-1-1 0 0,-1 1 1 0 0,1 0-1 0 0,0 0 1 0 0,0 1-1 0 0,-1-1 1 0 0,1 0-1 0 0,0 0 1 0 0,3 0-1 0 0,-1 0-37 0 0,0 0 0 0 0,1 0-1 0 0,-1 1 1 0 0,1-1 0 0 0,-1 1 0 0 0,0 0-1 0 0,1 0 1 0 0,6 2 0 0 0,8 3 296 0 0,-15-3-161 0 0,-1-1-1 0 0,1 0 1 0 0,0 0-1 0 0,0 0 1 0 0,0-1-1 0 0,7 1 1 0 0,6 0-323 0 0,-13 0 266 0 0,1 0 0 0 0,0-1 0 0 0,-1 0-1 0 0,1 0 1 0 0,0-1 0 0 0,-1 1 0 0 0,7-2-1 0 0,-11 2 1 0 0,0 0 0 0 0,0 0 0 0 0,0 0 0 0 0,-1 0 0 0 0,1 0 0 0 0,0 0 0 0 0,0 0 0 0 0,0 0 0 0 0,0 0 0 0 0,0 0-1 0 0,0 0 1 0 0,0 0 0 0 0,0-1 0 0 0,-1 1 0 0 0,1 0 0 0 0,0 0 0 0 0,0 0 0 0 0,0 0 0 0 0,0 0 0 0 0,0 0-1 0 0,0 0 1 0 0,0 0 0 0 0,0 0 0 0 0,0 0 0 0 0,0-1 0 0 0,0 1 0 0 0,0 0 0 0 0,0 0 0 0 0,0 0 0 0 0,-1 0 0 0 0,1 0-1 0 0,0 0 1 0 0,0 0 0 0 0,0-1 0 0 0,0 1 0 0 0,0 0 0 0 0,0 0 0 0 0,0 0 0 0 0,0 0 0 0 0,0 0 0 0 0,1 0-1 0 0,-1 0 1 0 0,0 0 0 0 0,0-1 0 0 0,0 1 0 0 0,0 0 0 0 0,0 0 0 0 0,0 0 0 0 0,0 0 0 0 0,0 0 0 0 0,0 0-1 0 0,0 0 1 0 0,0 0 0 0 0,0-1 0 0 0,0 1 0 0 0,0 0 0 0 0,1 0 0 0 0,-1 0 0 0 0,0 0 0 0 0,0 0 0 0 0,0 0 0 0 0,0 0-1 0 0,0 0 1 0 0,-16-4 1112 0 0,-1 1-2644 0 0,55 12-7749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9:25.7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82 680 0 0,'0'0'7817'0'0,"4"-2"-7437"0"0,1-2-382 0 0,-3 3 233 0 0,0 0-1 0 0,0 0 0 0 0,0 0 0 0 0,0-1 1 0 0,0 1-1 0 0,0 0 0 0 0,0-1 0 0 0,-1 0 1 0 0,1 0-1 0 0,-1 1 0 0 0,1-1 0 0 0,-1 0 1 0 0,0 0-1 0 0,1 0 0 0 0,-1 0 0 0 0,0 0 1 0 0,0-1-1 0 0,-1 1 0 0 0,1 0 0 0 0,0 0 1 0 0,-1-1-1 0 0,1 1 0 0 0,-1-4 0 0 0,-24-18 844 0 0,20 20-865 0 0,13 13-303 0 0,30 45-18 0 0,-27-38 96 0 0,17 27 1 0 0,-7-6 88 0 0,43 52 1 0 0,-36-52-55 0 0,-19-25-28 0 0,0-2 0 0 0,0 1-1 0 0,15 10 1 0 0,-16-13-9 0 0,-8-8 13 0 0,0 0 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9:26.7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97 0 564 0 0,'0'0'7085'0'0,"4"2"-5810"0"0,-14-2-896 0 0,-38 4-607 0 0,45-4 201 0 0,1 0 0 0 0,-1 1 0 0 0,1-1 0 0 0,0 1 0 0 0,-1-1 0 0 0,1 1 0 0 0,0 0 0 0 0,-1 0 0 0 0,1 0 0 0 0,0 0 0 0 0,0 0 0 0 0,0 1 0 0 0,0-1 0 0 0,0 1 0 0 0,0-1 0 0 0,-1 3 0 0 0,2-4 15 0 0,1 1-1 0 0,0-1 1 0 0,-1 0-1 0 0,1 1 1 0 0,0-1-1 0 0,0 1 1 0 0,-1-1-1 0 0,1 1 1 0 0,0-1-1 0 0,0 1 1 0 0,0-1-1 0 0,0 1 1 0 0,0-1-1 0 0,-1 1 1 0 0,1-1-1 0 0,0 1 1 0 0,0 0 0 0 0,0-1-1 0 0,1 1 1 0 0,-1-1-1 0 0,0 1 1 0 0,0-1-1 0 0,0 1 1 0 0,0-1-1 0 0,0 1 1 0 0,1-1-1 0 0,-1 1 1 0 0,0-1-1 0 0,0 1 1 0 0,1-1-1 0 0,-1 1 1 0 0,16 7 176 0 0,-3-2 252 0 0,15 34 1902 0 0,-23-37-2000 0 0,-1-1 1 0 0,0 1-1 0 0,1-1 0 0 0,0 0 1 0 0,-1-1-1 0 0,1 1 0 0 0,10 1 1 0 0,20 7-108 0 0,-11 3-171 0 0,0 1-1 0 0,-1 1 1 0 0,-1 0 0 0 0,0 2 0 0 0,-1 1 0 0 0,26 28 0 0 0,-41-40-25 0 0,20 21 14 0 0,0-1 0 0 0,2-2 0 0 0,51 35 0 0 0,-63-51 26 0 0,1-1 1 0 0,0 0 0 0 0,19 4 0 0 0,-23-8-3169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9:27.3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0 576 0 0,'0'0'3244'0'0,"5"3"-3102"0"0,0-1-4 0 0,-1 0 0 0 0,0 0 0 0 0,0 1 0 0 0,0 0 0 0 0,-1 0 0 0 0,1 0 0 0 0,-1 0 0 0 0,1 0 0 0 0,-1 1 0 0 0,0-1 0 0 0,4 7 0 0 0,79 112 192 0 0,-17-22-339 0 0,-37-55-4029 0 0,-29-41 2645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9:52.0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1192 0 0,'0'0'7199'0'0,"16"3"-3681"0"0,-12 6-3435 0 0,0 0 0 0 0,-1 1-1 0 0,-1-1 1 0 0,0 1 0 0 0,0 0 0 0 0,1 15-1 0 0,13 217 1123 0 0,-11-137-938 0 0,-2-81-1102 0 0,-3 48 0 0 0,5-89-3558 0 0,-12 49-3504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9:52.8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 1060 0 0,'0'0'4985'0'0,"0"-16"-2988"0"0,-1 90 2215 0 0,2 82-1966 0 0,1-121-2074 0 0,1 0 1 0 0,12 49-1 0 0,32 75-108 0 0,-47-157 52 0 0,0-2-169 0 0,0 0 0 0 0,0 1 0 0 0,0-1 0 0 0,0 0 1 0 0,0 1-1 0 0,0-1 0 0 0,0 0 0 0 0,1 1 0 0 0,-1-1 0 0 0,0 0 0 0 0,0 1 1 0 0,0-1-1 0 0,0 0 0 0 0,0 1 0 0 0,0-1 0 0 0,1 0 0 0 0,-1 0 0 0 0,0 1 0 0 0,0-1 1 0 0,0 0-1 0 0,1 0 0 0 0,-1 1 0 0 0,0-1 0 0 0,1 0 0 0 0,-1 0 0 0 0,0 0 0 0 0,0 1 1 0 0,1-1-1 0 0,-1 0 0 0 0,0 0 0 0 0,1 0 0 0 0,-1 0 0 0 0,0 0 0 0 0,1 0 0 0 0,-1 1 1 0 0,0-1-1 0 0,1 0 0 0 0,-1 0 0 0 0,0 0 0 0 0,1 0 0 0 0,-1 0 0 0 0,0 0 1 0 0,1-1-1 0 0,-1 1 0 0 0,0 0 0 0 0,1 0 0 0 0,-1 0 0 0 0,0 0 0 0 0,1 0 0 0 0,-1 0 1 0 0,0 0-1 0 0,1-1 0 0 0,-1 1 0 0 0,0 0 0 0 0,0 0 0 0 0,1-1 0 0 0,-1 1 0 0 0,0 0 1 0 0,0 0-1 0 0,1-1 0 0 0,-1 1 0 0 0,0 0 0 0 0,0 0 0 0 0,0-1 0 0 0,11-23-4134 0 0,-8 14 1117 0 0,-32 48-1433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9:53.9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1 512 0 0,'0'0'5369'0'0,"5"18"-699"0"0,13-11-4261 0 0,1-2 0 0 0,0 0 0 0 0,32 3 0 0 0,-11-2-43 0 0,-22-3-227 0 0,1-2-1 0 0,23 0 1 0 0,-24-2-1 0 0,-17 1 139 0 0,-6 8-1006 0 0,-37 7 768 0 0,0-3 0 0 0,0-1 0 0 0,-78 10 0 0 0,120-22-104 0 0,0 1 1 0 0,-1 0-1 0 0,1 0 0 0 0,0 0 1 0 0,-1 0-1 0 0,1 0 0 0 0,0 0 0 0 0,0 0 1 0 0,-1 0-1 0 0,1 0 0 0 0,0 0 1 0 0,0 0-1 0 0,-1 0 0 0 0,1 0 0 0 0,0 0 1 0 0,-1 0-1 0 0,1 0 0 0 0,0 1 1 0 0,0-1-1 0 0,-1 0 0 0 0,1 0 0 0 0,0 0 1 0 0,0 0-1 0 0,0 0 0 0 0,-1 1 1 0 0,1-1-1 0 0,0 0 0 0 0,0 0 0 0 0,0 0 1 0 0,-1 1-1 0 0,1-1 0 0 0,0 0 1 0 0,0 0-1 0 0,0 1 0 0 0,0-1 0 0 0,0 0 1 0 0,0 0-1 0 0,-1 1 0 0 0,1-1 1 0 0,0 0-1 0 0,0 0 0 0 0,0 1 0 0 0,0-1 1 0 0,0 0-1 0 0,0 1 0 0 0,10 7-3894 0 0,-3-4 1440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17.3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31 588 0 0,'0'0'6617'0'0,"12"-24"-3627"0"0,-9 17-1061 0 0,-5 19-2351 0 0,-4 190 1941 0 0,3-141-1135 0 0,3 115 237 0 0,1-171-911 0 0,2-7-424 0 0,5-15-1820 0 0,0-7-5771 0 0,-26 71 5922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18.1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 39 732 0 0,'0'0'7416'0'0,"-1"-4"-7215"0"0,1 1-146 0 0,-1 2-1 0 0,1 0 0 0 0,-1-1 0 0 0,1 1 0 0 0,0 0 0 0 0,0-1 0 0 0,0 1 0 0 0,0 0 0 0 0,-1 0 0 0 0,2-1 0 0 0,-1 1 0 0 0,0 0 0 0 0,0-1 0 0 0,0 1 0 0 0,1 0 1 0 0,-1 0-1 0 0,0-1 0 0 0,1 1 0 0 0,-1 0 0 0 0,1 0 0 0 0,0 0 0 0 0,-1 0 0 0 0,1 0 0 0 0,1-2 747 0 0,-2 9-658 0 0,1 0 1 0 0,-1 0 0 0 0,1 1 0 0 0,0-1 0 0 0,3 9-1 0 0,2 18 198 0 0,-4 22 272 0 0,-1 1 0 0 0,-14 97-1 0 0,2-12-636 0 0,11-133-362 0 0,0-10-206 0 0,0 0 0 0 0,0 0 0 0 0,0 0 1 0 0,0 0-1 0 0,1 0 0 0 0,-1-1 1 0 0,1 1-1 0 0,0 0 0 0 0,1-3 0 0 0,-7 42-6569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19.8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295 59 760 0 0,'0'0'1543'0'0,"0"-3"-780"0"0,0-10 1226 0 0,1-20 2040 0 0,-5 23-362 0 0,4 10-3639 0 0,-26 45 322 0 0,-3-2 0 0 0,-39 47 0 0 0,-1 1-239 0 0,52-67-149 0 0,5-8 26 0 0,0 1 0 0 0,1 1 0 0 0,-15 30 0 0 0,15-34 73 0 0,10-13-53 0 0,0 0 0 0 0,0 0 0 0 0,0 0-1 0 0,0 0 1 0 0,0 0 0 0 0,1 0 0 0 0,-1 0 0 0 0,0 1-1 0 0,0-1 1 0 0,1 0 0 0 0,-2 3 0 0 0,2-4-12 0 0,12-3-4863 0 0,-10 2 4312 0 0,0-1 0 0 0,0 1 0 0 0,0 0 0 0 0,2-2 0 0 0,-28 14-5808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20.5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319 0 708 0 0,'-2'2'8617'0'0,"-1"6"-8146"0"0,-1 1-1 0 0,0-1 1 0 0,-1-1 0 0 0,1 1-1 0 0,-2-1 1 0 0,-9 12 0 0 0,-7 10-48 0 0,-18 22-110 0 0,-54 56 1 0 0,47-56-235 0 0,-25 21-141 0 0,101-90-3892 0 0,-23 15 2956 0 0,0 0 0 0 0,0-1 0 0 0,0 0 0 0 0,0 0 0 0 0,-1 0 0 0 0,7-7 1 0 0,-11 10 785 0 0,-11 7-1471 0 0,-57 42 830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22.74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 22 628 0 0,'0'0'5217'0'0,"-21"-15"-257"0"0,13 11-3804 0 0,4 1 44 0 0,2 13-986 0 0,4 240 692 0 0,-2-251-949 0 0,0 1 0 0 0,1-1 0 0 0,-1 0 1 0 0,0 1-1 0 0,0-1 0 0 0,1 1 0 0 0,-1-1 0 0 0,0 1 1 0 0,1-1-1 0 0,-1 1 0 0 0,0-1 0 0 0,1 1 1 0 0,-1-1-1 0 0,1 1 0 0 0,-1-1 0 0 0,1 1 1 0 0,-1-1-1 0 0,1 1 0 0 0,-1 0 0 0 0,1-1 0 0 0,-1 1 1 0 0,1 0-1 0 0,-1 0 0 0 0,1 0 0 0 0,0-1 1 0 0,-1 1-1 0 0,1 0 0 0 0,-1 0 0 0 0,1 0 1 0 0,0 0-1 0 0,-1 0 0 0 0,1 0 0 0 0,0 0 0 0 0,-1 0 1 0 0,1 0-1 0 0,0 0 0 0 0,-1 0 0 0 0,1 0 1 0 0,-1 1-1 0 0,1-1 0 0 0,-1 0 0 0 0,1 0 1 0 0,0 1-1 0 0,-1-1 0 0 0,1 0 0 0 0,-1 1 0 0 0,1-1 1 0 0,-1 1-1 0 0,1-1 0 0 0,-1 1 0 0 0,0-1 1 0 0,1 0-1 0 0,-1 1 0 0 0,1 0 0 0 0,-1-1 1 0 0,0 1-1 0 0,1-1 0 0 0,-1 1 0 0 0,0 0 0 0 0,1-30-1647 0 0,-1 7 1182 0 0,0 0 1 0 0,-1 0-1 0 0,-1 0 1 0 0,-6-25-1 0 0,7 41 538 0 0,-1-1 145 0 0,0-1-1 0 0,-1 1 0 0 0,1-1 0 0 0,-5-7 0 0 0,7 15-161 0 0,0 0-1 0 0,0 0 1 0 0,0 0-1 0 0,0 0 0 0 0,0 0 1 0 0,0 0-1 0 0,-1 0 1 0 0,1 0-1 0 0,0 0 0 0 0,0 0 1 0 0,0 0-1 0 0,0 0 1 0 0,0 0-1 0 0,0 0 0 0 0,0 0 1 0 0,0 0-1 0 0,0 0 1 0 0,0 0-1 0 0,0 1 1 0 0,0-1-1 0 0,0 0 0 0 0,0 0 1 0 0,0 0-1 0 0,0 0 1 0 0,0 0-1 0 0,0 0 0 0 0,0 0 1 0 0,0 0-1 0 0,0 0 1 0 0,0 0-1 0 0,0 0 0 0 0,0 0 1 0 0,0 0-1 0 0,0 0 1 0 0,-1 0-1 0 0,1 0 0 0 0,0 0 1 0 0,0 0-1 0 0,0 0 1 0 0,0 0-1 0 0,0 0 0 0 0,0 0 1 0 0,0 0-1 0 0,0 0 1 0 0,0 0-1 0 0,0 0 0 0 0,0 0 1 0 0,0 0-1 0 0,0 0 1 0 0,0 0-1 0 0,0 0 0 0 0,0 0 1 0 0,0 0-1 0 0,0 0 1 0 0,-1 0-1 0 0,1 0 0 0 0,0 0 1 0 0,0 0-1 0 0,0-1 1 0 0,0 1-1 0 0,0 10 227 0 0,2 11-142 0 0,3-12-106 0 0,-1 1 0 0 0,2-1 0 0 0,-1 0 0 0 0,2-1 0 0 0,-1 1 0 0 0,1-1 0 0 0,0 0 0 0 0,10 8 0 0 0,6 7 21 0 0,-4 0 19 0 0,-19-22 96 0 0,1-1-115 0 0,0 0-9 0 0,-1 0 3 0 0,16 7 345 0 0,-23-62-4020 0 0,6 56 3104 0 0,0-1 535 0 0,1 1-1 0 0,0-1 0 0 0,-1 1 1 0 0,1-1-1 0 0,0 1 0 0 0,-1-1 1 0 0,1 1-1 0 0,0-1 0 0 0,0 0 1 0 0,0 1-1 0 0,-1-1 0 0 0,1 1 1 0 0,0 0-1 0 0,0-1 0 0 0,0 1 1 0 0,0-1-1 0 0,0 1 0 0 0,0-1 1 0 0,0 1-1 0 0,0 0 0 0 0,1 20 925 0 0,-1-15-876 0 0,0 2 78 0 0,1 0-1 0 0,0 0 0 0 0,1 0 1 0 0,0 0-1 0 0,0 0 0 0 0,5 10 1 0 0,-23-23 3521 0 0,-8-4-3481 0 0,-29-13 0 0 0,37 15-103 0 0,14 6-28 0 0,-1 0 0 0 0,1 0 0 0 0,-1 0 0 0 0,1 0 1 0 0,0 0-1 0 0,0 0 0 0 0,-1-1 0 0 0,1 1 0 0 0,0-1 0 0 0,0 0 0 0 0,-2-2 0 0 0,9 23-1254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23.8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165 11 1912 0 0,'0'0'6539'0'0,"-2"-2"-6397"0"0,2 1-133 0 0,-1 0 0 0 0,1 1 0 0 0,-1-1 0 0 0,1 1 0 0 0,-1-1 0 0 0,1 1 0 0 0,-1-1 0 0 0,0 1 0 0 0,1-1 0 0 0,-1 1 0 0 0,0-1 0 0 0,1 1 0 0 0,-1 0 1 0 0,0 0-1 0 0,1-1 0 0 0,-1 1 0 0 0,0 0 0 0 0,0 0 0 0 0,1 0 0 0 0,-1 0 0 0 0,0 0 0 0 0,0-1 0 0 0,1 2 0 0 0,-1-1 0 0 0,-1 0 0 0 0,-19 12 216 0 0,17-8-221 0 0,-20 14 149 0 0,14-9-74 0 0,-2 0 1 0 0,1-1 0 0 0,-25 13-1 0 0,33-19-64 0 0,0 0-1 0 0,0 0 1 0 0,0 0-1 0 0,1 0 1 0 0,-1 0-1 0 0,1 1 1 0 0,0 0-1 0 0,-3 4 1 0 0,6-5 154 0 0,1 0 1 0 0,0 0-1 0 0,0 0 0 0 0,0-1 1 0 0,0 1-1 0 0,0 0 1 0 0,1-1-1 0 0,-1 1 0 0 0,5 1 1 0 0,31 17 21 0 0,-28-15-188 0 0,-1 2-1 0 0,1-1 0 0 0,-1 1 0 0 0,14 15 0 0 0,-13-12-4 0 0,1-1 0 0 0,22 15 0 0 0,-24-19 25 0 0,0 0 0 0 0,1-1 0 0 0,12 3 0 0 0,12 5 4 0 0,-25-5-30 0 0,16-1-33 0 0,-20-4 16 0 0,0 0 1 0 0,0 0-1 0 0,0-1 0 0 0,0 0 0 0 0,0 1 1 0 0,8-1-1 0 0,-12-1 33 0 0,4 1 416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07.2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297 325 1164 0 0,'4'-2'13963'0'0,"-88"-14"-13195"0"0,73 13-604 0 0,0 1-1 0 0,0-1 1 0 0,1-1-1 0 0,-1 0 1 0 0,1-1-1 0 0,0 0 0 0 0,0 0 1 0 0,1-1-1 0 0,-15-11 1 0 0,20 13-128 0 0,0 0 0 0 0,0 0 0 0 0,0-1 1 0 0,1 1-1 0 0,0-1 0 0 0,-5-8 1 0 0,7 10-41 0 0,-1 1 0 0 0,1-1 1 0 0,0 0-1 0 0,0 0 1 0 0,0 0-1 0 0,0 0 0 0 0,1 0 1 0 0,-1 0-1 0 0,1 0 0 0 0,0-1 1 0 0,0 1-1 0 0,0 0 1 0 0,0-5-1 0 0,2 5-29 0 0,-1 0-1 0 0,1 0 1 0 0,-1-1-1 0 0,1 1 1 0 0,0 1-1 0 0,0-1 1 0 0,0 0 0 0 0,1 0-1 0 0,-1 1 1 0 0,0-1-1 0 0,1 1 1 0 0,4-3 0 0 0,36-22-311 0 0,-27 22 343 0 0,-1 0-1 0 0,1 1 1 0 0,0 0 0 0 0,1 2 0 0 0,-1 0 0 0 0,19 0-1 0 0,-10 0-30 0 0,-20 1 15 0 0,4 0-22 0 0,0 1 1 0 0,0-1 0 0 0,0 1-1 0 0,17 3 1 0 0,-25-2 29 0 0,1 0 1 0 0,0 0 0 0 0,-1 0-1 0 0,1 0 1 0 0,-1 1-1 0 0,1-1 1 0 0,-1 0-1 0 0,1 1 1 0 0,-1-1-1 0 0,0 1 1 0 0,0-1-1 0 0,0 1 1 0 0,0 0 0 0 0,0 0-1 0 0,1 3 1 0 0,11 28 0 0 0,-12-29 18 0 0,1 1-1 0 0,-1 0 0 0 0,0-1 1 0 0,0 1-1 0 0,-1 0 0 0 0,1 0 1 0 0,-1 0-1 0 0,0 0 0 0 0,0 0 1 0 0,-1 0-1 0 0,1-1 0 0 0,-1 1 1 0 0,0 0-1 0 0,0 0 1 0 0,-1-1-1 0 0,0 1 0 0 0,1-1 1 0 0,-2 1-1 0 0,1-1 0 0 0,0 0 1 0 0,-1 1-1 0 0,0-1 0 0 0,0-1 1 0 0,0 1-1 0 0,0 0 0 0 0,-1-1 1 0 0,1 1-1 0 0,-5 2 1 0 0,1 0 17 0 0,0 1 1 0 0,0-2 0 0 0,0 1-1 0 0,-1-1 1 0 0,0 0 0 0 0,0 0 0 0 0,0-1-1 0 0,0 0 1 0 0,-1-1 0 0 0,0 0 0 0 0,-11 3-1 0 0,0-3 87 0 0,0-1 0 0 0,0 0 0 0 0,-33-2 0 0 0,48 0-92 0 0,-1-1 0 0 0,1 0-1 0 0,-1 0 1 0 0,1 0 0 0 0,-1-1 0 0 0,1 0 0 0 0,0 0 0 0 0,0 0 0 0 0,0 0-1 0 0,0-1 1 0 0,0 0 0 0 0,1 0 0 0 0,-1 0 0 0 0,1 0 0 0 0,0-1-1 0 0,0 0 1 0 0,0 0 0 0 0,-4-5 0 0 0,4 4-37 0 0,0-1 1 0 0,0 0-1 0 0,0 0 0 0 0,0 0 1 0 0,1 0-1 0 0,0-1 1 0 0,1 0-1 0 0,-1 1 0 0 0,1-1 1 0 0,1 0-1 0 0,-1 0 1 0 0,1 0-1 0 0,-1-13 0 0 0,3 17-15 0 0,-1 1 0 0 0,1-1 0 0 0,0 0 0 0 0,-1 1 0 0 0,1-1 0 0 0,0 1 0 0 0,1-1 0 0 0,-1 1 0 0 0,0-1 0 0 0,1 1 0 0 0,-1 0 0 0 0,1 0 0 0 0,0 0 0 0 0,0 0 0 0 0,-1 0 0 0 0,2 0-1 0 0,-1 0 1 0 0,0 1 0 0 0,0-1 0 0 0,4-1 0 0 0,7-5-53 0 0,0 1-1 0 0,20-8 0 0 0,-25 12 61 0 0,9-5-45 0 0,1 1-1 0 0,1 0 1 0 0,-1 2 0 0 0,1 0-1 0 0,0 1 1 0 0,0 1 0 0 0,27-1-1 0 0,-43 5 58 0 0,1 0 0 0 0,-1 0 0 0 0,0 0 0 0 0,0 0 0 0 0,0 0 1 0 0,1 1-1 0 0,-1 0 0 0 0,0-1 0 0 0,-1 1 0 0 0,1 0 0 0 0,0 0 0 0 0,-1 1 0 0 0,1-1 0 0 0,3 5 0 0 0,-2-3 11 0 0,-1-1 0 0 0,1 2-1 0 0,-1-1 1 0 0,0 0 0 0 0,-1 1 0 0 0,1-1-1 0 0,-1 1 1 0 0,1 0 0 0 0,0 5-1 0 0,-2-6 19 0 0,0 0 0 0 0,0 1-1 0 0,-1-1 1 0 0,0 1-1 0 0,0 0 1 0 0,0-1 0 0 0,0 1-1 0 0,-1-1 1 0 0,0 1-1 0 0,0-1 1 0 0,0 0 0 0 0,0 1-1 0 0,-1-1 1 0 0,0 0-1 0 0,0 0 1 0 0,-3 5-1 0 0,0-1-5 0 0,-1-1 0 0 0,0 1-1 0 0,0-1 1 0 0,-1-1-1 0 0,0 1 1 0 0,-15 9 0 0 0,16-11-4 0 0,-7 4 41 0 0,-1 1 0 0 0,-20 10 0 0 0,31-19-22 0 0,0 1 0 0 0,0-1 1 0 0,-1 0-1 0 0,1 0 0 0 0,0 0 0 0 0,0 0 0 0 0,-1 0 1 0 0,1-1-1 0 0,0 1 0 0 0,-1-1 0 0 0,1 0 0 0 0,0 0 0 0 0,-1 0 1 0 0,1 0-1 0 0,-1-1 0 0 0,1 1 0 0 0,0-1 0 0 0,-5-2 1 0 0,5 1-4 0 0,-1 0 0 0 0,1-1 1 0 0,0 1-1 0 0,0-1 0 0 0,0 0 1 0 0,0 0-1 0 0,1 0 0 0 0,-1 0 1 0 0,1-1-1 0 0,-3-5 0 0 0,0 2-14 0 0,1-1 0 0 0,1 0 0 0 0,-5-16-1 0 0,5 13-47 0 0,1-1-1 0 0,0 1 1 0 0,0-1-1 0 0,2 1 0 0 0,0-24 1 0 0,1 33 13 0 0,-1-1 0 0 0,1 1 0 0 0,0-1 0 0 0,0 1-1 0 0,0-1 1 0 0,0 1 0 0 0,1 0 0 0 0,-1-1 0 0 0,1 1 0 0 0,-1 0 0 0 0,1 0 0 0 0,0 0 0 0 0,-1 0 0 0 0,1 0 0 0 0,0 1-1 0 0,0-1 1 0 0,1 0 0 0 0,-1 1 0 0 0,0 0 0 0 0,0-1 0 0 0,1 1 0 0 0,-1 0 0 0 0,1 0 0 0 0,3 0 0 0 0,2-2-36 0 0,1 0 0 0 0,0 1 0 0 0,0 1 0 0 0,0-1 0 0 0,16 1 0 0 0,-20 1 36 0 0,0 0 0 0 0,-1 0-1 0 0,1 1 1 0 0,0 0 0 0 0,0 0 0 0 0,0 0 0 0 0,-1 1-1 0 0,1-1 1 0 0,0 1 0 0 0,-1 0 0 0 0,6 3-1 0 0,-8-3 26 0 0,1 0-1 0 0,0 1 0 0 0,0-1 1 0 0,-1 0-1 0 0,0 1 0 0 0,1 0 1 0 0,-1-1-1 0 0,0 1 0 0 0,0 0 1 0 0,-1 0-1 0 0,1 0 0 0 0,0 0 1 0 0,-1 1-1 0 0,0-1 0 0 0,0 0 1 0 0,1 7-1 0 0,0-5 22 0 0,-2 1-1 0 0,1-1 0 0 0,0 1 1 0 0,-1-1-1 0 0,0 1 1 0 0,-1-1-1 0 0,1 1 1 0 0,-1-1-1 0 0,-3 10 0 0 0,4-13-20 0 0,-1 0 0 0 0,0 0 0 0 0,0 0 0 0 0,0 0 0 0 0,0 0 0 0 0,0 0 0 0 0,0-1 0 0 0,-1 1 0 0 0,1-1 0 0 0,-1 1 0 0 0,1-1 0 0 0,-1 1 0 0 0,0-1 0 0 0,1 0 0 0 0,-1 0 0 0 0,0 1 0 0 0,0-1-1 0 0,0-1 1 0 0,0 1 0 0 0,0 0 0 0 0,0 0 0 0 0,0-1 0 0 0,0 1 0 0 0,0-1 0 0 0,0 0 0 0 0,0 1 0 0 0,0-1 0 0 0,-4 0 0 0 0,4 0-2 0 0,-1 0 1 0 0,0 0-1 0 0,0 0 0 0 0,0 0 1 0 0,0-1-1 0 0,0 1 0 0 0,0-1 1 0 0,0 1-1 0 0,1-1 1 0 0,-1 0-1 0 0,0 0 0 0 0,0 0 1 0 0,1-1-1 0 0,-1 1 0 0 0,1-1 1 0 0,-1 1-1 0 0,1-1 1 0 0,0 0-1 0 0,0 0 0 0 0,-1 0 1 0 0,1 0-1 0 0,1 0 0 0 0,-1-1 1 0 0,0 1-1 0 0,0-1 1 0 0,1 1-1 0 0,0-1 0 0 0,-1 1 1 0 0,1-1-1 0 0,0 0 0 0 0,0 0 1 0 0,0 1-1 0 0,1-1 1 0 0,-1 0-1 0 0,1 0 0 0 0,-1 0 1 0 0,1 0-1 0 0,0-3 0 0 0,1 6-46 0 0,0-1 0 0 0,-1 0 0 0 0,1 0 0 0 0,0 1 0 0 0,0-1-1 0 0,0 0 1 0 0,-1 1 0 0 0,1-1 0 0 0,0 1 0 0 0,0 0 0 0 0,0-1-1 0 0,0 1 1 0 0,0-1 0 0 0,0 1 0 0 0,0 0 0 0 0,0 0-1 0 0,0 0 1 0 0,0 0 0 0 0,0-1 0 0 0,2 2 0 0 0,24-3 25 0 0,-16 1 17 0 0,8 2-201 0 0,-18-1 227 0 0,-1 0 0 0 0,1 0 0 0 0,0 1 1 0 0,-1-1-1 0 0,1 0 0 0 0,-1 1 0 0 0,0-1 1 0 0,1 0-1 0 0,-1 1 0 0 0,1-1 0 0 0,-1 1 1 0 0,0-1-1 0 0,1 1 0 0 0,-1-1 0 0 0,0 1 1 0 0,1-1-1 0 0,-1 1 0 0 0,0-1 1 0 0,0 1-1 0 0,1-1 0 0 0,-1 1 0 0 0,0-1 1 0 0,0 1-1 0 0,0 0 0 0 0,0-1 0 0 0,0 1 1 0 0,0-1-1 0 0,0 1 0 0 0,0 1 0 0 0,-1-1-15 0 0,1-1-1 0 0,-1 1 0 0 0,0 0 1 0 0,0 0-1 0 0,0 0 0 0 0,0-1 0 0 0,0 1 1 0 0,0 0-1 0 0,0-1 0 0 0,0 1 0 0 0,0-1 1 0 0,0 1-1 0 0,0-1 0 0 0,0 0 1 0 0,0 1-1 0 0,-2-1 0 0 0,-20 6-168 0 0,22-6 161 0 0,-4 0-15 0 0,-1 1-1 0 0,0-1 1 0 0,1 1 0 0 0,-1-2 0 0 0,-10 0-1 0 0,16 0-4 0 0,-1 1 0 0 0,1 0-1 0 0,0 0 1 0 0,-1-1 0 0 0,1 1 0 0 0,0 0-1 0 0,0-1 1 0 0,-1 1 0 0 0,1 0-1 0 0,0-1 1 0 0,0 1 0 0 0,-1 0-1 0 0,1-1 1 0 0,0 1 0 0 0,0-1-1 0 0,0 1 1 0 0,0 0 0 0 0,0-1 0 0 0,0 1-1 0 0,-1-1 1 0 0,1 1 0 0 0,0-1-1 0 0,0 1 1 0 0,0 0 0 0 0,0-1-1 0 0,1 1 1 0 0,-1-1 0 0 0,0 1-1 0 0,0-1 1 0 0,0 1 0 0 0,0 0 0 0 0,0-1-1 0 0,0 1 1 0 0,1-1 0 0 0,-1 1-1 0 0,0-1 1 0 0,9-12-921 0 0,-5 11 905 0 0,0-1 0 0 0,-1 0 1 0 0,1 0-1 0 0,-1 0 0 0 0,0 0 1 0 0,0 0-1 0 0,0-1 0 0 0,-1 1 1 0 0,1-1-1 0 0,3-8 0 0 0,-5 10 55 0 0,0-1-1 0 0,-1 1 1 0 0,1-1-1 0 0,-1 1 1 0 0,0-1 0 0 0,0 1-1 0 0,0-1 1 0 0,0 1-1 0 0,0-1 1 0 0,0 1-1 0 0,-1-1 1 0 0,0 1-1 0 0,1-1 1 0 0,-1 1 0 0 0,0-1-1 0 0,0 1 1 0 0,0 0-1 0 0,0 0 1 0 0,-1-1-1 0 0,-2-3 1 0 0,-19-28 109 0 0,22 33-141 0 0,4-7-651 0 0,-2 7 636 0 0,-1 0-1 0 0,0 0 0 0 0,0 0 1 0 0,1 1-1 0 0,-1-1 1 0 0,0 0-1 0 0,1 0 0 0 0,-1 1 1 0 0,1-1-1 0 0,-1 0 0 0 0,1 1 1 0 0,-1-1-1 0 0,1 0 1 0 0,0 1-1 0 0,-1-1 0 0 0,1 1 1 0 0,1-2-1 0 0,4-1 18 0 0,0 0 0 0 0,1 1 0 0 0,-1-1 0 0 0,1 1 0 0 0,-1 1 0 0 0,1-1 0 0 0,0 1 0 0 0,0 0-1 0 0,0 1 1 0 0,0-1 0 0 0,-1 2 0 0 0,1-1 0 0 0,0 1 0 0 0,0 0 0 0 0,0 0 0 0 0,-1 0 0 0 0,1 1 0 0 0,8 3 0 0 0,-13-3 23 0 0,0-1-1 0 0,0 0 1 0 0,0 1 0 0 0,0 0 0 0 0,0-1-1 0 0,-1 1 1 0 0,1 0 0 0 0,0 0 0 0 0,-1 0 0 0 0,0 0-1 0 0,1 0 1 0 0,-1 0 0 0 0,0 1 0 0 0,0-1-1 0 0,0 0 1 0 0,0 1 0 0 0,0-1 0 0 0,-1 1 0 0 0,1-1-1 0 0,-1 0 1 0 0,1 1 0 0 0,-1-1 0 0 0,0 1-1 0 0,0 0 1 0 0,-1 3 0 0 0,1-1 17 0 0,0 1-1 0 0,-1 0 1 0 0,0 0-1 0 0,0-1 1 0 0,-1 1 0 0 0,1-1-1 0 0,-1 1 1 0 0,0-1 0 0 0,-1 0-1 0 0,-4 8 1 0 0,2-6 30 0 0,-1-1 1 0 0,1 0-1 0 0,-1 0 1 0 0,-1 0 0 0 0,1-1-1 0 0,-1 0 1 0 0,0 0-1 0 0,0 0 1 0 0,0-1-1 0 0,-1 0 1 0 0,0-1-1 0 0,0 0 1 0 0,0 0-1 0 0,0 0 1 0 0,0-1 0 0 0,0 0-1 0 0,0-1 1 0 0,-1 0-1 0 0,1 0 1 0 0,-1-1-1 0 0,1 0 1 0 0,-1-1-1 0 0,1 1 1 0 0,0-2-1 0 0,-16-3 1 0 0,16 3-40 0 0,1-1 0 0 0,-1 1 0 0 0,1-1 1 0 0,0-1-1 0 0,0 0 0 0 0,0 0 0 0 0,0 0 0 0 0,1-1 0 0 0,0 1 0 0 0,0-2 1 0 0,0 1-1 0 0,0-1 0 0 0,-6-8 0 0 0,11 12-43 0 0,1 0 0 0 0,-1 0 0 0 0,0 0 1 0 0,1 0-1 0 0,0 0 0 0 0,-1 0 0 0 0,1 0 0 0 0,0-1 0 0 0,0 1 0 0 0,0 0 1 0 0,0 0-1 0 0,1 0 0 0 0,-1 0 0 0 0,1 0 0 0 0,-1 0 0 0 0,1 0 0 0 0,0 0 1 0 0,-1 0-1 0 0,1 0 0 0 0,0 0 0 0 0,0 0 0 0 0,0 0 0 0 0,1 1 1 0 0,-1-1-1 0 0,0 0 0 0 0,1 1 0 0 0,-1-1 0 0 0,1 1 0 0 0,2-2 0 0 0,-1 0-78 0 0,1-1 0 0 0,0 1-1 0 0,0 0 1 0 0,0 1 0 0 0,0-1-1 0 0,0 1 1 0 0,0 0 0 0 0,1 0-1 0 0,-1 0 1 0 0,1 0 0 0 0,7-1-1 0 0,35 3-7573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10.1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92 160 1088 0 0,'0'0'5735'0'0,"0"-3"-5189"0"0,1 0-308 0 0,-1 0 1 0 0,0 0-1 0 0,0 0 0 0 0,0 0 0 0 0,-1 0 0 0 0,1 0 0 0 0,-1 0 0 0 0,0 0 0 0 0,-1-4 0 0 0,0-14 430 0 0,3 19-514 0 0,-1 1-1 0 0,0-1 1 0 0,0 1-1 0 0,0-1 1 0 0,0 1-1 0 0,0-1 1 0 0,0 0-1 0 0,-1 1 1 0 0,1-1-1 0 0,0 1 1 0 0,-1-1 0 0 0,1 1-1 0 0,-1-1 1 0 0,0 1-1 0 0,-1-3 1 0 0,2 5-86 0 0,-1-1 1 0 0,0 0-1 0 0,0 1 1 0 0,1-1 0 0 0,-1 1-1 0 0,0-1 1 0 0,0 1-1 0 0,1-1 1 0 0,-1 1-1 0 0,0-1 1 0 0,1 1 0 0 0,-1 0-1 0 0,1-1 1 0 0,-1 1-1 0 0,1 0 1 0 0,-1-1 0 0 0,1 1-1 0 0,0 0 1 0 0,-1 0-1 0 0,1 0 1 0 0,-1 0 0 0 0,-12 26-179 0 0,11-23 243 0 0,-19 47-88 0 0,16-36-57 0 0,-1 0 1 0 0,-9 18-1 0 0,15-33 18 0 0,0 0 0 0 0,0-1 0 0 0,0 1 0 0 0,0 0 0 0 0,0 0 0 0 0,0 0 0 0 0,0 0 0 0 0,0 0-1 0 0,0 0 1 0 0,0 0 0 0 0,0 0 0 0 0,0 0 0 0 0,0 0 0 0 0,0 0 0 0 0,0 0 0 0 0,0-1 0 0 0,0 1 0 0 0,0 0-1 0 0,-1 0 1 0 0,1 0 0 0 0,0 0 0 0 0,0 0 0 0 0,0 0 0 0 0,0 0 0 0 0,0 0 0 0 0,0 0 0 0 0,0 0-1 0 0,0 0 1 0 0,0 0 0 0 0,0 0 0 0 0,0 0 0 0 0,0 0 0 0 0,0 0 0 0 0,0 0 0 0 0,0 0 0 0 0,0 0 0 0 0,-1-1-1 0 0,1 1 1 0 0,0 0 0 0 0,0 0 0 0 0,0 0 0 0 0,0 0 0 0 0,0 0 0 0 0,0 0 0 0 0,0 0 0 0 0,0 0 0 0 0,0 0-1 0 0,0 0 1 0 0,0 0 0 0 0,0 1 0 0 0,-1-1 0 0 0,1 0 0 0 0,0 0 0 0 0,0 0 0 0 0,0 0 0 0 0,0 0 0 0 0,0 0-1 0 0,0 0 1 0 0,0 0 0 0 0,0 0 0 0 0,-1-13-131 0 0,4-17-206 0 0,66-135-340 0 0,-69 184 671 0 0,1-8 89 0 0,0 0 0 0 0,-1 0 0 0 0,-1 0 0 0 0,1-1 0 0 0,-5 18 0 0 0,-2-5 6 0 0,3-11-128 0 0,0 0 1 0 0,-11 20 0 0 0,18-40 58 0 0,0 0 0 0 0,0-1 0 0 0,-1 1 0 0 0,0-1 0 0 0,0-11 0 0 0,5-56-51 0 0,-6 61 7 0 0,1-31-111 0 0,-3 42 95 0 0,-2 4 6 0 0,-5 23 1 0 0,-7 22-18 0 0,-18 66-143 0 0,29-81 384 0 0,7-49-333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31.9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4 1532 0 0,'0'0'7996'0'0,"-9"-4"-3925"0"0,82 17-4017 0 0,1-13 73 0 0,-50-1-184 0 0,-1 0 0 0 0,0 2 0 0 0,33 5 1 0 0,-40-1 16 0 0,0 1 1 0 0,0 1 0 0 0,0 0 0 0 0,-1 1 0 0 0,0 1 0 0 0,24 17 0 0 0,-31-20 16 0 0,20 15 11 0 0,29 29 1 0 0,-16-14-25 0 0,-49-33-115 0 0,0 0 0 0 0,0-1 0 0 0,0 1-1 0 0,-11 0 1 0 0,12-2 28 0 0,-3 1-72 0 0,8-2 128 0 0,1 0 1 0 0,-1 0 0 0 0,0 0 0 0 0,1 1 0 0 0,-1-1-1 0 0,0 0 1 0 0,1 1 0 0 0,-1 0 0 0 0,1-1 0 0 0,-1 1-1 0 0,1 0 1 0 0,-1 0 0 0 0,1 0 0 0 0,-3 1 0 0 0,-40 32-57 0 0,34-27 217 0 0,-40 32 72 0 0,46-35-177 0 0,0 0 0 0 0,0 0 0 0 0,0 1 0 0 0,0-1 0 0 0,1 1 0 0 0,-1 0 0 0 0,1 0 0 0 0,-3 7 0 0 0,5-10 45 0 0,0 0 0 0 0,0 0 0 0 0,-1 0 0 0 0,1 0 0 0 0,-1 0 0 0 0,1 0 0 0 0,-1-1 0 0 0,0 1 0 0 0,0 0 0 0 0,-3 1 0 0 0,4-2-42 0 0,1-1-13 0 0,0-1 0 0 0,0 1 0 0 0,0-1-1 0 0,0 1 1 0 0,-1-1 0 0 0,1 1 0 0 0,0 0 0 0 0,0-1 0 0 0,0 1 0 0 0,-1-1 0 0 0,1 1 0 0 0,0 0 0 0 0,0-1 0 0 0,-1 1 0 0 0,1-1 0 0 0,0 1 0 0 0,-1 0 0 0 0,1 0 0 0 0,-1-1 0 0 0,1 1 0 0 0,0 0-1 0 0,-1 0 1 0 0,1-1 0 0 0,-1 1 0 0 0,1 0 0 0 0,-1 0 0 0 0,1 0 0 0 0,0 0 0 0 0,-1-1 0 0 0,1 1 0 0 0,-1 0 0 0 0,1 0 0 0 0,-1 0 0 0 0,1 0 0 0 0,-1 0 0 0 0,1 0 0 0 0,-1 0 0 0 0,1 1 0 0 0,-1-1-1 0 0,1 0 1 0 0,-1 0 0 0 0,1 0 0 0 0,0 0 0 0 0,-1 1 0 0 0,1-1 0 0 0,-1 0 0 0 0,1 0 0 0 0,0 1 0 0 0,-1-1 0 0 0,1 0 0 0 0,-1 1 0 0 0,1-1 0 0 0,0 0 0 0 0,-1 1 0 0 0,-1 1-16 0 0,-6 5-247 0 0,8-7 285 0 0,0 0 0 0 0,0 0-1 0 0,0 0 1 0 0,0 0-1 0 0,0 0 1 0 0,0 0 0 0 0,0 1-1 0 0,0-1 1 0 0,0 0 0 0 0,0 0-1 0 0,0 0 1 0 0,0 0-1 0 0,0 0 1 0 0,0 0 0 0 0,0 1-1 0 0,0-1 1 0 0,0 0-1 0 0,0 0 1 0 0,0 0 0 0 0,0 0-1 0 0,0 0 1 0 0,0 1-1 0 0,0-1 1 0 0,0 0 0 0 0,0 0-1 0 0,0 0 1 0 0,0 0-1 0 0,0 0 1 0 0,1 0 0 0 0,-1 0-1 0 0,0 1 1 0 0,0-1 0 0 0,0 0-1 0 0,0 0 1 0 0,0 0-1 0 0,0 0 1 0 0,0 0 0 0 0,0 0-1 0 0,1 0 1 0 0,-1 0-1 0 0,0 0 1 0 0,0 0 0 0 0,0 0-1 0 0,0 0 1 0 0,0 0-1 0 0,1 0 1 0 0,-1 1 0 0 0,0-1-1 0 0,0 0 1 0 0,0 0-1 0 0,0 0 1 0 0,0 0 0 0 0,0-1-1 0 0,1 1 1 0 0,-1 0 0 0 0,0 0-1 0 0,0 0 1 0 0,0 0-1 0 0,0 0 1 0 0,2 0 529 0 0,-4 2-791 0 0,1 1 182 0 0,0-1 0 0 0,0 1 0 0 0,0 0 0 0 0,0-1 0 0 0,0 1 0 0 0,1 0 0 0 0,-1 3 1 0 0,1-6 115 0 0,-17 1 1390 0 0,8-2-4818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33.0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8 404 0 0,'-15'-7'11486'0'0,"16"7"-11474"0"0,0 0 0 0 0,-1 1 0 0 0,1-1 0 0 0,0 1 0 0 0,0-1 0 0 0,-1 1 0 0 0,1-1 0 0 0,-1 1 0 0 0,1-1 0 0 0,0 1 0 0 0,-1-1 0 0 0,1 1 0 0 0,-1 0 0 0 0,1-1 0 0 0,-1 1 0 0 0,1 0 0 0 0,-1-1 0 0 0,0 1 0 0 0,1 0 0 0 0,-1 0-1 0 0,0 0 1 0 0,0-1 0 0 0,0 1 0 0 0,1 0 0 0 0,-1 0 0 0 0,0 0 0 0 0,0-1 0 0 0,0 1 0 0 0,0 2 0 0 0,0 32 179 0 0,0-27-142 0 0,-1 5-21 0 0,-1 0-1 0 0,0 0 1 0 0,0 0-1 0 0,-2-1 1 0 0,-5 15-1 0 0,5-14-122 0 0,0 0 1 0 0,1-1-1 0 0,0 1 0 0 0,1 0 0 0 0,-1 17 1 0 0,3-21 308 0 0,-1-8-257 0 0,1-1 0 0 0,0 1 0 0 0,0 0 1 0 0,0 0-1 0 0,0-1 0 0 0,0 1 0 0 0,0 0 0 0 0,0 0 0 0 0,0-1 1 0 0,0 1-1 0 0,1 0 0 0 0,-1 0 0 0 0,0-1 0 0 0,0 1 0 0 0,1 0 0 0 0,-1-1 1 0 0,1 2-1 0 0,16-7-2185 0 0,-13 3 1579 0 0,-1 0 1 0 0,0 0-1 0 0,0-1 1 0 0,1 1-1 0 0,-2-1 1 0 0,5-4-1 0 0,3-3-3339 0 0,-9 8 3403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33.5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0 380 0 0,'-5'12'14184'0'0,"4"-7"-15199"0"0,2 18 1043 0 0,2-1 0 0 0,0 0 0 0 0,1 0 0 0 0,9 24 0 0 0,2 14 16 0 0,-6-36-3962 0 0,-3-39-873 0 0,-6 36-233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34.1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16 2408 0 0,'0'0'6760'0'0,"-3"-1"-6589"0"0,24-1 421 0 0,0 1 1 0 0,-1 1-1 0 0,34 4 0 0 0,-42-2-556 0 0,1-1 0 0 0,0-1 0 0 0,15 0 0 0 0,-1-1 1007 0 0,-27 0-1167 0 0,-1 0 1 0 0,1 0-1 0 0,0 0 0 0 0,0 0 1 0 0,0-1-1 0 0,-1 1 0 0 0,1 0 0 0 0,0 0 1 0 0,-1 0-1 0 0,1 0 0 0 0,-1 0 1 0 0,0 1-1 0 0,1-1 0 0 0,-1 0 0 0 0,0-1 1 0 0,0 1-140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34.6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158 6 424 0 0,'0'0'4987'0'0,"6"-1"-4507"0"0,3-1-279 0 0,3 0 4505 0 0,-35 16-4613 0 0,-40 31 0 0 0,44-31-144 0 0,6-4-120 0 0,6-6-55 0 0,0 1 1 0 0,1-1-1 0 0,0 1 1 0 0,0 1 0 0 0,0-1-1 0 0,0 1 1 0 0,1 0-1 0 0,0 0 1 0 0,-8 14-1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35.0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5 892 0 0,'0'0'4844'0'0,"6"-1"-4667"0"0,19-2 123 0 0,-25 3-262 0 0,0 0-1 0 0,0 0 1 0 0,0 0-1 0 0,0 1 0 0 0,0-1 1 0 0,1 0-1 0 0,-1 0 1 0 0,0 1-1 0 0,0-1 1 0 0,0 0-1 0 0,0 0 1 0 0,0 1-1 0 0,0-1 0 0 0,0 0 1 0 0,0 1-1 0 0,0-1 1 0 0,0 0-1 0 0,0 0 1 0 0,0 1-1 0 0,0-1 1 0 0,0 0-1 0 0,0 0 0 0 0,-1 1 1 0 0,1-1-1 0 0,0 0 1 0 0,0 0-1 0 0,0 1 1 0 0,0-1-1 0 0,0 0 1 0 0,-1 0-1 0 0,1 0 0 0 0,0 1 1 0 0,0-1-1 0 0,0 0 1 0 0,-1 0-1 0 0,1 0 1 0 0,0 0-1 0 0,0 0 1 0 0,0 1-1 0 0,-1-1 0 0 0,1 0 1 0 0,0 0-1 0 0,-11 12 427 0 0,-109 76 798 0 0,31-26-1357 0 0,82-56 44 0 0,-4 1-75 0 0,0 1-1 0 0,1 1 1 0 0,1-1 0 0 0,-1 1 0 0 0,1 1-1 0 0,1 0 1 0 0,-10 13 0 0 0,18-22-96 0 0,0 0 0 0 0,-1-1 0 0 0,1 1 0 0 0,0-1 0 0 0,0 1 0 0 0,0 0 0 0 0,-1-1 0 0 0,1 1 0 0 0,0-1 0 0 0,0 1 0 0 0,0 0 0 0 0,0-1 0 0 0,0 1 0 0 0,0 0 1 0 0,0-1-1 0 0,1 1 0 0 0,-1 0 0 0 0,0-1 0 0 0,0 1 0 0 0,0-1 0 0 0,1 1 0 0 0,-1-1 0 0 0,0 1 0 0 0,0 0 0 0 0,1-1 0 0 0,-1 1 0 0 0,1 0 0 0 0,7-1-1952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35.4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338 0 1100 0 0,'0'0'5645'0'0,"-20"17"-5375"0"0,-124 100 196 0 0,99-84-584 0 0,-26 23 22 0 0,63-49-103 0 0,0 1-1 0 0,1 0 1 0 0,0 0 0 0 0,0 0 0 0 0,1 1 0 0 0,-6 10 0 0 0,9-8-1862 0 0,3-5 421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35.6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263 1 680 0 0,'0'0'5757'0'0,"-19"13"-5396"0"0,-3 2-291 0 0,-97 73 121 0 0,97-70-256 0 0,-28 24-83 0 0,47-38 76 0 0,0-1-1 0 0,0 1 0 0 0,0 0 0 0 0,0-1 1 0 0,1 1-1 0 0,-1 0 0 0 0,1 1 0 0 0,0-1 0 0 0,0 0 1 0 0,-2 9-1 0 0,4 4-4352 0 0,0-13 3412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35.9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0 1000 0 0,'0'0'6240'0'0,"-2"2"-5930"0"0,0-1-225 0 0,-11 6 361 0 0,5-1 1003 0 0,5 1-3594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3:58.2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369 89 328 0 0,'10'-1'13123'0'0,"-11"-2"-12926"0"0,-51-30 1881 0 0,42 27-2006 0 0,0 1 1 0 0,0 0-1 0 0,0 1 0 0 0,-1-1 1 0 0,-21-4-1 0 0,8 1 97 0 0,20 6-171 0 0,0 0 0 0 0,0 1 0 0 0,0 0 0 0 0,0 0 0 0 0,-1 0 0 0 0,1 0 0 0 0,-7 0 1 0 0,-100 1 406 0 0,110 0-413 0 0,1 1 1 0 0,-1-1-1 0 0,0 0 1 0 0,1 1-1 0 0,-1-1 1 0 0,1 1-1 0 0,-1-1 1 0 0,1 1-1 0 0,0-1 1 0 0,-1 1 0 0 0,1-1-1 0 0,-1 1 1 0 0,1-1-1 0 0,0 1 1 0 0,-1 0-1 0 0,1-1 1 0 0,0 1-1 0 0,0 0 1 0 0,-1-1-1 0 0,1 1 1 0 0,0 0-1 0 0,0-1 1 0 0,0 1-1 0 0,0 1 1 0 0,-4 26 55 0 0,2-10 1 0 0,-38 102-203 0 0,38-108 111 0 0,0 1 0 0 0,1 0-1 0 0,0 20 1 0 0,1-32 51 0 0,0-1-5 0 0,-1 0 0 0 0,1 0 0 0 0,0 0 1 0 0,-1 1-1 0 0,1-1 0 0 0,-1 0 0 0 0,1 1 0 0 0,0-1 0 0 0,-1 0 0 0 0,1 0 0 0 0,0 1 0 0 0,-1-1 0 0 0,1 1 0 0 0,0-1 0 0 0,0 0 1 0 0,-1 1-1 0 0,1-1 0 0 0,0 0 0 0 0,0 1 0 0 0,0-1 0 0 0,0 1 0 0 0,-1-1 0 0 0,1 1 0 0 0,0-1 0 0 0,0 1 0 0 0,0-1 1 0 0,0 1-1 0 0,0-1 0 0 0,0 0 0 0 0,0 1 0 0 0,0-1 0 0 0,0 1 0 0 0,0-1 0 0 0,1 1 0 0 0,-1 0 0 0 0,6 14-519 0 0,-5-13 512 0 0,0-1-1 0 0,0 1 0 0 0,1-1 0 0 0,-1 0 0 0 0,0 1 0 0 0,1-1 0 0 0,-1 0 0 0 0,1 0 1 0 0,0 0-1 0 0,-1 0 0 0 0,1 0 0 0 0,0-1 0 0 0,-1 1 0 0 0,1 0 0 0 0,0-1 0 0 0,0 1 1 0 0,0-1-1 0 0,-1 0 0 0 0,1 1 0 0 0,0-1 0 0 0,3 0 0 0 0,-4 0 9 0 0,38 11 90 0 0,-16-7-121 0 0,-1 2 0 0 0,0 0 1 0 0,32 15-1 0 0,-53-21-40 0 0,-1 0 1 0 0,1 1-1 0 0,-1-1 1 0 0,1 0 0 0 0,-1 0-1 0 0,1 1 1 0 0,-1-1-1 0 0,1 0 1 0 0,-1 0-1 0 0,1 0 1 0 0,-1 0 0 0 0,1 0-1 0 0,0 1 1 0 0,-1-1-1 0 0,1 0 1 0 0,-1 0-1 0 0,1-1 1 0 0,-1 1 0 0 0,1 0-1 0 0,-1 0 1 0 0,1 0-1 0 0,-1 0 1 0 0,1 0-1 0 0,0-1 1 0 0,1-13-2531 0 0,-2 6 2776 0 0,-2-4-2587 0 0,4 48-6894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3:59.2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166 30 2716 0 0,'0'0'8837'0'0,"0"-2"-8760"0"0,-1-5-68 0 0,0 5-30 0 0,-14 22-44 0 0,-59 42 203 0 0,25-23-377 0 0,83-55-3255 0 0,0-9 1987 0 0,-13 9 1312 0 0,0 0 1 0 0,-2-1 0 0 0,22-24 0 0 0,-33 32 1886 0 0,-25 27-986 0 0,-62 49-617 0 0,-18 15-9 0 0,96-81-83 0 0,1 0-1 0 0,-1-1 0 0 0,0 1 1 0 0,0 0-1 0 0,0-1 0 0 0,1 1 0 0 0,-1 0 1 0 0,0 0-1 0 0,1 0 0 0 0,-1 0 0 0 0,1-1 1 0 0,-1 1-1 0 0,1 0 0 0 0,-1 0 1 0 0,1 0-1 0 0,-1 2 0 0 0,2-3-12 0 0,-1 0-1 0 0,1 0 1 0 0,-1 1-1 0 0,0-1 1 0 0,1 0-1 0 0,-1 0 1 0 0,0 0-1 0 0,1 1 1 0 0,-1-1 0 0 0,1 0-1 0 0,-1 0 1 0 0,1 0-1 0 0,-1 0 1 0 0,0 0-1 0 0,1 0 1 0 0,-1 0-1 0 0,1 0 1 0 0,-1 0-1 0 0,1 0 1 0 0,-1 0 0 0 0,0 0-1 0 0,1-1 1 0 0,-1 1-1 0 0,1 0 1 0 0,0 0-1 0 0,36-14-1207 0 0,89-60-2528 0 0,-36 23 8881 0 0,-94 71-4524 0 0,-14 1-344 0 0,-2 0 0 0 0,-36 29 0 0 0,47-42-240 0 0,8-8-36 0 0,1 0-1 0 0,0 0 1 0 0,-1 0 0 0 0,1 1-1 0 0,0-1 1 0 0,-1 0 0 0 0,1 0-1 0 0,0 1 1 0 0,-1-1 0 0 0,1 0-1 0 0,0 0 1 0 0,0 1 0 0 0,-1-1-1 0 0,1 0 1 0 0,0 1 0 0 0,0-1-1 0 0,0 1 1 0 0,0-1 0 0 0,-1 0-1 0 0,1 1 1 0 0,0-1 0 0 0,0 1-1 0 0,0-1 1 0 0,0 0-1 0 0,0 1 1 0 0,0-1 0 0 0,0 1-1 0 0,0-1 1 0 0,0 0 0 0 0,0 1-1 0 0,0-1 1 0 0,0 1 0 0 0,0-1-1 0 0,0 0 1 0 0,1 1 0 0 0,12 7-66 0 0,-13-8 82 0 0,1 1 0 0 0,0-1 0 0 0,0 0 0 0 0,0 1 0 0 0,0-1 0 0 0,0 1 0 0 0,0-1 1 0 0,-1 1-1 0 0,1-1 0 0 0,0 1 0 0 0,0-1 0 0 0,-1 1 0 0 0,1 0 0 0 0,0-1 1 0 0,-1 1-1 0 0,1 0 0 0 0,-1-1 0 0 0,1 1 0 0 0,-1 0 0 0 0,1 0 0 0 0,0 1 0 0 0,-2 1 126 0 0,1 0 0 0 0,-1 0 0 0 0,0 0 0 0 0,1 0-1 0 0,-1-1 1 0 0,0 1 0 0 0,-1 0 0 0 0,1-1-1 0 0,0 1 1 0 0,-1-1 0 0 0,0 1 0 0 0,-2 3 0 0 0,-11 20 529 0 0,14-26-667 0 0,1 1 1 0 0,0-1-1 0 0,0 0 1 0 0,0 0-1 0 0,0 0 1 0 0,0 1-1 0 0,0-1 1 0 0,0 0-1 0 0,0 0 1 0 0,0 1-1 0 0,0-1 1 0 0,0 0-1 0 0,0 0 1 0 0,0 0-1 0 0,0 1 1 0 0,0-1-1 0 0,0 0 1 0 0,0 0-1 0 0,0 1 1 0 0,0-1 0 0 0,0 0-1 0 0,0 0 1 0 0,0 0-1 0 0,0 1 1 0 0,0-1-1 0 0,1 0 1 0 0,-1 0-1 0 0,0 0 1 0 0,0 0-1 0 0,0 1 1 0 0,0-1-1 0 0,0 0 1 0 0,1 0-1 0 0,-1 0 1 0 0,0 0-1 0 0,0 0 1 0 0,0 1-1 0 0,1-1 1 0 0,10-1-925 0 0,9-9-1829 0 0,-11 4 164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0:11.9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124 92 676 0 0,'0'0'6614'0'0,"-3"-1"-6249"0"0,-6-2 137 0 0,0 0 1 0 0,1 0-1 0 0,-15-9 1 0 0,2 4-119 0 0,14 5-412 0 0,22-1 67 0 0,31-3-51 0 0,0 3-1 0 0,68 2 1 0 0,-92 2 46 0 0,33-2-53 0 0,-44 1-48 0 0,1 0 1 0 0,-1-1 0 0 0,11-3-1 0 0,11-1-295 0 0,-8-2 266 0 0,-24 8 110 0 0,-1 0-1 0 0,0 0 1 0 0,0 0-1 0 0,0 0 1 0 0,0 0-1 0 0,1 0 1 0 0,-1 0-1 0 0,0-1 1 0 0,0 1-1 0 0,0 0 1 0 0,0 0 0 0 0,0 0-1 0 0,0 0 1 0 0,1 0-1 0 0,-1 0 1 0 0,0-1-1 0 0,0 1 1 0 0,0 0-1 0 0,0 0 1 0 0,0 0 0 0 0,0 0-1 0 0,0 0 1 0 0,0-1-1 0 0,0 1 1 0 0,0 0-1 0 0,0 0 1 0 0,0 0-1 0 0,0 0 1 0 0,1-1 0 0 0,-1 1-1 0 0,0 0 1 0 0,-1 0-1 0 0,1 0 1 0 0,0 0-1 0 0,0-1 1 0 0,0 1-1 0 0,0 0 1 0 0,0 0 0 0 0,-13-5 193 0 0,-22 1-333 0 0,-1 2 0 0 0,-48 3 0 0 0,23 0 61 0 0,46 0 41 0 0,-1 1-1 0 0,1 0 1 0 0,-22 7 0 0 0,5-1 12 0 0,20-3 13 0 0,-8 1 15 0 0,20-6 66 0 0,-25 4 79 0 0,17-4-189 0 0,0 1 1 0 0,-1 0 0 0 0,1 1 0 0 0,0 0-1 0 0,-9 3 1 0 0,89-3-741 0 0,-47-4 759 0 0,1-1 1 0 0,-1 0-1 0 0,27-9 0 0 0,-18 4 91 0 0,-32 8-614 0 0,2-1 1325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4:22.6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278 263 1768 0 0,'0'0'4877'0'0,"-2"4"-4375"0"0,0-2-567 0 0,1 0 198 0 0,0-1-1 0 0,0 1 1 0 0,0-1-1 0 0,0 1 1 0 0,0-1-1 0 0,0 0 1 0 0,0 1 0 0 0,-1-1-1 0 0,1 0 1 0 0,0 0-1 0 0,-1 0 1 0 0,1 0 0 0 0,-1 0-1 0 0,1-1 1 0 0,-1 1-1 0 0,0 0 1 0 0,1-1 0 0 0,-1 1-1 0 0,0-1 1 0 0,1 1-1 0 0,-3-1 1 0 0,-2 1 183 0 0,-1 1-1 0 0,1-1 1 0 0,0 1 0 0 0,-12 6-1 0 0,13-6-220 0 0,0 0-1 0 0,0 0 1 0 0,0 0-1 0 0,0-1 1 0 0,0 1-1 0 0,0-1 1 0 0,-11 0-1 0 0,-2 0 221 0 0,-22-1 590 0 0,38-1-796 0 0,0 1 0 0 0,0 0-1 0 0,0-1 1 0 0,0 0 0 0 0,0 1 0 0 0,0-1 0 0 0,0 0 0 0 0,0 0 0 0 0,0 0 0 0 0,0 0 0 0 0,0 0 0 0 0,1 0 0 0 0,-1-1 0 0 0,0 1 0 0 0,-2-3 0 0 0,1 0 107 0 0,-2-2-63 0 0,0 0-1 0 0,0-1 0 0 0,1 1 0 0 0,0-1 0 0 0,0 0 0 0 0,0 0 0 0 0,1-1 0 0 0,-4-11 1 0 0,7 17-154 0 0,-11-50 13 0 0,10 48-20 0 0,1-1-1 0 0,-1 1 1 0 0,1-1 0 0 0,0 1 0 0 0,0 0-1 0 0,1-1 1 0 0,0 1 0 0 0,-1 0-1 0 0,4-9 1 0 0,2 2-32 0 0,1 1-1 0 0,0 0 0 0 0,1 0 0 0 0,14-14 1 0 0,-10 10 43 0 0,-8 10-36 0 0,0 1-1 0 0,0-1 1 0 0,0 1-1 0 0,1 0 1 0 0,-1 0 0 0 0,1 0-1 0 0,0 1 1 0 0,-1-1-1 0 0,1 1 1 0 0,0 1-1 0 0,0-1 1 0 0,1 1 0 0 0,-1-1-1 0 0,9 0 1 0 0,7 1-103 0 0,0 0 1 0 0,30 3-1 0 0,-36-1 141 0 0,-10 0-38 0 0,0 0-1 0 0,0 0 0 0 0,0 0 1 0 0,0 0-1 0 0,0 1 0 0 0,0 0 1 0 0,0 0-1 0 0,-1 0 0 0 0,1 1 0 0 0,-1 0 1 0 0,1 0-1 0 0,-1 0 0 0 0,0 0 1 0 0,0 0-1 0 0,0 1 0 0 0,-1 0 1 0 0,1 0-1 0 0,-1 0 0 0 0,4 5 0 0 0,-3-2-45 0 0,0 1-1 0 0,0-1 0 0 0,0 1 0 0 0,-1-1 0 0 0,0 1 0 0 0,-1 0 0 0 0,0 0 0 0 0,0 0 0 0 0,0 0 0 0 0,-1 1 1 0 0,0 10-1 0 0,-1-14 85 0 0,0 0 1 0 0,0 0-1 0 0,-1 0 1 0 0,0 0-1 0 0,0 0 1 0 0,0-1-1 0 0,0 1 1 0 0,-1 0-1 0 0,-4 8 1 0 0,2-6 18 0 0,-1 0 0 0 0,0-1 0 0 0,0 1 0 0 0,-1-1 0 0 0,-8 7 1 0 0,8-8 12 0 0,0 0 1 0 0,0 0 0 0 0,-1 0-1 0 0,0-1 1 0 0,0 0 0 0 0,0 0 0 0 0,0 0-1 0 0,-1-1 1 0 0,1-1 0 0 0,-15 4-1 0 0,17-5-11 0 0,0 0-1 0 0,0-1 1 0 0,0 1 0 0 0,0-1-1 0 0,0 0 1 0 0,0-1-1 0 0,-1 1 1 0 0,1-1-1 0 0,0 0 1 0 0,0-1-1 0 0,0 1 1 0 0,1-1 0 0 0,-1 0-1 0 0,0 0 1 0 0,1 0-1 0 0,-1-1 1 0 0,-7-5-1 0 0,7 4-2 0 0,0-1 0 0 0,1 0 0 0 0,-1 0 0 0 0,1 0 0 0 0,0-1 0 0 0,0 0 0 0 0,0 1 0 0 0,1-1 0 0 0,0-1 0 0 0,0 1-1 0 0,1 0 1 0 0,0-1 0 0 0,0 1 0 0 0,0-1 0 0 0,1 0 0 0 0,0 1 0 0 0,0-1 0 0 0,1 0 0 0 0,-1 0 0 0 0,2 0 0 0 0,-1 0 0 0 0,1 1 0 0 0,1-10-1 0 0,-1 14-44 0 0,0 0 0 0 0,0 0 0 0 0,0 0 0 0 0,0 1 0 0 0,0-1 0 0 0,0 0 0 0 0,0 0 0 0 0,0 1 0 0 0,1-1-1 0 0,-1 1 1 0 0,1-1 0 0 0,-1 1 0 0 0,1-1 0 0 0,0 1 0 0 0,-1 0 0 0 0,1 0 0 0 0,0 0 0 0 0,0 0 0 0 0,0 0 0 0 0,0 0-1 0 0,0 0 1 0 0,0 1 0 0 0,0-1 0 0 0,2 1 0 0 0,-2-1 3 0 0,-1 1 0 0 0,1-1 0 0 0,0 1 0 0 0,0 0 0 0 0,-1 0 0 0 0,1 0 0 0 0,0 0 0 0 0,0 0 0 0 0,0 0 0 0 0,0 1 0 0 0,-1-1 0 0 0,1 0 0 0 0,0 1 0 0 0,-1 0 0 0 0,1-1 0 0 0,0 1 0 0 0,-1 0 0 0 0,1 0 0 0 0,0 0 0 0 0,-1 0 0 0 0,0 0 0 0 0,1 0 0 0 0,-1 0 0 0 0,1 0 0 0 0,-1 1 0 0 0,0-1 0 0 0,1 3 0 0 0,14 27 9 0 0,-10-18 35 0 0,0 0 0 0 0,16 21 1 0 0,-22-34-26 0 0,0 0 0 0 0,0 0 0 0 0,0 0 0 0 0,0 0 0 0 0,0 0 1 0 0,0 0-1 0 0,0 0 0 0 0,0 0 0 0 0,0-1 0 0 0,0 1 0 0 0,0 0 0 0 0,0 0 1 0 0,0 0-1 0 0,0 0 0 0 0,0 0 0 0 0,0 0 0 0 0,0 0 0 0 0,0 0 1 0 0,0 0-1 0 0,0 0 0 0 0,0 0 0 0 0,0 0 0 0 0,0 0 0 0 0,0 0 0 0 0,0 0 1 0 0,0-1-1 0 0,0 1 0 0 0,0 0 0 0 0,1 0 0 0 0,-1 0 0 0 0,0 0 0 0 0,0 0 1 0 0,0 0-1 0 0,0 0 0 0 0,0 0 0 0 0,0 0 0 0 0,0 0 0 0 0,0 0 1 0 0,0 0-1 0 0,0 0 0 0 0,0 0 0 0 0,0 0 0 0 0,1 0 0 0 0,-1 0 0 0 0,0 0 1 0 0,0 0-1 0 0,0 0 0 0 0,0 0 0 0 0,0 0 0 0 0,0 0 0 0 0,0 1 1 0 0,0-2-16 0 0,0 1 1 0 0,0 0 0 0 0,0-1 0 0 0,0 1-1 0 0,0 0 1 0 0,0 0 0 0 0,0-1 0 0 0,0 1-1 0 0,0 0 1 0 0,0-1 0 0 0,0 1 0 0 0,0 0 0 0 0,0 0-1 0 0,0-1 1 0 0,0 1 0 0 0,0 0 0 0 0,0 0-1 0 0,0-1 1 0 0,1 1 0 0 0,-1 0 0 0 0,0 0 0 0 0,0-1-1 0 0,0 1 1 0 0,0 0 0 0 0,1 0 0 0 0,-1 0-1 0 0,0-1 1 0 0,0 1 0 0 0,0 0 0 0 0,1 0 0 0 0,-1 0-1 0 0,0 0 1 0 0,0-1 0 0 0,1 1 0 0 0,-1 0-1 0 0,0 0 1 0 0,1 0 0 0 0,-1 0 0 0 0,0 0 0 0 0,0 0-1 0 0,1 0 1 0 0,-1 0 0 0 0,0 0 0 0 0,0 0-1 0 0,1 0 1 0 0,-1 0 0 0 0,0 0 0 0 0,1 0 0 0 0,-1 0-1 0 0,0 0 1 0 0,0 0 0 0 0,1 0 0 0 0,-1 0-1 0 0,0 1 1 0 0,1-1 0 0 0,1 2-504 0 0,-6-3-94 0 0,4 0 585 0 0,-1 1-1 0 0,0-1 1 0 0,1 1 0 0 0,-1-1-1 0 0,1 0 1 0 0,-1 1 0 0 0,1-1 0 0 0,-1 0-1 0 0,1 1 1 0 0,-1-1 0 0 0,1 0 0 0 0,0 0-1 0 0,-1 1 1 0 0,1-1 0 0 0,0 0-1 0 0,0 0 1 0 0,0 0 0 0 0,-1 1 0 0 0,1-1-1 0 0,0 0 1 0 0,0 0 0 0 0,0-1-1 0 0,0-6-198 0 0,0 5 173 0 0,0 0-1 0 0,0 0 1 0 0,0 0-1 0 0,0 0 1 0 0,1-1-1 0 0,-1 1 1 0 0,3-5-1 0 0,-3 7 44 0 0,1 0 0 0 0,0 0-1 0 0,-1 0 1 0 0,1 0-1 0 0,0 0 1 0 0,0 0 0 0 0,0 1-1 0 0,-1-1 1 0 0,1 0-1 0 0,0 1 1 0 0,0-1 0 0 0,0 1-1 0 0,0-1 1 0 0,0 1 0 0 0,0-1-1 0 0,1 1 1 0 0,-1 0-1 0 0,0-1 1 0 0,0 1 0 0 0,0 0-1 0 0,0 0 1 0 0,0 0 0 0 0,0 0-1 0 0,1 0 1 0 0,1 0-1 0 0,18 0-2 0 0,-21 0 32 0 0,0 0-1 0 0,0 1 1 0 0,1-1 0 0 0,-1 0 0 0 0,0 0-1 0 0,0 0 1 0 0,0 1 0 0 0,0-1-1 0 0,0 0 1 0 0,0 0 0 0 0,0 0 0 0 0,0 1-1 0 0,0-1 1 0 0,0 0 0 0 0,0 0 0 0 0,0 1-1 0 0,0-1 1 0 0,0 0 0 0 0,0 0-1 0 0,0 0 1 0 0,0 1 0 0 0,0-1 0 0 0,0 0-1 0 0,0 0 1 0 0,0 0 0 0 0,0 1-1 0 0,-1-1 1 0 0,1 0 0 0 0,0 0 0 0 0,0 0-1 0 0,0 1 1 0 0,0-1 0 0 0,0 0-1 0 0,-1 0 1 0 0,1 0 0 0 0,0 0 0 0 0,0 0-1 0 0,0 0 1 0 0,0 1 0 0 0,-1-1-1 0 0,1 0 1 0 0,0 0 0 0 0,-1 0 0 0 0,-6 8 304 0 0,4-6-266 0 0,1 0-1 0 0,-1-1 0 0 0,1 1 0 0 0,-1-1 0 0 0,0 0 0 0 0,1 0 0 0 0,-1 0 0 0 0,0 0 0 0 0,0 0 0 0 0,0-1 0 0 0,-5 1 1 0 0,7-1-52 0 0,0 0 1 0 0,0 0-1 0 0,-1 0 1 0 0,1 0 0 0 0,0-1-1 0 0,0 1 1 0 0,-1 0-1 0 0,1-1 1 0 0,0 1 0 0 0,0-1-1 0 0,0 1 1 0 0,0-1-1 0 0,0 0 1 0 0,0 1 0 0 0,0-1-1 0 0,0 0 1 0 0,0 0-1 0 0,0 0 1 0 0,0 0 0 0 0,0 0-1 0 0,0 0 1 0 0,1 0 0 0 0,-1 0-1 0 0,0 0 1 0 0,1 0-1 0 0,-1 0 1 0 0,0-2 0 0 0,1 2-46 0 0,0 1 0 0 0,0 0 1 0 0,0 0-1 0 0,0-1 1 0 0,0 1-1 0 0,0 0 1 0 0,0 0-1 0 0,0 0 1 0 0,0-1-1 0 0,0 1 1 0 0,0 0-1 0 0,0 0 1 0 0,0-1-1 0 0,0 1 1 0 0,0 0-1 0 0,0 0 1 0 0,0 0-1 0 0,0-1 1 0 0,1 1-1 0 0,-1 0 1 0 0,0 0-1 0 0,0 0 0 0 0,0-1 1 0 0,0 1-1 0 0,0 0 1 0 0,1 0-1 0 0,-1 0 1 0 0,0 0-1 0 0,0-1 1 0 0,0 1-1 0 0,0 0 1 0 0,1 0-1 0 0,-1 0 1 0 0,0 0-1 0 0,0 0 1 0 0,0 0-1 0 0,1 0 1 0 0,-1 0-1 0 0,0 0 1 0 0,0 0-1 0 0,1 0 0 0 0,-1 0 1 0 0,0 0-1 0 0,1 0 1 0 0,17-1-891 0 0,19 9-1238 0 0,-35-8 2117 0 0,0 1-1 0 0,-1-1 1 0 0,1 1-1 0 0,0 0 1 0 0,0 0-1 0 0,-1-1 1 0 0,1 2-1 0 0,-1-1 1 0 0,1 0-1 0 0,-1 0 1 0 0,1 0-1 0 0,-1 1 1 0 0,0-1-1 0 0,1 0 1 0 0,-1 1 0 0 0,0-1-1 0 0,2 4 1 0 0,-3-4 49 0 0,0 1 0 0 0,0-1 1 0 0,0 1-1 0 0,0 0 0 0 0,0-1 1 0 0,0 1-1 0 0,0 0 1 0 0,0-1-1 0 0,-1 1 0 0 0,1-1 1 0 0,-1 1-1 0 0,1-1 1 0 0,-1 1-1 0 0,1-1 0 0 0,-1 1 1 0 0,0-1-1 0 0,0 1 0 0 0,0-1 1 0 0,0 0-1 0 0,0 1 1 0 0,-1 0-1 0 0,-8 12-348 0 0,1 0 0 0 0,-9 19 0 0 0,-10 17 289 0 0,21-38-639 0 0,0 0 1 0 0,0 0-1 0 0,2 1 0 0 0,-1 0 0 0 0,-6 26 0 0 0,10-31-278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4:25.1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68 21 1792 0 0,'0'0'5500'0'0,"0"-4"-5337"0"0,-1-3-275 0 0,0-2 1194 0 0,6 13 320 0 0,-4-3-1158 0 0,-1 0 0 0 0,1 0 0 0 0,1 0 0 0 0,-1 0 0 0 0,0 0-1 0 0,0-1 1 0 0,0 1 0 0 0,0 0 0 0 0,1 0 0 0 0,-1-1 0 0 0,0 1 0 0 0,2 0 0 0 0,8 4 897 0 0,-2 3-1107 0 0,-1-1 0 0 0,-1 1 1 0 0,1 0-1 0 0,-1 1 0 0 0,0 0 1 0 0,-1 0-1 0 0,10 18 0 0 0,14 29 138 0 0,-14-26-37 0 0,16 37-1 0 0,-28-55-55 0 0,0 0 0 0 0,0 0 0 0 0,-1 1 0 0 0,-1 0 0 0 0,0-1 0 0 0,0 23 0 0 0,-2-17 26 0 0,1-8-90 0 0,-1 0 0 0 0,0 0 1 0 0,-1 1-1 0 0,0-1 0 0 0,-1 0 0 0 0,0 0 0 0 0,-4 11 0 0 0,6-19-2 0 0,-4 6-40 0 0,1 0 0 0 0,0 0 0 0 0,1 0 1 0 0,0 1-1 0 0,-1 9 0 0 0,3-17 15 0 0,0-1-1 0 0,0 0 1 0 0,0 1 0 0 0,0-1-1 0 0,-1 0 1 0 0,1 1-1 0 0,0-1 1 0 0,0 0-1 0 0,0 1 1 0 0,0-1-1 0 0,-1 0 1 0 0,1 1-1 0 0,0-1 1 0 0,0 0-1 0 0,-1 0 1 0 0,1 1-1 0 0,0-1 1 0 0,-1 0 0 0 0,1 0-1 0 0,0 0 1 0 0,-1 1-1 0 0,1-1 1 0 0,0 0-1 0 0,-1 0 1 0 0,1 0-1 0 0,0 0 1 0 0,-1 0-1 0 0,1 0 1 0 0,0 0-1 0 0,-1 0 1 0 0,0 0-1 0 0,-14 1 158 0 0,11-1-198 0 0,-11 19-463 0 0,13-15 516 0 0,1 1-1 0 0,-1-1 1 0 0,1 1 0 0 0,-1-1-1 0 0,-1 1 1 0 0,1-1 0 0 0,-6 7-1 0 0,-2 5-1 0 0,8-10 43 0 0,1-5-9 0 0,1 0 0 0 0,0 0 0 0 0,-1 1 0 0 0,1-1 0 0 0,-1 0 0 0 0,0 0 0 0 0,1 0 0 0 0,-1 0 0 0 0,0 0 0 0 0,0 0 0 0 0,1 0 0 0 0,-1 0 0 0 0,0 0 0 0 0,0 0 0 0 0,0 0 0 0 0,0-1 0 0 0,0 1 0 0 0,-3 1 0 0 0,4-2-41 0 0,-20-4 169 0 0,17 0-141 0 0,0-1-1 0 0,1-1 0 0 0,-1 1 0 0 0,1 0 1 0 0,1 0-1 0 0,-3-10 0 0 0,-4-9 34 0 0,1 7-59 0 0,1 4-10 0 0,0 0 1 0 0,1 0 0 0 0,1-1 0 0 0,0 1-1 0 0,0-1 1 0 0,2 0 0 0 0,-1 0 0 0 0,1-17-1 0 0,9-151-372 0 0,-7 173 257 0 0,1 0 0 0 0,0-1 0 0 0,1 1 0 0 0,4-13 0 0 0,-3 13 105 0 0,0 0 1 0 0,-1 0-1 0 0,-1 0 0 0 0,1-15 0 0 0,24 41-727 0 0,65-13 643 0 0,-89-3 109 0 0,0-1 0 0 0,0 1 0 0 0,0 0 0 0 0,0 0 0 0 0,0 0 0 0 0,0 0 0 0 0,0 0 1 0 0,0 1-1 0 0,-1-1 0 0 0,1 1 0 0 0,0-1 0 0 0,-1 1 0 0 0,0-1 0 0 0,1 1 0 0 0,-1 0 0 0 0,2 2 0 0 0,18 33 315 0 0,-16-27-278 0 0,-1 0-1 0 0,0 1 1 0 0,-1-1-1 0 0,0 1 0 0 0,-1 0 1 0 0,0 0-1 0 0,0 0 1 0 0,-1 13-1 0 0,-1-10-18 0 0,-1 0-1 0 0,0 0 0 0 0,-2-1 0 0 0,1 1 0 0 0,-1-1 1 0 0,-1 1-1 0 0,-1-1 0 0 0,0 0 0 0 0,0-1 1 0 0,-1 1-1 0 0,-1-1 0 0 0,-9 13 0 0 0,14-22 6 0 0,0 0 0 0 0,-1-1 0 0 0,0 1 0 0 0,1-1 0 0 0,-1 1 0 0 0,0-1 0 0 0,0 0 0 0 0,0 0 0 0 0,0 0 0 0 0,0 0 0 0 0,-5 1 0 0 0,6-2-11 0 0,0 0 1 0 0,0-1 0 0 0,0 1-1 0 0,0-1 1 0 0,0 1-1 0 0,0-1 1 0 0,0 0 0 0 0,0 0-1 0 0,0 0 1 0 0,0 0-1 0 0,0 0 1 0 0,0 0 0 0 0,0-1-1 0 0,0 1 1 0 0,0-1-1 0 0,0 1 1 0 0,0-1 0 0 0,0 0-1 0 0,0 0 1 0 0,-3-1-1 0 0,-28-23-194 0 0,-51-46 0 0 0,83 69 173 0 0,-1 0 0 0 0,0 0 0 0 0,0 0 0 0 0,1 0 0 0 0,-1-1-1 0 0,1 1 1 0 0,0 0 0 0 0,-1-1 0 0 0,1 1 0 0 0,0-1 0 0 0,0 1-1 0 0,1-1 1 0 0,-1 0 0 0 0,1 1 0 0 0,-1-1 0 0 0,1 0 0 0 0,0 1-1 0 0,0-6 1 0 0,1 3-35 0 0,0 0-1 0 0,0 0 0 0 0,0 0 0 0 0,1 1 0 0 0,0-1 0 0 0,0 1 1 0 0,0-1-1 0 0,0 1 0 0 0,6-8 0 0 0,-2 4-23 0 0,1 0 0 0 0,0 0 0 0 0,0 0 0 0 0,1 1 0 0 0,0 1 1 0 0,0-1-1 0 0,0 1 0 0 0,1 0 0 0 0,14-6 0 0 0,-7 2 76 0 0,-13 8 6 0 0,-1 0-1 0 0,1 1 1 0 0,0-1 0 0 0,-1 1-1 0 0,1-1 1 0 0,0 1-1 0 0,0 0 1 0 0,4-1 0 0 0,-7 2-90 0 0,9 9-539 0 0,-5 4 622 0 0,-1 1 0 0 0,-1 1 0 0 0,1-1 0 0 0,-2 0-1 0 0,0 0 1 0 0,-1 1 0 0 0,-2 19 0 0 0,1 5-20 0 0,0-8 258 0 0,0-32-308 0 0,1 0 0 0 0,-1-1 0 0 0,0 1 0 0 0,1 0 0 0 0,-1-1 0 0 0,1 1 0 0 0,-1-1 0 0 0,1 1 0 0 0,0-1 0 0 0,0 1 0 0 0,-1-1 0 0 0,1 1 0 0 0,1-3 0 0 0,-2 2-19 0 0,-22-146 77 0 0,21 127 69 0 0,1 14 0 0 0,1 13-84 0 0,9 97 1232 0 0,-1-27-782 0 0,-3 118 178 0 0,-7-205-1957 0 0,-29-140-9274 0 0,27 136 9595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4:26.07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52 26 324 0 0,'0'0'3996'0'0,"-1"-4"-3708"0"0,-1-1-143 0 0,-2-12 2559 0 0,2 19-2118 0 0,2-2-577 0 0,-1 0-1 0 0,1 0 1 0 0,0 0-1 0 0,-1 0 1 0 0,1 0-1 0 0,0 0 1 0 0,0 0-1 0 0,-1 1 1 0 0,1-1-1 0 0,0 0 1 0 0,-1 0-1 0 0,1 0 1 0 0,0 1-1 0 0,0-1 1 0 0,-1 0-1 0 0,1 0 1 0 0,0 1-1 0 0,0-1 1 0 0,0 0-1 0 0,0 0 1 0 0,-1 1-1 0 0,1-1 1 0 0,0 0-1 0 0,0 1 1 0 0,0-1-1 0 0,0 0 1 0 0,0 1 0 0 0,0-1-1 0 0,0 0 1 0 0,0 1-1 0 0,0-1 1 0 0,0 1-1 0 0,0 37-23 0 0,-3-12 636 0 0,-2-11-581 0 0,1 0 0 0 0,1 0 0 0 0,-3 26 0 0 0,4-22 333 0 0,-8 30 0 0 0,9-42-285 0 0,0 1 1 0 0,0-1 0 0 0,1 0 0 0 0,0 0 0 0 0,0 10 0 0 0,1 1-262 0 0,-1-19 212 0 0,0 1 0 0 0,0 0 0 0 0,0-1 0 0 0,0 1-1 0 0,0 0 1 0 0,0-1 0 0 0,0 1 0 0 0,0 0 0 0 0,0 0 0 0 0,0-1-1 0 0,1 1 1 0 0,-1 0 0 0 0,0 0 0 0 0,0-1 0 0 0,0 1-1 0 0,0 0 1 0 0,1 0 0 0 0,-1-1 0 0 0,0 1 0 0 0,0 0 0 0 0,0 0-1 0 0,1 0 1 0 0,-1-1 0 0 0,0 1 0 0 0,0 0 0 0 0,1 0 0 0 0,-1 0-1 0 0,0 0 1 0 0,0 0 0 0 0,1 0 0 0 0,-1-1 0 0 0,0 1-1 0 0,1 0 1 0 0,-1 0 0 0 0,0 0 0 0 0,0 0 0 0 0,1 0 0 0 0,-1 0-1 0 0,0 0 1 0 0,1 0 0 0 0,-1 0 0 0 0,0 0 0 0 0,0 1 0 0 0,1-1-1 0 0,-1 0 1 0 0,0 0 0 0 0,0 0 0 0 0,1 0 0 0 0,-1 0-1 0 0,0 0 1 0 0,1 1 0 0 0,-1-1 0 0 0,0 0 0 0 0,0 0 0 0 0,0 0-1 0 0,1 0 1 0 0,-1 1 0 0 0,0-1 0 0 0,0 0 0 0 0,0 0 0 0 0,0 1-1 0 0,1-1 1 0 0,-1 0 0 0 0,0 1 0 0 0,0-4-183 0 0,0 2 137 0 0,1 1-1 0 0,-1-1 1 0 0,0 0 0 0 0,0 1 0 0 0,0-1-1 0 0,0 0 1 0 0,0 0 0 0 0,0 1 0 0 0,0-1-1 0 0,0 0 1 0 0,0 1 0 0 0,0-1 0 0 0,0 0-1 0 0,0 1 1 0 0,0-1 0 0 0,-1 0 0 0 0,1 1-1 0 0,0-1 1 0 0,-1 1 0 0 0,1-1 0 0 0,0 0-1 0 0,-1 1 1 0 0,1-1 0 0 0,0 1 0 0 0,-1-1-1 0 0,1 1 1 0 0,-1-1 0 0 0,1 1 0 0 0,-1-1-1 0 0,-1 0 1 0 0,2-1-245 0 0,0 0 1 0 0,1-1-1 0 0,-1 1 0 0 0,0-1 0 0 0,1 1 0 0 0,-1 0 1 0 0,1-1-1 0 0,1-2 0 0 0,-2 4 170 0 0,0 0 1 0 0,0 0-1 0 0,0 0 0 0 0,0 0 1 0 0,0 0-1 0 0,0 0 0 0 0,-1 0 1 0 0,1 0-1 0 0,0 0 1 0 0,0 0-1 0 0,-1 0 0 0 0,1 0 1 0 0,-1 0-1 0 0,1 0 0 0 0,-1 1 1 0 0,1-1-1 0 0,-2-1 0 0 0,-3-5-2124 0 0,16 29-4203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51.6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29 1676 0 0,'0'0'4441'0'0,"4"-1"-4261"0"0,-3 1-157 0 0,0 0 0 0 0,0 0 0 0 0,1-1 0 0 0,-1 1 0 0 0,0 0 0 0 0,0-1 0 0 0,1 1 0 0 0,-1 0 0 0 0,0-1 0 0 0,0 0 0 0 0,0 1 0 0 0,0-1 0 0 0,0 0 0 0 0,0 1 0 0 0,2-2 0 0 0,-3 0 243 0 0,1 1 0 0 0,0 0-1 0 0,-1 0 1 0 0,1 0 0 0 0,-1-1 0 0 0,0 1 0 0 0,1 0-1 0 0,-1 0 1 0 0,0-1 0 0 0,0 1 0 0 0,0-4 1844 0 0,-7 5 706 0 0,-6 0-361 0 0,13 1-1982 0 0,9 3-44 0 0,130 44-487 0 0,-134-46 29 0 0,14 2 100 0 0,9 0-621 0 0,-22-3 547 0 0,0 1 1 0 0,0-1-1 0 0,0-1 1 0 0,0 1-1 0 0,0-1 1 0 0,8 0-1 0 0,27 2-37 0 0,-35 0-352 0 0,18 2 1009 0 0,-9-3-4909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54.4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412 251 1572 0 0,'0'0'3610'0'0,"-4"-4"-3625"0"0,1-1 1 0 0,-10-13-42 0 0,12 17 51 0 0,0 0 1 0 0,0 0-1 0 0,0 0 0 0 0,1 0 1 0 0,-1 0-1 0 0,0 0 0 0 0,1-1 1 0 0,-1 1-1 0 0,1 0 0 0 0,-1 0 1 0 0,1-1-1 0 0,0 1 0 0 0,0 0 1 0 0,-1-1-1 0 0,1 1 0 0 0,0 0 1 0 0,0-1-1 0 0,0-1 0 0 0,0 2 269 0 0,0-1-1 0 0,0 1 0 0 0,0 0 0 0 0,-1 0 1 0 0,1-1-1 0 0,-1 1 0 0 0,1 0 0 0 0,-1 0 1 0 0,1 0-1 0 0,-1 0 0 0 0,0 0 0 0 0,-1-2 1 0 0,1 2 93 0 0,0 0 0 0 0,1 0 1 0 0,-1 0-1 0 0,0-1 0 0 0,0 1 1 0 0,1 0-1 0 0,-1 0 0 0 0,1-1 1 0 0,-1 1-1 0 0,1 0 0 0 0,0-1 1 0 0,-1-2 161 0 0,1 2-502 0 0,0 0-1 0 0,0 0 1 0 0,0 0 0 0 0,0 0-1 0 0,1 0 1 0 0,-1 0 0 0 0,1 1-1 0 0,-1-1 1 0 0,1 0 0 0 0,1-3-1 0 0,0 2-23 0 0,1 0-1 0 0,1 1 1 0 0,-1-1 0 0 0,0 1-1 0 0,1-1 1 0 0,-1 1 0 0 0,1 0-1 0 0,6-2 1 0 0,17-11 443 0 0,7-9-169 0 0,22-16-128 0 0,-19 10-31 0 0,-31 25 796 0 0,-14 5-75 0 0,-2 11-998 0 0,10-11 163 0 0,0 0 0 0 0,-1 0-1 0 0,1 1 1 0 0,0-1 0 0 0,0 0 0 0 0,0 0 0 0 0,0 1 0 0 0,0-1 0 0 0,-1 0 0 0 0,1 0-1 0 0,0 1 1 0 0,0-1 0 0 0,0 0 0 0 0,0 1 0 0 0,0-1 0 0 0,0 0 0 0 0,0 0 0 0 0,0 1 0 0 0,0-1-1 0 0,0 0 1 0 0,0 1 0 0 0,0-1 0 0 0,0 0 0 0 0,0 0 0 0 0,0 1 0 0 0,0-1 0 0 0,1 0 0 0 0,-1 0-1 0 0,0 1 1 0 0,0-1 0 0 0,0 0 0 0 0,0 0 0 0 0,1 1 0 0 0,-1-1 0 0 0,0 0 0 0 0,0 0-1 0 0,0 0 1 0 0,1 1 0 0 0,-1-1 0 0 0,0 0 0 0 0,0 0 0 0 0,1 0 0 0 0,-1 0 0 0 0,0 0 0 0 0,0 1-1 0 0,1-1 1 0 0,-1 0 0 0 0,0 0 0 0 0,0 0 0 0 0,1 0 0 0 0,-1 0 0 0 0,0 0 0 0 0,1 0 0 0 0,-1 0-1 0 0,0 0 1 0 0,0 0 0 0 0,1 0 0 0 0,44 11 593 0 0,-49-4-13 0 0,-3 3-607 0 0,-8 1 46 0 0,1 0 0 0 0,-21 23 0 0 0,-15 13 15 0 0,41-40-37 0 0,2 0 1 0 0,-1 0-1 0 0,1 0 1 0 0,0 1-1 0 0,-7 11 1 0 0,10-11 221 0 0,4-8-277 0 0,0 1 1 0 0,-1 0 0 0 0,1-1-1 0 0,0 1 1 0 0,-1 0 0 0 0,1-1 0 0 0,-1 1-1 0 0,1-1 1 0 0,0 1 0 0 0,-1 0-1 0 0,1-1 1 0 0,-1 0 0 0 0,0 1-1 0 0,1-1 1 0 0,-1 1 0 0 0,1-1-1 0 0,-1 1 1 0 0,0-1 0 0 0,1 0-1 0 0,-1 0 1 0 0,0 1 0 0 0,1-1-1 0 0,-1 0 1 0 0,0 0 0 0 0,0 0 0 0 0,1 0-1 0 0,-1 0 1 0 0,0 0 0 0 0,0 0-1 0 0,1 0 1 0 0,-1 0 0 0 0,0 0-1 0 0,1 0 1 0 0,-2 0 0 0 0,-194 11 426 0 0,122-10-23 0 0,71-1-337 0 0,1-1 0 0 0,-1 0 0 0 0,1 0 0 0 0,0 0 0 0 0,-1 0 0 0 0,1-1 0 0 0,0 1 0 0 0,0 0 0 0 0,-4-4 0 0 0,-17-9-1 0 0,18 13-25 0 0,0-2-1 0 0,0 1 1 0 0,0 0 0 0 0,1-1-1 0 0,-6-4 1 0 0,9 6-9 0 0,0 0-1 0 0,0 0 1 0 0,1-1 0 0 0,-1 1-1 0 0,0 0 1 0 0,1-1-1 0 0,-1 1 1 0 0,1-1 0 0 0,-1 1-1 0 0,1 0 1 0 0,-1-3 0 0 0,1 2 32 0 0,0 0 1 0 0,-1 0-1 0 0,1 0 1 0 0,-1 0 0 0 0,0 0-1 0 0,0 0 1 0 0,1 1 0 0 0,-1-1-1 0 0,0 0 1 0 0,-1 1 0 0 0,1-1-1 0 0,-2-2 1 0 0,-23-25 224 0 0,38 30-155 0 0,9 5-92 0 0,17 12 111 0 0,-7-3 5 0 0,1-1 0 0 0,57 16-1 0 0,-78-27-255 0 0,11 1-2303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6:35.3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1008 0 0,'0'0'6401'0'0,"15"5"-5758"0"0,-13-3-379 0 0,-1-1-1 0 0,0 0 1 0 0,1 0-1 0 0,-1 1 1 0 0,0-1 0 0 0,0 1-1 0 0,0-1 1 0 0,0 1-1 0 0,0-1 1 0 0,-1 1 0 0 0,1 0-1 0 0,0-1 1 0 0,-1 1-1 0 0,1 0 1 0 0,-1 0 0 0 0,1-1-1 0 0,-1 1 1 0 0,0 0-1 0 0,0 0 1 0 0,0 3 0 0 0,1 7-949 0 0,3 22 747 0 0,2 1 0 0 0,1-2 0 0 0,2 1 0 0 0,2-1 0 0 0,17 41 0 0 0,-24-67-78 0 0,1 1 0 0 0,0-1-1 0 0,0-1 1 0 0,0 1 0 0 0,1-1 0 0 0,0 1-1 0 0,0-2 1 0 0,1 1 0 0 0,-1-1 0 0 0,1 0-1 0 0,0 0 1 0 0,1-1 0 0 0,-1 0 0 0 0,1 0-1 0 0,8 3 1 0 0,-16-7-10 0 0,0 0-1 0 0,1 0 1 0 0,-1 1-1 0 0,0-1 1 0 0,1 0-1 0 0,-1 0 1 0 0,0 0-1 0 0,1 0 1 0 0,-1 1-1 0 0,0-1 1 0 0,1 0-1 0 0,-1 0 1 0 0,0 0-1 0 0,1 0 1 0 0,-1 0 0 0 0,1 0-1 0 0,-1 0 1 0 0,0 0-1 0 0,1 0 1 0 0,-1 0-1 0 0,0 0 1 0 0,1 0-1 0 0,-1 0 1 0 0,0 0-1 0 0,1-1 1 0 0,-1 1-1 0 0,1 0 1 0 0,-1 0-1 0 0,0 0 1 0 0,0 0-1 0 0,1-1 1 0 0,-1 1-1 0 0,0 0 1 0 0,1 0-1 0 0,-1-1 1 0 0,0 1-1 0 0,0 0 1 0 0,1-1-1 0 0,-1 1 1 0 0,0 0 0 0 0,1-1-1 0 0,-1-14-4089 0 0,-3 36-3671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6:36.9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104 107 368 0 0,'0'0'2136'0'0,"-9"-20"1824"0"0,9 19-3919 0 0,0 0 1 0 0,0 0-1 0 0,0 0 1 0 0,0 0-1 0 0,0 0 0 0 0,1 0 1 0 0,-1 1-1 0 0,0-1 0 0 0,0 0 1 0 0,1 0-1 0 0,-1 0 1 0 0,1 0-1 0 0,-1 0 0 0 0,1 1 1 0 0,-1-1-1 0 0,1 0 1 0 0,-1 0-1 0 0,1 1 0 0 0,0-1 1 0 0,-1 1-1 0 0,1-1 1 0 0,0 0-1 0 0,0 1 0 0 0,-1-1 1 0 0,1 1-1 0 0,0-1 1 0 0,0 1-1 0 0,0 0 0 0 0,0-1 1 0 0,1 1-1 0 0,42-2 7539 0 0,-45 2-7571 0 0,1 0 0 0 0,0 0 0 0 0,0 0 1 0 0,-1 0-1 0 0,1 0 0 0 0,0 0 0 0 0,-1 1 1 0 0,1-1-1 0 0,0 0 0 0 0,0 0 0 0 0,-1 0 1 0 0,1 0-1 0 0,0 0 0 0 0,-1 0 0 0 0,1 0 1 0 0,0 0-1 0 0,0 0 0 0 0,-1 0 0 0 0,1-1 1 0 0,0 1-1 0 0,-1 0 0 0 0,1 0 0 0 0,0 0 1 0 0,0 0-1 0 0,-1 0 0 0 0,1 0 0 0 0,0-1 1 0 0,0 1-1 0 0,-1 0 0 0 0,1 0 0 0 0,0 0 1 0 0,0-1-1 0 0,0 1 0 0 0,-1 0 0 0 0,1 0 1 0 0,0-1-1 0 0,0 1 0 0 0,0 0 0 0 0,-1-1 0 0 0,-8-14-5 0 0,3 7-101 0 0,0 5-11 0 0,0 0 1 0 0,0 1 0 0 0,0-1-1 0 0,-1 2 1 0 0,1-1 0 0 0,0 1-1 0 0,-1 0 1 0 0,1 0 0 0 0,-11 0-1 0 0,-4-9 538 0 0,16 4-299 0 0,17 4-199 0 0,12 6 83 0 0,0 1 1 0 0,30 11-1 0 0,-20-6-83 0 0,-32-9 67 0 0,0-1 1 0 0,1 1-1 0 0,-1 0 1 0 0,0 0-1 0 0,0 0 1 0 0,0 0-1 0 0,-1 0 0 0 0,1 0 1 0 0,3 3-1 0 0,-5-3 8 0 0,1-1 0 0 0,-1 0 0 0 0,0 1 0 0 0,1 0 0 0 0,-1-1 0 0 0,0 1 0 0 0,0-1 0 0 0,1 1 0 0 0,-1-1 0 0 0,0 1 1 0 0,0-1-1 0 0,0 1 0 0 0,0 0 0 0 0,0-1 0 0 0,0 1 0 0 0,0-1 0 0 0,0 1 0 0 0,0 0 0 0 0,0-1 0 0 0,0 1 0 0 0,0-1 0 0 0,-1 1 0 0 0,1 0 0 0 0,0-1 0 0 0,0 1 0 0 0,-1-1 0 0 0,1 1 0 0 0,0-1 0 0 0,-1 1 0 0 0,1-1 0 0 0,0 1 0 0 0,-1-1 0 0 0,1 0 0 0 0,-1 1 0 0 0,1-1 0 0 0,0 1 0 0 0,-1-1 0 0 0,1 0 0 0 0,-1 1 0 0 0,0-1 0 0 0,-20 17-63 0 0,2 1-1 0 0,-32 38 1 0 0,-50 69-940 0 0,97-116-3062 0 0,4-8 3768 0 0,-1-1 0 0 0,1 1 0 0 0,0 0 0 0 0,0 0 0 0 0,0-1 0 0 0,1 1 0 0 0,-1 0 0 0 0,0 0 1 0 0,0-1-1 0 0,0 1 0 0 0,1 0 0 0 0,-1 0 0 0 0,0-1 0 0 0,0 1 0 0 0,1 0 0 0 0,3 9-2560 0 0,-3-6 1404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6:37.1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174 1 588 0 0,'0'0'7749'0'0,"-9"3"-7303"0"0,3-2-350 0 0,2 1-20 0 0,-1-1 0 0 0,1 0 0 0 0,-1 1 0 0 0,1 0 0 0 0,0 0 0 0 0,0 0 1 0 0,0 1-1 0 0,0-1 0 0 0,0 1 0 0 0,0 0 0 0 0,1 0 0 0 0,-5 4 0 0 0,-7 10 121 0 0,1-1 0 0 0,0 2 0 0 0,2 0 0 0 0,0 0 0 0 0,1 1 0 0 0,-9 22 0 0 0,17-29-208 0 0,3-12-130 0 0,0 0 0 0 0,0 1 0 0 0,0-1 0 0 0,-1 0 0 0 0,1 1 0 0 0,0-1 0 0 0,0 1 0 0 0,0-1 0 0 0,0 0 0 0 0,0 1 0 0 0,0-1 0 0 0,0 0 0 0 0,0 1 0 0 0,0-1 0 0 0,0 1 0 0 0,0-1 0 0 0,1 0 0 0 0,-1 1 0 0 0,0-1 0 0 0,0 0 0 0 0,0 1 0 0 0,0-1 0 0 0,15 2-4612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8:39.94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4 956 0 0,'-2'-4'10499'0'0,"12"8"-10496"0"0,-1 1-1 0 0,0-1 1 0 0,0 2-1 0 0,0-1 1 0 0,-1 1-1 0 0,1 0 1 0 0,8 10 0 0 0,-15-14 1 0 0,118 119 69 0 0,-47-44-45 0 0,-49-49 45 0 0,-23-26-33 0 0,-1 1 0 0 0,1-1-1 0 0,0 1 1 0 0,-1 0-1 0 0,1-1 1 0 0,-1 1-1 0 0,0-1 1 0 0,0 1-1 0 0,0 0 1 0 0,0-1 0 0 0,-1 6-1 0 0,0 1 10 0 0,1 7-64 0 0,-1-4-71 0 0,1 0 0 0 0,0 0 0 0 0,1 0 0 0 0,1 0 0 0 0,0 0 0 0 0,0 0 0 0 0,1 0 0 0 0,5 14 0 0 0,-7-24 138 0 0,0 0-1 0 0,-1 0 1 0 0,1 0-1 0 0,-1 0 1 0 0,0 0-1 0 0,0 0 1 0 0,1 0 0 0 0,-1 1-1 0 0,-1-1 1 0 0,1 0-1 0 0,0 0 1 0 0,0 0-1 0 0,-1 0 1 0 0,1 0 0 0 0,-2 3-1 0 0,-16 34-127 0 0,2-6-95 0 0,10-15 25 0 0,4-14 155 0 0,0 1 0 0 0,1 0 1 0 0,-1 0-1 0 0,1 0 0 0 0,0 6 0 0 0,-2-10 49 0 0,1 0 0 0 0,0-1 0 0 0,0 1 0 0 0,-1-1 0 0 0,1 0 0 0 0,0 0 0 0 0,-1 1 0 0 0,1-2 0 0 0,-3 1 101 0 0,3 0-140 0 0,1-1 0 0 0,-1 1 0 0 0,1-1 0 0 0,-1 0 0 0 0,1 1 0 0 0,0-1 0 0 0,-1 0 0 0 0,1 0 0 0 0,0 1 0 0 0,0-1 0 0 0,-1 0 0 0 0,1-1-1 0 0,0 1 1 0 0,0 0 0 0 0,0 0 0 0 0,0 0 0 0 0,0 0 0 0 0,1-1 0 0 0,-1 1 0 0 0,0-1 0 0 0,1 1 0 0 0,-1 0 0 0 0,1-1 0 0 0,-1 1 0 0 0,0-2 0 0 0,1 0-12 0 0,-1 1 0 0 0,0 0 1 0 0,0 0-1 0 0,0 0 0 0 0,0 0 1 0 0,0 0-1 0 0,0 0 0 0 0,-1 0 1 0 0,1 0-1 0 0,-1 0 0 0 0,1 1 0 0 0,-1-1 1 0 0,0 1-1 0 0,0-1 0 0 0,1 1 1 0 0,-1 0-1 0 0,0-1 0 0 0,-3 0 1 0 0,4 1-27 0 0,-1 0 0 0 0,1 0 0 0 0,0 1 0 0 0,0-1 0 0 0,-1 0 1 0 0,1 0-1 0 0,0-1 0 0 0,0 1 0 0 0,0 0 0 0 0,0 0 0 0 0,0 0 0 0 0,1-1 1 0 0,-1 1-1 0 0,0-1 0 0 0,1 1 0 0 0,-1 0 0 0 0,1-1 0 0 0,-1 1 1 0 0,1-1-1 0 0,-1 1 0 0 0,1-1 0 0 0,0 1 0 0 0,0-1 0 0 0,0 1 1 0 0,0-3-1 0 0,2-53 119 0 0,0 31 199 0 0,-2 15-236 0 0,-1 1-1 0 0,-1 0 1 0 0,0 0-1 0 0,0-1 1 0 0,-1 1 0 0 0,0 0-1 0 0,0 1 1 0 0,-1-1 0 0 0,-10-17-1 0 0,-3 0-72 0 0,-40-47 1 0 0,-3 5-467 0 0,58 68 421 0 0,2 0 1 0 0,-1 0 0 0 0,0 0 0 0 0,0-1 0 0 0,0 1-1 0 0,0 0 1 0 0,1 0 0 0 0,-1-1 0 0 0,1 1 0 0 0,-1-1-1 0 0,1 1 1 0 0,-1 0 0 0 0,1-2 0 0 0,0 2-17 0 0,1 1 0 0 0,0-1 0 0 0,-1 1 0 0 0,1-1 0 0 0,0 1 0 0 0,-1 0-1 0 0,1-1 1 0 0,0 1 0 0 0,-1 0 0 0 0,1-1 0 0 0,0 1 0 0 0,0 0 0 0 0,0 0 0 0 0,-1 0 0 0 0,1 0 0 0 0,0 0 0 0 0,0 0 0 0 0,-1 0 0 0 0,1 0 0 0 0,0 0 0 0 0,1 1 0 0 0,4-1 65 0 0,0 1 0 0 0,-1 0 1 0 0,1 0-1 0 0,0 1 0 0 0,-1-1 0 0 0,0 1 1 0 0,1 1-1 0 0,-1-1 0 0 0,0 1 0 0 0,0 0 0 0 0,0 0 1 0 0,6 5-1 0 0,1 2 49 0 0,0 0 0 0 0,-1 1 0 0 0,13 16 0 0 0,-15-16 16 0 0,-2 1 0 0 0,1 0 1 0 0,10 25-1 0 0,5 11 4 0 0,-15-35-59 0 0,0-1 0 0 0,0 0 0 0 0,1 0 0 0 0,14 14 0 0 0,-23-25 54 0 0,-2 25 107 0 0,3-7-1930 0 0,0-11-1095 0 0,-1-60-4062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3:59.30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1 205 944 0 0,'2'-19'15223'0'0,"5"5"-15280"0"0,0 1-1 0 0,1-1 1 0 0,0 1 0 0 0,0 1-1 0 0,2 0 1 0 0,0 0 0 0 0,0 0-1 0 0,16-13 1 0 0,-18 19 17 0 0,0 0 0 0 0,1 0 1 0 0,-1 0-1 0 0,1 1 0 0 0,1 0 0 0 0,-1 1 0 0 0,1 0 0 0 0,-1 0 1 0 0,1 1-1 0 0,0 0 0 0 0,0 1 0 0 0,0 0 0 0 0,14 0 0 0 0,-16 2 10 0 0,0 0 0 0 0,0 0 0 0 0,-1 0 0 0 0,1 1 0 0 0,0 1 0 0 0,-1-1-1 0 0,1 1 1 0 0,-1 1 0 0 0,10 3 0 0 0,-14-4 39 0 0,0-1 0 0 0,0 1 0 0 0,-1 0 0 0 0,1 0 0 0 0,0 0 0 0 0,-1 0 0 0 0,0 0 0 0 0,1 1 0 0 0,-1-1 0 0 0,0 1 0 0 0,0 0 0 0 0,-1-1 0 0 0,1 1 0 0 0,-1 0 0 0 0,1 0 0 0 0,-1 0 0 0 0,0 0 0 0 0,0 0 0 0 0,0 0 0 0 0,0 1 0 0 0,-1-1 0 0 0,1 0 0 0 0,-1 0 0 0 0,0 7 0 0 0,0-4 16 0 0,-1 1 1 0 0,0-1-1 0 0,-1 1 0 0 0,0-1 1 0 0,0 0-1 0 0,0 0 1 0 0,0 0-1 0 0,-1 0 0 0 0,0 0 1 0 0,-1 0-1 0 0,1-1 1 0 0,-1 1-1 0 0,0-1 1 0 0,0 0-1 0 0,-7 6 0 0 0,-11 10 16 0 0,0-2-1 0 0,-29 19 0 0 0,24-18-18 0 0,17-12 32 0 0,7-5-20 0 0,0-1 0 0 0,-1 1 0 0 0,1 0 1 0 0,-1-1-1 0 0,1 1 0 0 0,-1-1 0 0 0,0 0 1 0 0,0-1-1 0 0,0 1 0 0 0,-5 1 0 0 0,9-30-306 0 0,0 23 236 0 0,1 0-1 0 0,0 0 1 0 0,0 0-1 0 0,0 0 1 0 0,1 0 0 0 0,-1 0-1 0 0,1 1 1 0 0,0-1-1 0 0,0 0 1 0 0,0 1-1 0 0,0-1 1 0 0,1 1 0 0 0,-1 0-1 0 0,1 0 1 0 0,0 0-1 0 0,0 0 1 0 0,0 0-1 0 0,5-2 1 0 0,-6 3 40 0 0,1 0 0 0 0,-1 0 0 0 0,1 0-1 0 0,0 1 1 0 0,0-1 0 0 0,0 1 0 0 0,0 0 0 0 0,0-1-1 0 0,0 1 1 0 0,0 1 0 0 0,0-1 0 0 0,0 0 0 0 0,0 1-1 0 0,1 0 1 0 0,-1 0 0 0 0,0 0 0 0 0,0 0 0 0 0,0 0 0 0 0,0 0-1 0 0,1 1 1 0 0,-1 0 0 0 0,0-1 0 0 0,0 1 0 0 0,4 2-1 0 0,-2 1 32 0 0,0-1 0 0 0,0 1 0 0 0,0 0 0 0 0,-1 1 0 0 0,1-1 0 0 0,-1 1 0 0 0,0 0 0 0 0,0 0 0 0 0,-1 0 0 0 0,1 1 0 0 0,-1-1 0 0 0,-1 1 0 0 0,1 0 0 0 0,-1-1 0 0 0,0 1 0 0 0,3 11 0 0 0,-1 3 63 0 0,-1 1 0 0 0,-1 0 0 0 0,0 34-1 0 0,-2-49-48 0 0,-1 0 0 0 0,1-1-1 0 0,-1 1 1 0 0,-3 9-1 0 0,4-14-16 0 0,-1 1 0 0 0,1 0-1 0 0,-1-1 1 0 0,1 1 0 0 0,-1-1-1 0 0,0 1 1 0 0,0-1 0 0 0,1 1-1 0 0,-1-1 1 0 0,0 0 0 0 0,0 1-1 0 0,-1-1 1 0 0,1 0 0 0 0,0 0-1 0 0,0 0 1 0 0,-1 0 0 0 0,1 0-1 0 0,0 0 1 0 0,-4 1 286 0 0,4-4-307 0 0,0-1 0 0 0,0 0 0 0 0,1 0 0 0 0,-1 0 1 0 0,1 0-1 0 0,0 0 0 0 0,0 0 0 0 0,0 0 1 0 0,0 0-1 0 0,1-5 0 0 0,0-3-220 0 0,-1 9 126 0 0,0 0-1 0 0,0-1 0 0 0,0 1 1 0 0,1 0-1 0 0,-1 0 0 0 0,1-1 1 0 0,0 1-1 0 0,0 0 1 0 0,-1 0-1 0 0,1 0 0 0 0,1-1 1 0 0,-1 1-1 0 0,0 0 0 0 0,0 1 1 0 0,1-1-1 0 0,-1 0 1 0 0,4-2-1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4:29.28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46 1480 0 0,'0'0'5373'0'0,"-2"-3"-5083"0"0,-7-14 384 0 0,7-1 3455 0 0,2 17-4111 0 0,-1 1-1 0 0,1-1 1 0 0,0 1-1 0 0,-1-1 1 0 0,1 1-1 0 0,0-1 1 0 0,-1 1-1 0 0,1 0 1 0 0,0-1-1 0 0,-1 1 1 0 0,1 0-1 0 0,-1-1 1 0 0,1 1-1 0 0,-1 0 1 0 0,1-1-1 0 0,-1 1 1 0 0,1 0-1 0 0,-1 0 0 0 0,1 0 1 0 0,-1 0-1 0 0,1-1 1 0 0,-1 1-1 0 0,1 0 1 0 0,-1 0-1 0 0,1 0 1 0 0,-1 0-1 0 0,0 0 1 0 0,1 0-1 0 0,-1 0 1 0 0,1 0-1 0 0,-1 1 1 0 0,1-1-1 0 0,-1 0 1 0 0,1 0-1 0 0,-1 1 1 0 0,-22 5-14 0 0,9 3-26 0 0,1 0 0 0 0,0 1-1 0 0,0 0 1 0 0,1 1-1 0 0,0 0 1 0 0,-19 26-1 0 0,-1-1 5 0 0,13-14-22 0 0,2 1 0 0 0,-27 46 0 0 0,42-65 58 0 0,-1 1 0 0 0,2 0-1 0 0,-1 0 1 0 0,1 0 0 0 0,-1 0 0 0 0,1 0-1 0 0,1 0 1 0 0,-1 0 0 0 0,1 0 0 0 0,0 7-1 0 0,30-14 284 0 0,-14-2-335 0 0,0 1 1 0 0,1 1 0 0 0,-1 0 0 0 0,1 1 0 0 0,-1 1 0 0 0,20 3 0 0 0,12-2-161 0 0,-45 0 190 0 0,0-1 0 0 0,0 0 0 0 0,0 1 0 0 0,0 0 0 0 0,0 0 0 0 0,0 0-1 0 0,0 0 1 0 0,-1 0 0 0 0,1 1 0 0 0,0-1 0 0 0,-1 1 0 0 0,1 0 0 0 0,-1 0 0 0 0,1 0 0 0 0,-1 0 0 0 0,0 0 0 0 0,0 0-1 0 0,0 0 1 0 0,0 1 0 0 0,2 3 0 0 0,-4-6 49 0 0,7 13 886 0 0,-6-12-898 0 0,0 1 0 0 0,0 0 0 0 0,1-1 1 0 0,-1 1-1 0 0,0 0 0 0 0,-1 0 0 0 0,1 0 1 0 0,0 0-1 0 0,0 0 0 0 0,0 4 1 0 0,-1-5-56 0 0,0 0 1 0 0,0-1 0 0 0,0 1 0 0 0,0 0 0 0 0,0-1-1 0 0,0 1 1 0 0,0-1 0 0 0,1 1 0 0 0,-1 0 0 0 0,0-1-1 0 0,1 1 1 0 0,-1 0 0 0 0,0-1 0 0 0,1 1 0 0 0,-1-1-1 0 0,0 1 1 0 0,1-1 0 0 0,-1 1 0 0 0,1-1 0 0 0,-1 1-1 0 0,1-1 1 0 0,-1 0 0 0 0,1 1 0 0 0,-1-1 0 0 0,1 0-1 0 0,0 1 1 0 0,-1-1 0 0 0,2 0 0 0 0,9 8 73 0 0,43 37 70 0 0,-22-6 867 0 0,-32-39-979 0 0,-1 1 0 0 0,1-1 1 0 0,-1 0-1 0 0,1 0 0 0 0,-1 0 0 0 0,1 0 0 0 0,-1 0 0 0 0,1 1 0 0 0,-1-1 0 0 0,1 0 0 0 0,-1 0 0 0 0,1 0 0 0 0,0 0 1 0 0,-1 0-1 0 0,1-1 0 0 0,-1 1 0 0 0,1 0 0 0 0,-1 0 0 0 0,1 0 0 0 0,-1 0 0 0 0,1 0 0 0 0,-1-1 0 0 0,1 1 0 0 0,-1 0 0 0 0,1 0 1 0 0,0-1-1 0 0,-1 1 0 0 0,1-1 0 0 0,-17-6-293 0 0,-30-25-1517 0 0,-65-59 0 0 0,111 91 1803 0 0,-2-3 8 0 0,0 1-1 0 0,0 0 0 0 0,0-1 1 0 0,0 0-1 0 0,1 0 0 0 0,-1 0 1 0 0,1 0-1 0 0,0 0 0 0 0,0 0 1 0 0,0 0-1 0 0,0-1 0 0 0,1 1 1 0 0,-1-1-1 0 0,1 0 1 0 0,0 1-1 0 0,0-1 0 0 0,0 0 1 0 0,1 1-1 0 0,-1-1 0 0 0,1 0 1 0 0,0 0-1 0 0,1-7 0 0 0,-7 7 708 0 0,4 3-369 0 0,7 4-489 0 0,-1-1 154 0 0,-1-1 0 0 0,0 1 1 0 0,0 1-1 0 0,0-1 0 0 0,-1 0 0 0 0,1 1 0 0 0,-1-1 1 0 0,1 1-1 0 0,-1 0 0 0 0,3 3 0 0 0,20 36 481 0 0,-15-23-350 0 0,58 115 119 0 0,-64-126-177 0 0,-2-4-32 0 0,-1-1 0 0 0,1 0 0 0 0,-1 1 0 0 0,0-1 0 0 0,0 1 0 0 0,1 6 677 0 0,59-23-1157 0 0,62 21 1113 0 0,-123-8-661 0 0,-1 1 0 0 0,1-1 1 0 0,-1 1-1 0 0,1-1 1 0 0,0 1-1 0 0,-1-1 0 0 0,1 0 1 0 0,-1 1-1 0 0,1-1 1 0 0,-1 0-1 0 0,0 1 0 0 0,1-1 1 0 0,-1 0-1 0 0,1 0 0 0 0,-1 1 1 0 0,1-1-1 0 0,-1 0 1 0 0,0 0-1 0 0,1 0 0 0 0,-1 0 1 0 0,0 0-1 0 0,1 0 1 0 0,-1 0-1 0 0,1 0 0 0 0,-1 0 1 0 0,0 0-1 0 0,1 0 1 0 0,-2-1-1 0 0,0 1 140 0 0,2 0-138 0 0,-9-8 324 0 0,-4-56-120 0 0,12-118-798 0 0,2 96 361 0 0,-1 70 178 0 0,-1 5 3 0 0,1 0 0 0 0,3-23 0 0 0,-2 34 4 0 0,-1-1 0 0 0,0 1-1 0 0,0 0 1 0 0,0 0 0 0 0,0-1-1 0 0,0 1 1 0 0,0 0-1 0 0,1-1 1 0 0,-1 1 0 0 0,0 0-1 0 0,0 0 1 0 0,1-1 0 0 0,-1 1-1 0 0,0 0 1 0 0,0 0-1 0 0,1-1 1 0 0,-1 1 0 0 0,0 0-1 0 0,0 0 1 0 0,1 0 0 0 0,-1 0-1 0 0,0 0 1 0 0,1-1-1 0 0,-1 1 1 0 0,0 0 0 0 0,1 0-1 0 0,-1 0 1 0 0,0 0 0 0 0,1 0-1 0 0,-1 0 1 0 0,0 0 0 0 0,1 0-1 0 0,-1 0 1 0 0,0 0-1 0 0,1 0 1 0 0,-1 0 0 0 0,0 0-1 0 0,1 1 1 0 0,-1-1 0 0 0,0 0-1 0 0,1 0 1 0 0,-1 0-1 0 0,0 0 1 0 0,0 0 0 0 0,1 1-1 0 0,-1-1 1 0 0,0 0 0 0 0,0 0-1 0 0,1 1 1 0 0,-1-1-1 0 0,0 0 1 0 0,0 0 0 0 0,0 1-1 0 0,1-1 1 0 0,16 17 68 0 0,-15-14-107 0 0,46 43-14 0 0,-25-24 77 0 0,32 38 0 0 0,-51-55-108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4:36.8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145 35 876 0 0,'2'-2'4182'0'0,"0"0"-3533"0"0,0 0 0 0 0,0-1 0 0 0,0 1 0 0 0,0 0 0 0 0,0 0 1 0 0,1 0-1 0 0,-1 1 0 0 0,1-1 0 0 0,4-2 0 0 0,-8 4-499 0 0,1-1-1 0 0,0 0 1 0 0,0 1-1 0 0,0-1 1 0 0,0 1-1 0 0,-1-1 1 0 0,1 1-1 0 0,0-1 1 0 0,-1 0-1 0 0,1 1 1 0 0,0-1-1 0 0,-1 1 1 0 0,1-1-1 0 0,-1 1 1 0 0,1 0-1 0 0,-1-1 1 0 0,1 1-1 0 0,-1-1 1 0 0,1 1-1 0 0,-1 0 1 0 0,0-1-1 0 0,0 1-141 0 0,0 0 0 0 0,0 0 1 0 0,0 0-1 0 0,0 0 0 0 0,0 0 0 0 0,0 1 0 0 0,0-1 1 0 0,0 0-1 0 0,0 0 0 0 0,0 1 0 0 0,1-1 0 0 0,-1 1 0 0 0,0-1 1 0 0,0 1-1 0 0,0-1 0 0 0,0 1 0 0 0,1-1 0 0 0,-1 1 1 0 0,0 0-1 0 0,1-1 0 0 0,-1 1 0 0 0,0 0 0 0 0,1 0 0 0 0,-1-1 1 0 0,1 1-1 0 0,-1 0 0 0 0,1 0 0 0 0,-1 0 0 0 0,1 0 1 0 0,0 0-1 0 0,-1 0 0 0 0,1 0 0 0 0,0 0 0 0 0,0 0 1 0 0,0 1-1 0 0,-4 13-69 0 0,0 1 1 0 0,1 0 0 0 0,1 1-1 0 0,0 20 1 0 0,2-37 76 0 0,0 1 0 0 0,0-1 0 0 0,0 1 0 0 0,0-1 0 0 0,0 1 0 0 0,0-1 0 0 0,0 1 0 0 0,0-1 0 0 0,0 1 0 0 0,0-1 0 0 0,0 1 0 0 0,-1-1 0 0 0,1 1 0 0 0,0-1 0 0 0,0 1 0 0 0,0-1 0 0 0,-1 0 0 0 0,1 1 0 0 0,0-1 0 0 0,-1 1 0 0 0,1-1 0 0 0,0 0 0 0 0,-1 1 0 0 0,1-1 0 0 0,-1 0 0 0 0,1 1 0 0 0,0-1 0 0 0,-1 0 0 0 0,1 0 0 0 0,-1 1 0 0 0,-15-4 124 0 0,15 3-178 0 0,-36-1-127 0 0,30 3 113 0 0,-1 1 0 0 0,0 0 1 0 0,1 0-1 0 0,0 1 0 0 0,0 0 0 0 0,-11 7 0 0 0,18-11 41 0 0,0 1 0 0 0,0-1-1 0 0,0 0 1 0 0,0 0 0 0 0,-1 0-1 0 0,1 0 1 0 0,0 0 0 0 0,0 0-1 0 0,0 0 1 0 0,0 0 0 0 0,0 0-1 0 0,0 0 1 0 0,0 1 0 0 0,0-1-1 0 0,-1 0 1 0 0,1 0 0 0 0,0 0-1 0 0,0 0 1 0 0,0 0 0 0 0,0 0-1 0 0,0 0 1 0 0,0 1 0 0 0,0-1-1 0 0,0 0 1 0 0,0 0 0 0 0,0 0-1 0 0,0 0 1 0 0,0 0 0 0 0,0 1-1 0 0,0-1 1 0 0,0 0 0 0 0,0 0-1 0 0,0 0 1 0 0,0 0 0 0 0,0 0-1 0 0,0 1 1 0 0,0-1 0 0 0,0 0-1 0 0,0 0 1 0 0,0 0 0 0 0,0 0-1 0 0,0 0 1 0 0,1 0 0 0 0,-1 0-1 0 0,0 1 1 0 0,0-1 0 0 0,0 0-1 0 0,0 0 1 0 0,10 3-50 0 0,15-2 315 0 0,-23-1-283 0 0,7-1 41 0 0,0 0 1 0 0,0-1-1 0 0,-1 1 1 0 0,13-6-1 0 0,-15 5-45 0 0,0 0 0 0 0,0 0-1 0 0,1 1 1 0 0,-1 0 0 0 0,0 0 0 0 0,1 0-1 0 0,-1 1 1 0 0,0-1 0 0 0,1 2 0 0 0,11 1 0 0 0,-16-1 30 0 0,0 0 0 0 0,0 0 0 0 0,-1 0 0 0 0,1 0 0 0 0,0 1 0 0 0,-1-1 0 0 0,1 0 0 0 0,-1 1 1 0 0,0 0-1 0 0,1-1 0 0 0,-1 1 0 0 0,0 0 0 0 0,0 0 0 0 0,0-1 0 0 0,1 3 0 0 0,-1-1 3 0 0,0-1-1 0 0,0 0 1 0 0,0 0-1 0 0,1 1 1 0 0,-1-1-1 0 0,1 0 1 0 0,0-1-1 0 0,-1 1 0 0 0,1 0 1 0 0,0 0-1 0 0,0-1 1 0 0,3 3-1 0 0,1-2-11 0 0,-1 1-1 0 0,1 0 0 0 0,-1 0 0 0 0,0 0 0 0 0,7 7 401 0 0,-12-10-380 0 0,-3 0-5 0 0,-7 0-10 0 0,-12 2-98 0 0,21-1 99 0 0,0 0 0 0 0,1-1 0 0 0,-1 1 0 0 0,0 0 0 0 0,0 0 0 0 0,1 0 1 0 0,-1 0-1 0 0,0 0 0 0 0,1 0 0 0 0,-1 0 0 0 0,1 0 0 0 0,-1 0 0 0 0,1 1 0 0 0,0-1 0 0 0,-1 2 0 0 0,-1 7-42 0 0,0 0-1 0 0,1-1 1 0 0,1 1 0 0 0,-1 0-1 0 0,2 11 1 0 0,0 1-23 0 0,-1-22 57 0 0,0 1 9 0 0,-1-1 4 0 0,1 1 0 0 0,0 0 0 0 0,0-1 0 0 0,0 1 0 0 0,0 0-1 0 0,0-1 1 0 0,0 1 0 0 0,1 0 0 0 0,-1-1 0 0 0,0 1 0 0 0,0 0-1 0 0,0-1 1 0 0,1 1 0 0 0,-1-1 0 0 0,0 1 0 0 0,0 0 0 0 0,1-1 0 0 0,-1 1-1 0 0,1-1 1 0 0,-1 1 0 0 0,0-1 0 0 0,1 1 0 0 0,-1-1 0 0 0,1 1 0 0 0,-1-1-1 0 0,1 0 1 0 0,0 1 0 0 0,-1-1 0 0 0,1 0 0 0 0,-1 1 0 0 0,1-1 0 0 0,0 0-1 0 0,-1 0 1 0 0,1 0 0 0 0,0 1 0 0 0,0-1 115 0 0,10-15-137 0 0,26-91 258 0 0,-32 90-182 0 0,-1-1 0 0 0,-1 0-1 0 0,-1-1 1 0 0,1-23 0 0 0,-3 36-25 0 0,0-17 10 0 0,0 22-39 0 0,0-1-1 0 0,0 1 1 0 0,0-1-1 0 0,0 1 0 0 0,0-1 1 0 0,0 0-1 0 0,0 1 1 0 0,0-1-1 0 0,0 1 1 0 0,0-1-1 0 0,0 1 1 0 0,-1-1-1 0 0,1 1 1 0 0,0-1-1 0 0,0 0 0 0 0,-1 1 1 0 0,1 0-1 0 0,0-1 1 0 0,0 1-1 0 0,-1-1 1 0 0,1 1-1 0 0,-1-1 1 0 0,0 1-75 0 0,21 11-1182 0 0,-4-7 1114 0 0,0-1 0 0 0,0 0 0 0 0,0-1-1 0 0,0-1 1 0 0,1 0 0 0 0,26-3 0 0 0,3 1 995 0 0,-74-5-919 0 0,19 6-1 0 0,1 1 0 0 0,-1-1 0 0 0,-13 4 1 0 0,20-3 56 0 0,0-1 1 0 0,0 1 0 0 0,0-1 0 0 0,0 1-1 0 0,0 0 1 0 0,0 0 0 0 0,0 0 0 0 0,0 0 0 0 0,0 0-1 0 0,0 0 1 0 0,1 1 0 0 0,-1-1 0 0 0,0 1-1 0 0,1-1 1 0 0,-1 1 0 0 0,1-1 0 0 0,0 1 0 0 0,-1 0-1 0 0,0 2 1 0 0,0-2 51 0 0,1-1 1 0 0,-1 0-1 0 0,0 1 0 0 0,1-1 0 0 0,-1 0 1 0 0,0 0-1 0 0,0 0 0 0 0,0 0 0 0 0,1-1 1 0 0,-1 1-1 0 0,0 0 0 0 0,0-1 0 0 0,0 0 1 0 0,-4 1-1 0 0,-32 4 252 0 0,-4-11 368 0 0,65 2-5446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34:38.2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57 0 15300,'-56'633'0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34:40.64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 1 16086,'0'498'0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25.6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458 32 616 0 0,'-3'-4'18916'0'0,"1"3"-18398"0"0,-186 8 476 0 0,170-7-945 0 0,0 0 1 0 0,0-1-1 0 0,1-1 0 0 0,-32-8 1 0 0,-45-10-202 0 0,44 20-132 0 0,50 0 243 0 0,3 2-70 0 0,0 0 1 0 0,0 0-1 0 0,0 1 0 0 0,0-1 1 0 0,0 1-1 0 0,0 0 1 0 0,2 4-1 0 0,-3-6 36 0 0,15 20 13 0 0,19 27-1 0 0,4 5 32 0 0,-18-24 19 0 0,-14-18 11 0 0,1 0 1 0 0,0-1-1 0 0,0 0 0 0 0,18 14 0 0 0,-18-17-1 0 0,-6-4 4 0 0,-1-1 0 0 0,1 0 0 0 0,0 0 0 0 0,0 0 0 0 0,0 0 1 0 0,0-1-1 0 0,0 1 0 0 0,0-1 0 0 0,0 0 0 0 0,1 0 0 0 0,-1 0 0 0 0,0 0 0 0 0,6 0 0 0 0,-2 0-26 0 0,1 0 0 0 0,-1 0-1 0 0,0 1 1 0 0,8 2 0 0 0,14 4-42 0 0,5-6-27 0 0,-26-2 0 0 0,-1 0 0 0 0,0 0 1 0 0,13 3-1 0 0,41 7-15 0 0,-58-9 67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07.4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389 10 1400 0 0,'0'0'9436'0'0,"-11"-10"-5585"0"0,6 11-3816 0 0,0 0 1 0 0,1 1 0 0 0,-1-1-1 0 0,0 1 1 0 0,1 0 0 0 0,0 0-1 0 0,-6 3 1 0 0,-11 5 4 0 0,-1-1-33 0 0,0 1 0 0 0,1 0-1 0 0,0 1 1 0 0,1 2 0 0 0,1 0 0 0 0,0 1 0 0 0,0 0 0 0 0,-22 25-1 0 0,25-22 31 0 0,0-1 0 0 0,-2-1 0 0 0,-22 17 0 0 0,38-31-59 0 0,0 0 0 0 0,1 0 0 0 0,0 0 0 0 0,-1 1 0 0 0,1-1 0 0 0,0 0 0 0 0,-1 1 0 0 0,1 0 0 0 0,0-1 0 0 0,0 1 0 0 0,0-1 0 0 0,1 1-1 0 0,-1 0 1 0 0,0 0 0 0 0,0 0 0 0 0,1-1 0 0 0,0 1 0 0 0,-1 0 0 0 0,1 0 0 0 0,0 0 0 0 0,0 0 0 0 0,0 0 0 0 0,0 0 0 0 0,0 0 0 0 0,0 0 0 0 0,0-1-1 0 0,1 1 1 0 0,0 3 0 0 0,10 5 3 0 0,-10-9 17 0 0,1 0 0 0 0,-1-1 0 0 0,0 1 0 0 0,0 0 0 0 0,0 0 0 0 0,0 0 1 0 0,0 0-1 0 0,0 0 0 0 0,-1 0 0 0 0,1 0 0 0 0,0 0 0 0 0,0 2 0 0 0,14 19 8 0 0,-13-20-12 0 0,0 1 1 0 0,1 0-1 0 0,-2 0 0 0 0,1 0 1 0 0,0 0-1 0 0,2 6 0 0 0,-3-8-14 0 0,-1 0 0 0 0,1 0 0 0 0,0 0-1 0 0,0 0 1 0 0,0 0 0 0 0,0 0 0 0 0,0-1 0 0 0,0 1-1 0 0,1 0 1 0 0,-1-1 0 0 0,0 1 0 0 0,0 0 0 0 0,0-1-1 0 0,1 0 1 0 0,-1 1 0 0 0,0-1 0 0 0,0 0-1 0 0,1 1 1 0 0,-1-1 0 0 0,0 0 0 0 0,1 0 0 0 0,-1 0-1 0 0,0 0 1 0 0,1 0 0 0 0,-1-1 0 0 0,2 1-1 0 0,2-1-22 0 0,1 1 0 0 0,-1-1 0 0 0,1 0-1 0 0,-1 0 1 0 0,8-4 0 0 0,9-6-269 0 0,0 2 1 0 0,0 0-1 0 0,0 1 0 0 0,1 1 0 0 0,44-6 1 0 0,-37 7 333 0 0,0-1 0 0 0,-1-1-1 0 0,35-14 1 0 0,-31 10-434 0 0,66-16 0 0 0,-61 23 238 0 0,0 0 1 0 0,53 2 1257 0 0,-114 14-189 0 0,-4-9-698 0 0,17-2-175 0 0,0 1 0 0 0,1-1 0 0 0,-20-3 0 0 0,23 1-33 0 0,1-1 1 0 0,0 0-1 0 0,-1-1 1 0 0,1 1-1 0 0,0-1 1 0 0,1 0-1 0 0,-1 0 1 0 0,1-1-1 0 0,-1 1 1 0 0,-4-9-1 0 0,-3 0-72 0 0,5 5 12 0 0,0 0 0 0 0,1 0 0 0 0,0 0 0 0 0,1-1 0 0 0,-1 0 0 0 0,2 0 0 0 0,-1 0 1 0 0,2-1-1 0 0,-5-13 0 0 0,6 16-37 0 0,2 6 298 0 0,-20 1 362 0 0,10 0-462 0 0,-1 0 0 0 0,1 1 0 0 0,-1 0-1 0 0,1 0 1 0 0,0 1 0 0 0,-16 6 0 0 0,25-6-153 0 0,0 0-1 0 0,0 0 1 0 0,0 1 0 0 0,0-1-1 0 0,0 0 1 0 0,1 1 0 0 0,-1-1-1 0 0,1 1 1 0 0,-1-1 0 0 0,1 5-1 0 0,-3 14 92 0 0,1-16-31 0 0,-1 0 1 0 0,1-1-1 0 0,-1 1 1 0 0,0-1-1 0 0,0 0 1 0 0,0 1-1 0 0,-1-2 1 0 0,1 1 0 0 0,-1 0-1 0 0,0-1 1 0 0,0 1-1 0 0,0-1 1 0 0,0 0-1 0 0,-1-1 1 0 0,1 1-1 0 0,-1-1 1 0 0,0 0-1 0 0,0 0 1 0 0,0 0-1 0 0,0-1 1 0 0,0 0-1 0 0,0 0 1 0 0,0 0-1 0 0,-9 0 1 0 0,14-3-116 0 0,-1-1 0 0 0,1 0-1 0 0,0 0 1 0 0,-1 0 0 0 0,1 1 0 0 0,0-1 0 0 0,1 0 0 0 0,-1 0 0 0 0,0 1 0 0 0,1-1-1 0 0,1-5 1 0 0,11-5 54 0 0,-12 13 219 0 0,-22 9 361 0 0,-29 27-492 0 0,49-35-49 0 0,-39-5 1094 0 0,39 4-1121 0 0,2 1-253 0 0,-1 1 284 0 0,1-1 0 0 0,0 0-1 0 0,-1 0 1 0 0,1 0 0 0 0,0 1 0 0 0,0-1-1 0 0,0 0 1 0 0,-1 0 0 0 0,1 0 0 0 0,1 0 0 0 0,-1 0-1 0 0,0-1 1 0 0,0 1 0 0 0,0 0 0 0 0,0 0 0 0 0,0-1-1 0 0,1 1 1 0 0,-1-1 0 0 0,3 1 0 0 0,30 10 23 0 0,-27-9-1 0 0,0-2 0 0 0,0 1 1 0 0,0-1-1 0 0,0 0 0 0 0,0-1 1 0 0,0 1-1 0 0,0-1 1 0 0,0-1-1 0 0,8-2 0 0 0,3-2-234 0 0,34-18 0 0 0,-37 17 151 0 0,0-1 0 0 0,1 2 1 0 0,28-8-1 0 0,-43 14 96 0 0,0-1 0 0 0,0 1 0 0 0,0 0 0 0 0,0 0 0 0 0,1 0 0 0 0,-1 0 0 0 0,0 0 0 0 0,0 0 0 0 0,0 0 0 0 0,0 0 0 0 0,1 0-1 0 0,-1 1 1 0 0,0-1 0 0 0,0 0 0 0 0,0 1 0 0 0,0-1 0 0 0,0 1 0 0 0,0-1 0 0 0,0 1 0 0 0,0-1 0 0 0,0 1 0 0 0,0 0 0 0 0,0 0 0 0 0,0-1 0 0 0,-1 1-1 0 0,1 0 1 0 0,0 0 0 0 0,0 0 0 0 0,-1 0 0 0 0,1 0 0 0 0,-1 0 0 0 0,1 0 0 0 0,-1 0 0 0 0,1 0 0 0 0,-1 0 0 0 0,1 0 0 0 0,-1 0 0 0 0,0 0-1 0 0,0 1 1 0 0,0-1 0 0 0,1 0 0 0 0,-1 0 0 0 0,-1 2 0 0 0,1-3 24 0 0,1 2 106 0 0,0-2-124 0 0,-1 0 1 0 0,0 0-1 0 0,0 0 0 0 0,0 1 1 0 0,0-1-1 0 0,1 0 0 0 0,-1 0 0 0 0,0 0 1 0 0,0 1-1 0 0,0-1 0 0 0,0 0 1 0 0,0 0-1 0 0,0 0 0 0 0,0 1 0 0 0,0-1 1 0 0,0 0-1 0 0,0 0 0 0 0,1 0 1 0 0,-1 1-1 0 0,0-1 0 0 0,0 0 1 0 0,0 0-1 0 0,0 1 0 0 0,0-1 0 0 0,-1 0 1 0 0,1 0-1 0 0,0 1 0 0 0,0-1 1 0 0,0 0-1 0 0,0 0 0 0 0,0 0 0 0 0,0 1 1 0 0,0-1-1 0 0,0 0 0 0 0,0 0 1 0 0,-1 0-1 0 0,1 1 0 0 0,0-1 0 0 0,0 0 1 0 0,0 0-1 0 0,0 0 0 0 0,-1 0 1 0 0,1 0-1 0 0,0 1 0 0 0,0-1 0 0 0,0 0 1 0 0,-1 0-1 0 0,1 0 0 0 0,0 0 1 0 0,0 0-1 0 0,0 0 0 0 0,-1 0 0 0 0,1 0 1 0 0,0 0-1 0 0,0 0 0 0 0,-1 0 1 0 0,1 0-1 0 0,-5 2-65 0 0,1 0 0 0 0,0 0 0 0 0,-1 1 0 0 0,1-1 0 0 0,0 1 0 0 0,0 0 0 0 0,-6 6 0 0 0,3-4-118 0 0,5-2 46 0 0,1-3 149 0 0,1 1 1 0 0,0-1-1 0 0,-1 0 1 0 0,1 1-1 0 0,-1-1 1 0 0,1 0-1 0 0,0 0 1 0 0,-1 0-1 0 0,1 1 1 0 0,-1-1-1 0 0,1 0 1 0 0,-1 0-1 0 0,1 0 0 0 0,-1 0 1 0 0,1 0-1 0 0,-1 0 1 0 0,1 0-1 0 0,-1 0 1 0 0,1 0-1 0 0,-1 0 1 0 0,1 0-1 0 0,-1 0 1 0 0,-33 1-108 0 0,-58 11 0 0 0,49-5 369 0 0,-4-6 339 0 0,25-2-130 0 0,21 1-493 0 0,21 2-654 0 0,-9 0 679 0 0,0 0 0 0 0,1-1 0 0 0,-1 0 0 0 0,1-1 0 0 0,-1 0-1 0 0,1-1 1 0 0,-1 0 0 0 0,0-1 0 0 0,1 0 0 0 0,-1-1 0 0 0,0 0 0 0 0,15-7 0 0 0,-18 7-110 0 0,-1 0-1 0 0,1 1 1 0 0,0 0-1 0 0,0 0 1 0 0,0 1-1 0 0,0 0 1 0 0,0 0-1 0 0,9 1 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09.9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440 0 5785 0 0,'-2'4'12044'0'0,"-21"23"-12129"0"0,-1-2 1 0 0,-1-1 0 0 0,-51 39-1 0 0,57-48 78 0 0,-72 52-206 0 0,-19 16-286 0 0,49-31 333 0 0,58-50 140 0 0,-2 2-64 0 0,9-3-763 0 0,-4-1 837 0 0,33 2 808 0 0,-8 2-791 0 0,1 0-1 0 0,-1 2 1 0 0,0 1 0 0 0,0 1-1 0 0,26 13 1 0 0,-32-11 9 0 0,0-1-1 0 0,0-1 1 0 0,1-1 0 0 0,24 5 0 0 0,-38-10-33 0 0,0-1 0 0 0,0 1 0 0 0,0 0 0 0 0,-1 0 0 0 0,1 1 0 0 0,-1-1 0 0 0,1 1 0 0 0,-1 1 0 0 0,0-1 0 0 0,7 6 0 0 0,24 25 61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10.7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 27 448 0 0,'0'0'8780'0'0,"-4"-20"-6300"0"0,-12 13-4198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12.1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98 8 996 0 0,'-26'-4'679'0'0,"-1"0"126"0"0,-17 18 16872 0 0,44-13-17710 0 0,1 1 6 0 0,0-1 0 0 0,-1 0 0 0 0,1 1 0 0 0,0-1 0 0 0,0 0 0 0 0,0 0 0 0 0,0 0 0 0 0,0 0 0 0 0,2 2 0 0 0,155 118-393 0 0,-93-67-936 0 0,-54-44 1356 0 0,0-1 1 0 0,1 0 0 0 0,0-1 0 0 0,1-1 0 0 0,23 11-1 0 0,-2-2 18 0 0,8 3-10 0 0,-41-19 20 0 0,-1 0-54 0 0,1 1 0 0 0,0-1 0 0 0,0 0 0 0 0,0 0 0 0 0,-1 1 0 0 0,1-1 0 0 0,0 0 0 0 0,-1 1 0 0 0,1-1 1 0 0,0 0-1 0 0,-1 1 0 0 0,1-1 0 0 0,0 1 0 0 0,-1-1 0 0 0,1 1 0 0 0,-1 0 0 0 0,1-1 0 0 0,-1 1 0 0 0,1 0 0 0 0,-1-1 1 0 0,1 2-1 0 0,-1-1 156 0 0,-3 4-420 0 0,-54 30-237 0 0,-30 16 528 0 0,74-44 10 0 0,0-1 1 0 0,0-1 0 0 0,-1 0-1 0 0,-26 5 1 0 0,-34 11 43 0 0,54-14-59 0 0,16-5-1 0 0,1-1 0 0 0,-1 0-1 0 0,1 1 1 0 0,-1-1 0 0 0,1-1 0 0 0,-1 1 0 0 0,-7 0 0 0 0,11-1 32 0 0,19-6-532 0 0,-2-5 229 0 0,-12 8-77 0 0,0 1 0 0 0,0-1 0 0 0,0-1 0 0 0,-1 1 0 0 0,1-1 0 0 0,-1 0 0 0 0,0 0 1 0 0,0 0-1 0 0,-1 0 0 0 0,1-1 0 0 0,3-6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14.3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7 143 1268 0 0,'0'0'7671'0'0,"-1"-2"-6950"0"0,-5-10 1340 0 0,11 23 636 0 0,68 119-1506 0 0,-72-127-1174 0 0,0-1 0 0 0,1 1-1 0 0,-1-1 1 0 0,0 1 0 0 0,0 0-1 0 0,-1 0 1 0 0,1-1 0 0 0,-1 1-1 0 0,1 0 1 0 0,-1 0 0 0 0,0 0-1 0 0,0 3 1 0 0,-1-4-6 0 0,0 0 0 0 0,1 0 0 0 0,-1 0 0 0 0,0 0-1 0 0,0 0 1 0 0,-1-1 0 0 0,1 1 0 0 0,0 0 0 0 0,0-1 0 0 0,-1 1 0 0 0,1-1 0 0 0,-1 1 0 0 0,0-1 0 0 0,1 0-1 0 0,-1 0 1 0 0,0 0 0 0 0,-2 2 0 0 0,3-3-5 0 0,-3 3 34 0 0,1-1 0 0 0,-1 0 1 0 0,0 0-1 0 0,0 0 0 0 0,-8 2 0 0 0,12-4-5 0 0,2-6-7 0 0,0 1 1 0 0,0 0-1 0 0,1 0 0 0 0,-1 0 1 0 0,1 0-1 0 0,1 0 0 0 0,-1 1 1 0 0,1-1-1 0 0,5-5 0 0 0,-2 2-59 0 0,3-7 9 0 0,0 1 0 0 0,-1-2 0 0 0,-1 1 0 0 0,12-32 0 0 0,-8 19 31 0 0,-9 17 18 0 0,0-1 1 0 0,0 0-1 0 0,-1 1 1 0 0,-1-1-1 0 0,0 0 1 0 0,0 0-1 0 0,-2-13 1 0 0,1 15-60 0 0,0 9-29 0 0,2 0-32 0 0,0 0 53 0 0,0 0 0 0 0,0 0-1 0 0,0 0 1 0 0,0 0 0 0 0,0 0-1 0 0,0 0 1 0 0,0 1 0 0 0,1-1-1 0 0,-1 1 1 0 0,0-1 0 0 0,0 1 0 0 0,3 0-1 0 0,37 0-47 0 0,-23 1 58 0 0,42 1 501 0 0,-74-28-832 0 0,10 25 342 0 0,0 0 1 0 0,0 0-1 0 0,0 1 1 0 0,0-1 0 0 0,0 1-1 0 0,0-1 1 0 0,0 1-1 0 0,-1 0 1 0 0,1 0-1 0 0,0 0 1 0 0,0 1-1 0 0,0-1 1 0 0,-4 2-1 0 0,-36 15-33 0 0,33-12 23 0 0,-4 4 15 0 0,11-7 24 0 0,0 0 0 0 0,0 0 0 0 0,-1 0 0 0 0,1-1 0 0 0,0 1-1 0 0,-1-1 1 0 0,-6 2 0 0 0,10-2-3 0 0,0 0-1 0 0,0-1-16 0 0,14-6-547 0 0,-12 6 559 0 0,-1 0 1 0 0,0 0-1 0 0,0 0 0 0 0,1-1 0 0 0,-1 1 0 0 0,0 0 0 0 0,0-1 0 0 0,0 1 0 0 0,1-1 0 0 0,-1 0 0 0 0,0 1 0 0 0,0-1 0 0 0,0 0 0 0 0,0 0 0 0 0,1-1 0 0 0,8-9 77 0 0,-4 6 122 0 0,-8 6 365 0 0,1 0-634 0 0,1-1-1 0 0,0 0 0 0 0,-1 0 0 0 0,1 0 1 0 0,0 1-1 0 0,-1-1 0 0 0,1 0 0 0 0,0 0 1 0 0,0 1-1 0 0,-1-1 0 0 0,1 0 0 0 0,0 1 0 0 0,0-1 1 0 0,0 0-1 0 0,-1 1 0 0 0,1-1 0 0 0,0 0 1 0 0,0 1-1 0 0,0-1 0 0 0,0 0 0 0 0,0 1 1 0 0,0-1-1 0 0,0 0 0 0 0,0 1 0 0 0,0-1 0 0 0,0 1 1 0 0,0-1-1 0 0,0 0 0 0 0,0 1 0 0 0,0-1 1 0 0,0 0-1 0 0,0 1 0 0 0,0-1 0 0 0,0 1 1 0 0,0-1-1 0 0,1 0 0 0 0,-1 1 0 0 0,0-1 0 0 0,0 0 1 0 0,0 1-1 0 0,1-1 0 0 0,-1 0 0 0 0,0 0 1 0 0,0 1-1 0 0,1-1 0 0 0,-1 0 0 0 0,0 0 0 0 0,1 1 1 0 0,-1-1-1 0 0,0 0 0 0 0,1 0 0 0 0,-1 0 1 0 0,0 0-1 0 0,1 1 0 0 0,-1-1 0 0 0,0 0 1 0 0,1 0-1 0 0,-1 0 0 0 0,0 0 0 0 0,1 0 0 0 0,0 0 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15.7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109 32 1412 0 0,'0'0'8072'0'0,"-13"0"-7758"0"0,-41 0-86 0 0,51 0-83 0 0,1 0 1 0 0,0 0 0 0 0,-1 0-1 0 0,1 0 1 0 0,0 0 0 0 0,0-1 0 0 0,-1 1-1 0 0,1-1 1 0 0,0 1 0 0 0,0-1-1 0 0,-4-2 1 0 0,-4 0 1888 0 0,86 10-2669 0 0,-69-7 523 0 0,1-1 1 0 0,-1 0-1 0 0,0 0 1 0 0,0-1 0 0 0,0 0-1 0 0,0 0 1 0 0,10-6 0 0 0,17-4 1347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18.3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85 69 5176 0 0,'-1'0'13772'0'0,"3"0"-14460"0"0,53 7 867 0 0,-7 0-78 0 0,156-1-132 0 0,-210-6-3 0 0,-123-4-102 0 0,110 2 156 0 0,-1-1 0 0 0,1-1 0 0 0,0 0 0 0 0,-29-12-1 0 0,-19-12 9 0 0,66 28-26 0 0,0-1 0 0 0,0 1 0 0 0,0-1 1 0 0,0 1-1 0 0,0-1 0 0 0,0 0 0 0 0,0 0 1 0 0,0 0-1 0 0,0 1 0 0 0,1-1 1 0 0,-1 0-1 0 0,0 0 0 0 0,0 0 0 0 0,1 0 1 0 0,-2-2-1 0 0,-7-8-162 0 0,9 11 156 0 0,-41-2-461 0 0,41 2 410 0 0,19 9-653 0 0,-1 0 741 0 0,-1-1 0 0 0,1 0 1 0 0,0-1-1 0 0,35 8 0 0 0,79 7 259 0 0,-56-14-686 0 0,-76-9 43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19.7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391 8 2240 0 0,'-5'-8'12915'0'0,"-3"9"-12750"0"0,0 1 0 0 0,0 0-1 0 0,0 0 1 0 0,0 0-1 0 0,1 1 1 0 0,-15 7-1 0 0,-7 3 81 0 0,-4-1-47 0 0,-7 4-37 0 0,0-2 0 0 0,-58 12 0 0 0,86-25-40 0 0,0 0 1 0 0,-19 0-1 0 0,10-2-62 0 0,21 1-104 0 0,3 1-137 0 0,1 0 160 0 0,0-1 0 0 0,-1 1-1 0 0,1-1 1 0 0,0 0 0 0 0,4-1 0 0 0,-4 1-5 0 0,28-1-157 0 0,0-2 0 0 0,0-2-1 0 0,0 0 1 0 0,-1-2 0 0 0,0-2 0 0 0,-1-1 0 0 0,55-25-1 0 0,-73 28 131 0 0,-10 6 59 0 0,0 0 0 0 0,0-1 0 0 0,0 1 0 0 0,0 0 0 0 0,0 1 0 0 0,0-1 0 0 0,0 0 0 0 0,0 0 1 0 0,0 1-1 0 0,3-1 0 0 0,-4 1-1 0 0,0-1-49 0 0,1 0 1 0 0,-1 1 0 0 0,0-1 0 0 0,1 1-1 0 0,0-1 1 0 0,-1 1 0 0 0,1-1-1 0 0,-1 1 1 0 0,1 0 0 0 0,-1 0-1 0 0,1 0 1 0 0,1 0 0 0 0,13-1-6173 0 0,-14 1 5275 0 0,-28 2-7124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28.6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76 150 2620 0 0,'0'0'7523'0'0,"-4"19"-3955"0"0,4 33 337 0 0,27-53-3245 0 0,-7-6-639 0 0,1-1 1 0 0,-2-1 0 0 0,1 0 0 0 0,19-14 0 0 0,31-14-291 0 0,-30 19 145 0 0,-20 10 83 0 0,0 0 0 0 0,0-2 0 0 0,-1-1 0 0 0,31-21 0 0 0,-50 32 26 0 0,1-1 0 0 0,-1 1 1 0 0,0 0-1 0 0,1 0 0 0 0,-1 0 0 0 0,0 0 0 0 0,0 0 0 0 0,1 0 1 0 0,-1 0-1 0 0,0 0 0 0 0,0-1 0 0 0,1 1 0 0 0,-1 0 1 0 0,0 0-1 0 0,0 0 0 0 0,0-1 0 0 0,0 1 0 0 0,1 0 0 0 0,-1 0 1 0 0,0 0-1 0 0,0-1 0 0 0,0 1 0 0 0,0 0 0 0 0,0 0 1 0 0,1-1-1 0 0,-1 1 0 0 0,0 0 0 0 0,0 0 0 0 0,0-1 0 0 0,0 1 1 0 0,0 0-1 0 0,0-1 0 0 0,0 1 0 0 0,0 0 0 0 0,0 0 1 0 0,0-1-1 0 0,0 1 0 0 0,0 0 0 0 0,0-1 0 0 0,0 1 0 0 0,-13 0-1552 0 0,-1 1 664 0 0,-29 2 795 0 0,1 1 0 0 0,-53 11 0 0 0,-48 6 1897 0 0,57-13-865 0 0,60-7-794 0 0,25-1-133 0 0,6 2-122 0 0,-1 0 59 0 0,1 0 0 0 0,0-1 0 0 0,-1 1 0 0 0,1-1 0 0 0,0 0 0 0 0,0-1 0 0 0,8 1 0 0 0,-5 0 24 0 0,22 2 8 0 0,1-1 0 0 0,57-4 0 0 0,-74-1 17 0 0,0 0 0 0 0,-1-1 0 0 0,1 0 1 0 0,-1-1-1 0 0,14-8 0 0 0,-3 3 29 0 0,28-18 87 0 0,-49 26-136 0 0,-3 1 30 0 0,1 1 1 0 0,-1 0-1 0 0,0-1 0 0 0,1 1 1 0 0,-1 0-1 0 0,0-1 1 0 0,1 1-1 0 0,-1 0 0 0 0,1 0 1 0 0,-1-1-1 0 0,0 1 1 0 0,1 0-1 0 0,-1 0 0 0 0,1 0 1 0 0,-1-1-1 0 0,1 1 1 0 0,-1 0-1 0 0,1 0 0 0 0,-1 0 1 0 0,1 0-1 0 0,-1 0 0 0 0,1 0 1 0 0,0 0-2 0 0,21-5-258 0 0,35-12-474 0 0,-57 17 763 0 0,1 0 1 0 0,-1 0-1 0 0,0 0 1 0 0,1 0 0 0 0,-1 0-1 0 0,1-1 1 0 0,-1 1-1 0 0,0 0 1 0 0,1 0-1 0 0,-1 0 1 0 0,1 0-1 0 0,-1 0 1 0 0,0 0-1 0 0,1 0 1 0 0,-1 0 0 0 0,1 0-1 0 0,-1 1 1 0 0,0-1-1 0 0,1 0 1 0 0,-1 0-1 0 0,0 0 1 0 0,1 0-1 0 0,-1 0 1 0 0,1 1 0 0 0,-1-1-1 0 0,0 0 1 0 0,1 0-1 0 0,-1 1 1 0 0,0-1-1 0 0,0 0 1 0 0,1 0-1 0 0,-1 1 1 0 0,0-1 0 0 0,0 0-1 0 0,1 1 1 0 0,-1-1-1 0 0,0 1 1 0 0,0-1-1 0 0,0 0 1 0 0,0 1-1 0 0,1-1 1 0 0,-1 0 0 0 0,0 1-1 0 0,0-1 1 0 0,0 1-1 0 0,0-1 1 0 0,0 0-1 0 0,0 1 1 0 0,0-1-1 0 0,0 1 1 0 0,0-1 0 0 0,0 0-1 0 0,0 1 1 0 0,-1-1-1 0 0,1 1 1 0 0,0-1-1 0 0,0 0 1 0 0,-1 1-1 0 0,-6 25 670 0 0,-9 0-474 0 0,12-18-163 0 0,0-1 0 0 0,0 0 1 0 0,-1-1-1 0 0,-6 9 1 0 0,-56 50 294 0 0,-10 11-128 0 0,71-70-214 0 0,1 1 31 0 0,-1-1 0 0 0,1 0-1 0 0,-2 0 1 0 0,1 0 0 0 0,-1-1-1 0 0,-9 6 1 0 0,14-12-307 0 0,3-3 68 0 0,6-5-64 0 0,22-16-183 0 0,13-10-97 0 0,36-40-1 0 0,-28 30 506 0 0,-30 29 13 0 0,-17 13 64 0 0,0 1 0 0 0,0-1 1 0 0,0 0-1 0 0,-1 0 1 0 0,1 0-1 0 0,-1 0 0 0 0,3-4 1 0 0,-2 2-86 0 0,0 1-1 0 0,1 0 1 0 0,-1 1 0 0 0,1-1 0 0 0,0 1 0 0 0,8-6-1 0 0,2-1 115 0 0,-90 89 1382 0 0,33-30-1171 0 0,29-32-222 0 0,1 0 1 0 0,1 1-1 0 0,-15 27 0 0 0,12-18 64 0 0,15-27-175 0 0,0 1-1 0 0,-1-1 1 0 0,1 1 0 0 0,0-1-1 0 0,0 0 1 0 0,0 1-1 0 0,0-1 1 0 0,-1 0-1 0 0,1 1 1 0 0,0-1-1 0 0,0 0 1 0 0,-1 1-1 0 0,1-1 1 0 0,0 0 0 0 0,-1 0-1 0 0,1 1 1 0 0,0-1-1 0 0,-1 0 1 0 0,1 0-1 0 0,-1 1 1 0 0,1-1-1 0 0,0 0 1 0 0,-1 0-1 0 0,1 0 1 0 0,-1 0 0 0 0,1 0-1 0 0,0 0 1 0 0,-1 0-1 0 0,1 0 1 0 0,-1 0-1 0 0,1 0 1 0 0,0 0-1 0 0,-1 0 1 0 0,1 0-1 0 0,-1 0 1 0 0,1 0 0 0 0,-1 0-1 0 0,1 0 1 0 0,0 0-1 0 0,-1-1 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30.6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209 145 352 0 0,'0'0'5163'0'0,"-6"-4"-4753"0"0,-4-1-250 0 0,2 2 375 0 0,1-1 0 0 0,0 0 0 0 0,-11-8 0 0 0,2-6 954 0 0,14 15-1348 0 0,0 1-1 0 0,-1-1 0 0 0,1 0 1 0 0,-1 1-1 0 0,1-1 0 0 0,-1 1 1 0 0,-5-4-1 0 0,-4-6 294 0 0,11 11-398 0 0,1 0 0 0 0,-1 0 0 0 0,0 0 0 0 0,1 0-1 0 0,-1 0 1 0 0,0 0 0 0 0,0 1 0 0 0,1-1-1 0 0,-1 0 1 0 0,0 0 0 0 0,0 1 0 0 0,0-1-1 0 0,0 1 1 0 0,0-1 0 0 0,0 1 0 0 0,0-1 0 0 0,0 1-1 0 0,-3-1 1 0 0,-18-14 2534 0 0,18 14-2434 0 0,0 0 0 0 0,0-1 1 0 0,0 1-1 0 0,1-1 1 0 0,-1 0-1 0 0,0 0 0 0 0,1 0 1 0 0,-6-5-1 0 0,-8-2 134 0 0,17 9-266 0 0,-1 0 1 0 0,1 0-1 0 0,0 0 0 0 0,0 0 1 0 0,0 0-1 0 0,0 0 0 0 0,0 0 1 0 0,-1 1-1 0 0,1-1 0 0 0,0 0 1 0 0,0 0-1 0 0,0 0 0 0 0,0 0 1 0 0,0 0-1 0 0,0 0 0 0 0,0 1 1 0 0,0-1-1 0 0,-1 0 0 0 0,1 0 1 0 0,0 0-1 0 0,0 0 0 0 0,0 0 1 0 0,0 1-1 0 0,0-1 0 0 0,0 0 1 0 0,0 0-1 0 0,0 0 0 0 0,0 0 1 0 0,0 1-1 0 0,0-1 0 0 0,0 0 1 0 0,0 0-1 0 0,0 0 0 0 0,0 0 1 0 0,0 0-1 0 0,0 1 0 0 0,0-1 1 0 0,0 0-1 0 0,0 0 0 0 0,1 0 1 0 0,-1 0-1 0 0,0 1 0 0 0,0-1 1 0 0,0 0-1 0 0,0 0 0 0 0,0 0 1 0 0,0 0-1 0 0,0 0 0 0 0,1 0 1 0 0,8 16 195 0 0,16 11 223 0 0,1-6 187 0 0,-6-5-423 0 0,1-1 0 0 0,0-1 0 0 0,38 18 0 0 0,-49-26-156 0 0,1 0 0 0 0,-2 1 1 0 0,1-1-1 0 0,13 14 1 0 0,-17-15-27 0 0,18 17-37 0 0,-22-22 222 0 0,3 3-301 0 0,-1-1 59 0 0,0 1 0 0 0,0-1 0 0 0,0 1 0 0 0,0 1 0 0 0,7 6 1 0 0,-3-3 7 0 0,30 22 24 0 0,-37-29 28 0 0,2 6 1861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31.9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1 141 3640 0 0,'0'0'14754'0'0,"3"0"-15646"0"0,8-2 854 0 0,0 0 0 0 0,0-1 0 0 0,0 0 1 0 0,0-1-1 0 0,0 0 0 0 0,-1-1 0 0 0,16-9 1 0 0,-4 3-171 0 0,143-78-875 0 0,-164 89 1067 0 0,1-1 1 0 0,-1 1 0 0 0,0-1 0 0 0,1 1-1 0 0,-1-1 1 0 0,0 1 0 0 0,1 0-1 0 0,-1 0 1 0 0,0-1 0 0 0,1 1-1 0 0,-1 0 1 0 0,3 1 0 0 0,-2-1-20 0 0,-2 0 88 0 0,1 0 92 0 0,-4 5 227 0 0,0-1-388 0 0,0-1 0 0 0,0 1 0 0 0,1 0 0 0 0,0 0 0 0 0,0 0 1 0 0,0 0-1 0 0,0 0 0 0 0,0 0 0 0 0,1 1 0 0 0,0-1 0 0 0,0 1 0 0 0,-1 5 1 0 0,-7 24 39 0 0,1-16-26 0 0,-1 0-1 0 0,-1-1 0 0 0,0 1 0 0 0,-15 17 0 0 0,-11 2-9431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35:36.7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0 435 16159,'196'-434'0,"-351"492"0,114 318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01.9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0 680 0 0,'0'0'1396'0'0,"0"2"-1396"0"0,4-2 0 0 0,-2 2-12 0 0,1-2 8 0 0,-1 0-48 0 0,2 2-288 0 0,-2-2-460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04.0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190 325 720 0 0,'10'-6'13199'0'0,"-21"5"-12886"0"0,1 0 0 0 0,-22-5 1 0 0,2-1 352 0 0,24 6-614 0 0,0 0 0 0 0,1 0 0 0 0,-1-1-1 0 0,1 0 1 0 0,-1 0 0 0 0,1 0 0 0 0,0-1 0 0 0,0 1 0 0 0,0-1 0 0 0,0-1 0 0 0,0 1 0 0 0,1-1 0 0 0,-1 0 0 0 0,1 0-1 0 0,0 0 1 0 0,0 0 0 0 0,1-1 0 0 0,-1 1 0 0 0,1-1 0 0 0,0 0 0 0 0,0 0 0 0 0,1 0 0 0 0,-1-1 0 0 0,1 1 0 0 0,1-1 0 0 0,-1 1-1 0 0,1-1 1 0 0,-1 0 0 0 0,1-8 0 0 0,1 4-83 0 0,-1 6 3 0 0,1 0 0 0 0,-1-1 0 0 0,1 1 0 0 0,1 0 0 0 0,-1 0 0 0 0,0 0 0 0 0,1 0 0 0 0,0 0 0 0 0,0 0 0 0 0,0 1 0 0 0,0-1 0 0 0,1 0 0 0 0,0 0 0 0 0,-1 1 0 0 0,1-1 0 0 0,1 1 0 0 0,-1-1 0 0 0,0 1 0 0 0,4-3 0 0 0,12-10-156 0 0,1 1-1 0 0,0 1 1 0 0,39-22 0 0 0,-53 34 153 0 0,0 0-1 0 0,-1 1 1 0 0,1-1-1 0 0,0 1 1 0 0,0 0-1 0 0,0 0 1 0 0,0 1 0 0 0,0-1-1 0 0,-1 1 1 0 0,1 0-1 0 0,0 1 1 0 0,0-1-1 0 0,0 1 1 0 0,0 0 0 0 0,0 0-1 0 0,0 1 1 0 0,-1-1-1 0 0,1 1 1 0 0,7 4-1 0 0,9 4-7 0 0,-1 2 0 0 0,34 25-1 0 0,-52-35 36 0 0,0-1 3 0 0,-1 0-1 0 0,1 0 1 0 0,-1 0-1 0 0,1 0 0 0 0,-1 0 1 0 0,0 1-1 0 0,0-1 1 0 0,0 1-1 0 0,0-1 0 0 0,0 1 1 0 0,0-1-1 0 0,0 1 0 0 0,0 0 1 0 0,0-1-1 0 0,-1 1 1 0 0,1 0-1 0 0,-1 0 0 0 0,1-1 1 0 0,-1 1-1 0 0,0 3 1 0 0,0-3-4 0 0,0 1 1 0 0,-1 0 0 0 0,1 0 0 0 0,-1-1 0 0 0,0 1-1 0 0,0 0 1 0 0,0-1 0 0 0,0 1 0 0 0,0-1-1 0 0,-1 1 1 0 0,1-1 0 0 0,-3 3 0 0 0,-2 2-7 0 0,0 1 1 0 0,-1-2-1 0 0,0 1 1 0 0,0-1-1 0 0,-1 0 1 0 0,-15 9-1 0 0,4-4 76 0 0,-1-1-1 0 0,-1-1 1 0 0,-21 7-1 0 0,31-12-32 0 0,0-2 1 0 0,0 1-1 0 0,0-2 1 0 0,0 1-1 0 0,0-2 1 0 0,0 1-1 0 0,0-1 0 0 0,-12-2 1 0 0,19 1-2 0 0,1 0 0 0 0,-1 0 0 0 0,1 0 0 0 0,-1 0 0 0 0,1 0 0 0 0,0-1 1 0 0,0 1-1 0 0,0-1 0 0 0,0 0 0 0 0,0 0 0 0 0,0 0 0 0 0,0 0 0 0 0,1-1 0 0 0,-1 1 0 0 0,1-1 1 0 0,-1 1-1 0 0,1-1 0 0 0,0 0 0 0 0,0 0 0 0 0,-2-5 0 0 0,3 5-33 0 0,0 1-1 0 0,0-1 0 0 0,0 0 1 0 0,0 0-1 0 0,0 1 1 0 0,1-1-1 0 0,-1 0 1 0 0,1 0-1 0 0,0 0 0 0 0,0 1 1 0 0,0-1-1 0 0,0 0 1 0 0,1 0-1 0 0,-1 0 1 0 0,1 1-1 0 0,-1-1 1 0 0,1 0-1 0 0,0 0 0 0 0,0 1 1 0 0,0-1-1 0 0,1 1 1 0 0,-1-1-1 0 0,1 1 1 0 0,-1-1-1 0 0,3-2 0 0 0,4-3-45 0 0,0 1 0 0 0,0-1-1 0 0,1 1 1 0 0,-1 1-1 0 0,2-1 1 0 0,15-7 0 0 0,-20 11 14 0 0,0 1 1 0 0,1-1 0 0 0,-1 1-1 0 0,1 0 1 0 0,0 1 0 0 0,0-1 0 0 0,0 1-1 0 0,-1 1 1 0 0,1-1 0 0 0,0 1-1 0 0,0 0 1 0 0,0 0 0 0 0,0 0 0 0 0,7 2-1 0 0,-11-1 29 0 0,1 0 1 0 0,-1 1-1 0 0,1-1 0 0 0,-1 0 0 0 0,0 1 0 0 0,1-1 0 0 0,-1 1 0 0 0,0 0 0 0 0,0 0 0 0 0,0 0 1 0 0,-1 0-1 0 0,1 0 0 0 0,0 0 0 0 0,-1 0 0 0 0,1 1 0 0 0,-1-1 0 0 0,0 0 0 0 0,0 1 0 0 0,0-1 1 0 0,0 1-1 0 0,0 0 0 0 0,0 2 0 0 0,0-2 1 0 0,0 0 0 0 0,-1 0 0 0 0,1 0 0 0 0,-1 0 0 0 0,0 0 1 0 0,0 0-1 0 0,0 0 0 0 0,0 0 0 0 0,0 0 0 0 0,-1 0 0 0 0,1 0 0 0 0,-1 0 0 0 0,0 0 1 0 0,0 0-1 0 0,0 0 0 0 0,0 0 0 0 0,-1-1 0 0 0,1 1 0 0 0,-3 3 0 0 0,0-1 25 0 0,-1-1-1 0 0,1 0 1 0 0,-1 0-1 0 0,0-1 1 0 0,0 0-1 0 0,0 1 0 0 0,-1-2 1 0 0,1 1-1 0 0,-1 0 1 0 0,1-1-1 0 0,-1 0 1 0 0,0-1-1 0 0,0 1 0 0 0,0-1 1 0 0,0 0-1 0 0,0-1 1 0 0,0 1-1 0 0,0-1 1 0 0,-8-1-1 0 0,13 1-14 0 0,-1-1 1 0 0,1 1-1 0 0,-1-1 1 0 0,1 0-1 0 0,-1 1 1 0 0,1-1-1 0 0,-1 0 0 0 0,1 0 1 0 0,0 0-1 0 0,0 0 1 0 0,-1 0-1 0 0,1 0 0 0 0,0 0 1 0 0,0 0-1 0 0,0 0 1 0 0,0-1-1 0 0,0 1 1 0 0,0 0-1 0 0,0-1 0 0 0,1 1 1 0 0,-1 0-1 0 0,1-1 1 0 0,-1 1-1 0 0,1-1 0 0 0,-1 0 1 0 0,0-1-1 0 0,1 1-12 0 0,-1 0 0 0 0,1 0 0 0 0,0 0 0 0 0,0-1 0 0 0,-1 1 0 0 0,1 0-1 0 0,0 0 1 0 0,1 0 0 0 0,-1 0 0 0 0,0 0 0 0 0,1 0 0 0 0,-1 0 0 0 0,1 0-1 0 0,0 0 1 0 0,-1 0 0 0 0,1 0 0 0 0,0 0 0 0 0,3-4 0 0 0,-2 3-31 0 0,1-1 1 0 0,0 1 0 0 0,0 0-1 0 0,1 0 1 0 0,-1 0 0 0 0,1 0-1 0 0,-1 1 1 0 0,1-1 0 0 0,0 1-1 0 0,0 0 1 0 0,0 0 0 0 0,0 0-1 0 0,0 1 1 0 0,0-1 0 0 0,1 1-1 0 0,-1 0 1 0 0,1 0 0 0 0,-1 1-1 0 0,1-1 1 0 0,-1 1 0 0 0,8 0-1 0 0,-10 1 30 0 0,0 0-1 0 0,0-1 0 0 0,-1 1 0 0 0,1 0 1 0 0,-1 0-1 0 0,1 0 0 0 0,-1 0 1 0 0,1 0-1 0 0,-1 1 0 0 0,1-1 0 0 0,-1 0 1 0 0,0 1-1 0 0,0-1 0 0 0,0 1 0 0 0,0-1 1 0 0,0 1-1 0 0,0-1 0 0 0,0 1 1 0 0,0 0-1 0 0,0 0 0 0 0,-1-1 0 0 0,1 1 1 0 0,-1 0-1 0 0,0 0 0 0 0,1 2 1 0 0,0-1-6 0 0,-1 0 0 0 0,1 0 1 0 0,-1 0-1 0 0,0 0 0 0 0,1 0 1 0 0,-2 0-1 0 0,1 0 0 0 0,0 0 1 0 0,0 0-1 0 0,-1 0 0 0 0,0 0 1 0 0,1-1-1 0 0,-1 1 0 0 0,0 0 1 0 0,-3 4-1 0 0,4-7-5 0 0,-1 2-23 0 0,0 0 1 0 0,0-1-1 0 0,0 0 1 0 0,-1 1-1 0 0,1-1 1 0 0,0 0-1 0 0,-1 0 1 0 0,1 1 0 0 0,-1-1-1 0 0,1 0 1 0 0,-1 0-1 0 0,1-1 1 0 0,-3 2-1 0 0,4-2-115 0 0,-2-3-1069 0 0,2 2 1209 0 0,0 1 0 0 0,0 0-1 0 0,-1-1 1 0 0,1 1 0 0 0,0-1 0 0 0,0 1 0 0 0,0 0 0 0 0,0-1 0 0 0,-1 1 0 0 0,1 0 0 0 0,0-1 0 0 0,0 1 0 0 0,0-1 0 0 0,0 1 0 0 0,0-1-1 0 0,0 1 1 0 0,0 0 0 0 0,0-1 0 0 0,0 1 0 0 0,0-1 0 0 0,0 1 0 0 0,1 0 0 0 0,-1-1 0 0 0,0 1 0 0 0,0-1 0 0 0,0 1 0 0 0,0 0-1 0 0,1-1 1 0 0,-1 1 0 0 0,0 0 0 0 0,0-1 0 0 0,1 1 0 0 0,-1 0 0 0 0,0-1 0 0 0,1 1 0 0 0,-1 0 0 0 0,0 0 0 0 0,1-1 0 0 0,-1 1 0 0 0,0 0-1 0 0,1 0 1 0 0,3-3-22 0 0,-1 2-1 0 0,1-1 1 0 0,-1 0-1 0 0,1 1 1 0 0,0-1-1 0 0,-1 1 1 0 0,1 0-1 0 0,0 0 1 0 0,0 1-1 0 0,0-1 1 0 0,0 1-1 0 0,8 0 1 0 0,-12 0 47 0 0,1 0 0 0 0,0 1 0 0 0,-1-1 0 0 0,1 0 0 0 0,0 1 0 0 0,-1-1 0 0 0,1 0 0 0 0,-1 1-1 0 0,1-1 1 0 0,0 1 0 0 0,-1-1 0 0 0,1 1 0 0 0,-1-1 0 0 0,1 1 0 0 0,-1-1 0 0 0,0 1 0 0 0,1 0 0 0 0,-1-1 0 0 0,0 1 0 0 0,1 0 0 0 0,-1-1 0 0 0,0 1 0 0 0,0 0 0 0 0,1-1 0 0 0,-1 1 0 0 0,0 0 0 0 0,0 0 0 0 0,0-1 0 0 0,0 1 0 0 0,0 0 0 0 0,0-1 0 0 0,0 1 0 0 0,0 0 0 0 0,-1 0 0 0 0,1 0 0 0 0,0 2 25 0 0,0-1 0 0 0,-1 0 0 0 0,1 0 0 0 0,0 0-1 0 0,-1 0 1 0 0,0 0 0 0 0,1 0 0 0 0,-1 0 0 0 0,0 0 0 0 0,0 0 0 0 0,0 0 0 0 0,-2 2 0 0 0,-55 52-324 0 0,58-56 156 0 0,0-1-1 0 0,0 1 1 0 0,0-1-1 0 0,0 0 0 0 0,0 1 1 0 0,0-1-1 0 0,0 1 0 0 0,0-1 1 0 0,0 1-1 0 0,-1-1 0 0 0,1 1 1 0 0,0-1-1 0 0,0 1 1 0 0,-1-1-1 0 0,1 1 0 0 0,0-1 1 0 0,0 1-1 0 0,-1-1 0 0 0,1 1 1 0 0,-1 0-1 0 0,1-1 1 0 0,0 1-1 0 0,-1 0 0 0 0,1-1 1 0 0,-1 1-1 0 0,1 0 0 0 0,-1-1 1 0 0,1 1-1 0 0,-1 0 1 0 0,1 0-1 0 0,-1 0 0 0 0,1-1 1 0 0,-1 1-1 0 0,1 0 0 0 0,-1 0 1 0 0,1 0-1 0 0,-1 0 0 0 0,1 0 1 0 0,-2 0-1 0 0,-29 7 1033 0 0,26-8 117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57.4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471 34 1808 0 0,'-2'1'12428'0'0,"-8"6"-11602"0"0,-7 1-791 0 0,15-7 20 0 0,0 0 0 0 0,0 1-1 0 0,0-1 1 0 0,0 0 0 0 0,0-1 0 0 0,0 1 0 0 0,-1 0 0 0 0,1-1-1 0 0,0 1 1 0 0,0-1 0 0 0,-5 1 0 0 0,-3-1 345 0 0,-14 0-3 0 0,0 0-1 0 0,1-2 0 0 0,-1 0 0 0 0,-36-9 0 0 0,-6-5 3 0 0,-69-6 0 0 0,90 16-1325 0 0,48 9 919 0 0,1 1 0 0 0,0-1-1 0 0,0 0 1 0 0,1 0 0 0 0,7 5-1 0 0,4 0-32 0 0,25 20-1 0 0,-31-21 10 0 0,-1 0 0 0 0,1-1 0 0 0,0 0 0 0 0,1 0 0 0 0,-1-1 0 0 0,20 6 0 0 0,57 16-125 0 0,-51-17 303 0 0,-35-10-131 0 0,-1 0-11 0 0,84 2-364 0 0,-84-2 320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58.5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1 172 2532 0 0,'0'0'7142'0'0,"13"-13"-6332"0"0,47-8 450 0 0,-37 13-808 0 0,38-17-1 0 0,132-68 763 0 0,-188 91-1258 0 0,-1 0 1 0 0,1 0-1 0 0,-1 1 1 0 0,1 0-1 0 0,0 0 1 0 0,-1 0-1 0 0,1 0 1 0 0,6 0 377 0 0,-37 31-197 0 0,-31 16-219 0 0,41-31 33 0 0,-2-1-1 0 0,0-1 1 0 0,-26 15 0 0 0,38-25 162 0 0,1 0 0 0 0,-1-1-1 0 0,0 1 1 0 0,-1-1 0 0 0,1 0-1 0 0,-12 1 1 0 0,17-3-92 0 0,-1 1 0 0 0,0 0 0 0 0,0 0 0 0 0,0 1 0 0 0,1-1 0 0 0,-1 0-1 0 0,0 0 1 0 0,0 1 0 0 0,1-1 0 0 0,-1 1 0 0 0,1 0 0 0 0,-2 1 0 0 0,-3 3-52 0 0,-9 9-33 0 0,11-11-22 0 0,0 0 1 0 0,-1 0-1 0 0,1 0 1 0 0,-7 4-1 0 0,8-2-1258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4:44.8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 43 484 0 0,'0'0'1868'0'0,"-1"-4"-1790"0"0,-1-3 1262 0 0,1-1-1 0 0,3-15 8433 0 0,9 43-9782 0 0,-6-9 368 0 0,11 22 77 0 0,-1 2 0 0 0,11 40 0 0 0,-17-47-500 0 0,0 0-1 0 0,2-1 0 0 0,1 0 1 0 0,27 44-1 0 0,-36-68 62 0 0,-2-3 6 0 0,-1 1-1 0 0,1-1 0 0 0,-1 0 0 0 0,1 1 0 0 0,-1-1 1 0 0,1 1-1 0 0,-1 0 0 0 0,0-1 0 0 0,1 1 1 0 0,-1-1-1 0 0,0 1 0 0 0,0-1 0 0 0,1 1 0 0 0,-1 0 1 0 0,0-1-1 0 0,0 1 0 0 0,0 0 0 0 0,0-1 1 0 0,0 1-1 0 0,1 0 0 0 0,-1-1 0 0 0,-1 1 0 0 0,1 0 1 0 0,0 0-1 0 0,0-1-84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4:46.1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8 616 0 0,'-7'-8'16560'0'0,"8"13"-16547"0"0,0 0 0 0 0,0 0 0 0 0,0 0 0 0 0,0 0 0 0 0,1 0 0 0 0,4 8 0 0 0,6 19 124 0 0,-3 18-3 0 0,-2 1 0 0 0,2 94 0 0 0,-7-27-230 0 0,-2-118 108 0 0,3 31-188 0 0,-3-30 168 0 0,0 7-359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4:47.6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22 131 420 0 0,'3'-3'18755'0'0,"0"2"-19674"0"0,216 14 876 0 0,-148-2-79 0 0,-116-21-975 0 0,-64-8 973 0 0,72 13 231 0 0,-54-13 1 0 0,90 17-112 0 0,0 1 0 0 0,-1-1 0 0 0,1 1 0 0 0,0-1 0 0 0,-1 0 1 0 0,1 0-1 0 0,0 1 0 0 0,0-1 0 0 0,0 0 0 0 0,0 0 0 0 0,0 0 0 0 0,0 0 0 0 0,0-1 0 0 0,0 1 1 0 0,0 0-1 0 0,0 0 0 0 0,0 0 0 0 0,1-1 0 0 0,-1 1 0 0 0,0-1 0 0 0,0-2 0 0 0,0-1-12 0 0,0-1-1 0 0,0 1 1 0 0,0-1-1 0 0,1-10 1 0 0,0 16-27 0 0,-1-2-103 0 0,-1-1 0 0 0,1 0 1 0 0,0 0-1 0 0,0 1 0 0 0,0-1 1 0 0,1 0-1 0 0,-1 0 0 0 0,0-4 1 0 0,29-1-2829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4:49.27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481 136 368 0 0,'0'0'1323'0'0,"-9"0"-1278"0"0,-86-2 1117 0 0,95 2-1100 0 0,-4-33 13548 0 0,-9 33-12601 0 0,4 0-776 0 0,-57 3 26 0 0,0 3 0 0 0,-107 23 1 0 0,127-21-437 0 0,58-7-930 0 0,-8 0 1098 0 0,-1-1 0 0 0,0 0 1 0 0,1 0-1 0 0,-1 0 0 0 0,1 0 0 0 0,-1 0 0 0 0,0 0 0 0 0,6-2 0 0 0,6-2-61 0 0,1 1 0 0 0,0 0 1 0 0,0 1-1 0 0,0 1 0 0 0,1 1 0 0 0,15 1 0 0 0,2 0-12 0 0,3 1 26 0 0,-35-3 19 0 0,0 0 0 0 0,1 0-1 0 0,-1 0 1 0 0,0 0 0 0 0,0 0 0 0 0,0 0 0 0 0,0 0 0 0 0,0-1 0 0 0,-1 1 0 0 0,1-1-1 0 0,0 1 1 0 0,-1-1 0 0 0,1 0 0 0 0,-1 1 0 0 0,1-1 0 0 0,-1 0 0 0 0,0 0 0 0 0,0 0-1 0 0,2-4 1 0 0,-2 4 36 0 0,11-16-99 0 0,-10 16 146 0 0,0-1 1 0 0,0 1-1 0 0,-1 0 0 0 0,1-1 1 0 0,-1 0-1 0 0,1 1 0 0 0,-1-1 1 0 0,0 0-1 0 0,0 0 1 0 0,0 1-1 0 0,0-1 0 0 0,-1 0 1 0 0,1 0-1 0 0,-1 0 0 0 0,0-5 1 0 0,0 7-37 0 0,0 0 1 0 0,0 0-1 0 0,0 0 1 0 0,0 0-1 0 0,-1 0 1 0 0,1 0-1 0 0,0 0 1 0 0,-1 0 0 0 0,1 0-1 0 0,-1 0 1 0 0,1 0-1 0 0,-1 0 1 0 0,1 0-1 0 0,-1 1 1 0 0,0-1-1 0 0,1 0 1 0 0,-1 0-1 0 0,0 0 1 0 0,0 1-1 0 0,1-1 1 0 0,-1 0-1 0 0,-1 0 1 0 0,0 0-22 0 0,1 0 1 0 0,0 0-1 0 0,0 0 1 0 0,0 0-1 0 0,0 0 1 0 0,0 0-1 0 0,0 0 1 0 0,0 0-1 0 0,0-1 1 0 0,0 1-1 0 0,-1-2 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43.0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122 65 576 0 0,'0'0'547'0'0,"-5"-3"-918"0"0,1 1 558 0 0,-1 0 0 0 0,1 0 1 0 0,-1 0-1 0 0,0 1 0 0 0,0 0 0 0 0,0-1 0 0 0,0 2 1 0 0,-8-2-1 0 0,13 2-176 0 0,-18-2 1838 0 0,17 3-1714 0 0,0-1 1 0 0,0 0-1 0 0,-1 0 1 0 0,1-1-1 0 0,0 1 1 0 0,0 0-1 0 0,0 0 0 0 0,0 0 1 0 0,0-1-1 0 0,-1 1 1 0 0,1-1-1 0 0,0 1 1 0 0,0-1-1 0 0,0 1 0 0 0,0-1 1 0 0,0 0-1 0 0,0 1 1 0 0,0-1-1 0 0,1 0 1 0 0,-1 0-1 0 0,0 1 1 0 0,0-1-1 0 0,-1-2 0 0 0,-19-31 9442 0 0,73 54-9603 0 0,-44-18 61 0 0,10 2 34 0 0,-18 29 1687 0 0,9 99-1267 0 0,-4-79-394 0 0,2 18-27 0 0,0 47 361 0 0,-7-117-464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44.9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47 368 0 0,'0'0'1630'0'0,"4"0"-1426"0"0,0 0-138 0 0,-3 0-44 0 0,1 0 1 0 0,-1 0-1 0 0,1 0 1 0 0,-1 0-1 0 0,0 0 1 0 0,1 0-1 0 0,-1 0 1 0 0,1 0-1 0 0,-1-1 1 0 0,0 1-1 0 0,1 0 1 0 0,-1-1-1 0 0,0 1 1 0 0,0-1-1 0 0,3-1 1 0 0,-3 0 122 0 0,0-1 0 0 0,0 1 1 0 0,0 0-1 0 0,0 0 0 0 0,0-1 0 0 0,0 1 1 0 0,-10-23 10036 0 0,8 25-10028 0 0,-4 10 3853 0 0,4 22-1101 0 0,2-27-3707 0 0,-3 54 786 0 0,-3 1 0 0 0,-2-1 1 0 0,-16 64-1 0 0,18-106 8 0 0,3-13-5 0 0,0 1 0 0 0,1-1 0 0 0,0 1 0 0 0,0-1 0 0 0,1 1 1 0 0,-1 5-1 0 0,0-10-86 0 0,0 0-1 0 0,1 0 1 0 0,-1 0 0 0 0,0 0-1 0 0,1 0 1 0 0,-1 0 0 0 0,0 0 0 0 0,0 0-1 0 0,1 0 1 0 0,-1 0 0 0 0,0 0-1 0 0,1 1 1 0 0,-1-1 0 0 0,0 0 0 0 0,1 1-1 0 0,-1-1 1 0 0,1 0 0 0 0,-1 1-1 0 0,0-1 1 0 0,1 1 0 0 0,-1 0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5:46.7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37 352 0 0,'0'-7'11126'0'0,"0"-22"-4628"0"0,3 53-5965 0 0,2 7-421 0 0,2-1 1 0 0,14 38-1 0 0,4 13-26 0 0,16 39-31 0 0,-35-104-57 0 0,-6-16 1 0 0,10 20-68 0 0,-10-19 67 0 0,1 0 1 0 0,-1 0-1 0 0,1 0 1 0 0,-1 0 0 0 0,1-1-1 0 0,0 1 1 0 0,-1 0-1 0 0,1 0 1 0 0,0-1 0 0 0,-1 1-1 0 0,1-1 1 0 0,0 1-1 0 0,0 0 1 0 0,-1-1-1 0 0,1 1 1 0 0,0-1 0 0 0,0 0-1 0 0,0 1 1 0 0,0-1-1 0 0,1 0 1 0 0,5 5 397 0 0,3 2-4512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6:22.9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119 0 5553 0 0,'0'0'10493'0'0,"-11"25"-8838"0"0,-18 50-1813 0 0,-34 135 1 0 0,61-200 148 0 0,0-4-32 0 0,0 1 0 0 0,1-1 0 0 0,0 1 1 0 0,-1 9-1 0 0,2-16 29 0 0,0 0-1 0 0,0 0 1 0 0,-1 0 0 0 0,1 0-1 0 0,0 0 1 0 0,0 0 0 0 0,0 0 0 0 0,-1-1-1 0 0,1 1 1 0 0,0 0 0 0 0,0 0-1 0 0,0 0 1 0 0,0 0 0 0 0,-1 0-1 0 0,1 0 1 0 0,0 0 0 0 0,0 0 0 0 0,0 0-1 0 0,0-1 1 0 0,-1 1 0 0 0,1 0-1 0 0,0 0 1 0 0,0 0 0 0 0,0 0 0 0 0,0 0-1 0 0,0-1 1 0 0,-1 1 0 0 0,1 0-1 0 0,0 0 1 0 0,0 0 0 0 0,0 0-1 0 0,0-1 1 0 0,0 1 0 0 0,0 0 0 0 0,0 0-1 0 0,0 0 1 0 0,0-1 0 0 0,0 1-1 0 0,0 0 1 0 0,0 0 0 0 0,0 0 0 0 0,0-1-1 0 0,0 1 1 0 0,0 0 0 0 0,0 0-1 0 0,0 0 1 0 0,0-1 0 0 0,0 1-1 0 0,0 0 1 0 0,0 0 0 0 0,1 0 0 0 0,-1-1-1 0 0,0 1 1 0 0,0 0 0 0 0,0 0-1 0 0,0 0 1 0 0,11-29-150 0 0,-8 22 154 0 0,0 0 0 0 0,0 0 1 0 0,-1-1-1 0 0,0 1 0 0 0,0 0 0 0 0,0-12 0 0 0,-2 17-130 0 0,1-1 0 0 0,-1 1 0 0 0,1 0-1 0 0,-1-1 1 0 0,1 1 0 0 0,0 0-1 0 0,0 0 1 0 0,0 0 0 0 0,0 0 0 0 0,0-1-1 0 0,1 2 1 0 0,-1-1 0 0 0,0 0-1 0 0,3-2 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6:29.2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118 14 1780 0 0,'6'-8'14626'0'0,"-7"17"-14591"0"0,-1 0 0 0 0,0 0-1 0 0,-1-1 1 0 0,0 1 0 0 0,0-1-1 0 0,-1 1 1 0 0,0-1 0 0 0,-10 14 0 0 0,-8 21-38 0 0,-26 88-203 0 0,43-119 165 0 0,4-8 36 0 0,-1 0 0 0 0,1-1 0 0 0,0 1 0 0 0,0 1 0 0 0,0-1 0 0 0,0 4 0 0 0,-3-18 105 0 0,5 1-171 0 0,1 1 1 0 0,0-1 0 0 0,0 1 0 0 0,1-1 0 0 0,0 1 0 0 0,0 0 0 0 0,9-14 0 0 0,1-5 23 0 0,52-138-254 0 0,-65 163 287 0 0,0 0 1 0 0,1 0-1 0 0,-1 1 1 0 0,0-1 0 0 0,1 1-1 0 0,-1-1 1 0 0,1 0-1 0 0,0 1 1 0 0,0-1 0 0 0,-1 1-1 0 0,1-1 1 0 0,0 1-1 0 0,0 0 1 0 0,0-1 0 0 0,0 1-1 0 0,1 0 1 0 0,1-2-1 0 0,2 0-282 0 0,-5 3 291 0 0,0 0-1 0 0,0 1 1 0 0,0-1 0 0 0,-1 0 0 0 0,1 0 0 0 0,0 0 0 0 0,0 0 0 0 0,0 1 0 0 0,0-1 0 0 0,0 0 0 0 0,1 0 0 0 0,-1 0-1 0 0,0 0 1 0 0,0 1 0 0 0,0-1 0 0 0,0 0 0 0 0,0 0 0 0 0,0 0 0 0 0,0 0 0 0 0,0 0 0 0 0,0 1 0 0 0,0-1 0 0 0,0 0-1 0 0,0 0 1 0 0,1 0 0 0 0,-1 0 0 0 0,0 0 0 0 0,0 0 0 0 0,0 1 0 0 0,0-1 0 0 0,0 0 0 0 0,1 0 0 0 0,-1 0 0 0 0,0 0 0 0 0,0 0-1 0 0,0 0 1 0 0,0 0 0 0 0,0 0 0 0 0,1 0 0 0 0,-1 0 0 0 0,0 0 0 0 0,0 0 0 0 0,0 0 0 0 0,0 0 0 0 0,1 0 0 0 0,-1 0-1 0 0,0 0 1 0 0,0 0 0 0 0,0 0 0 0 0,0 0 0 0 0,1 0 0 0 0,-1 0 0 0 0,0 0 0 0 0,0 0 0 0 0,0 0 0 0 0,0 0 0 0 0,1 0-1 0 0,-1-1 1 0 0,0 1 0 0 0,0 0 0 0 0,0 0 0 0 0,0 0 0 0 0,2 16 153 0 0,-1 0-1 0 0,-1 0 1 0 0,0 0-1 0 0,-2 0 1 0 0,1-1-1 0 0,-7 25 1 0 0,-33 92-118 0 0,25-87 22 0 0,8-25 187 0 0,6-22-184 0 0,1-12-1090 0 0,3 4-2711 0 0,-4 41-7648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6:31.3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 96 496 0 0,'0'0'3386'0'0,"8"-28"78"0"0,-8-34 5054 0 0,0 57-8518 0 0,1 12 9 0 0,1-1 1 0 0,-1 1-1 0 0,1 0 0 0 0,1-1 0 0 0,-1 1 1 0 0,1-1-1 0 0,5 9 0 0 0,5 14 65 0 0,64 190 115 0 0,-74-215 559 0 0,-6-17-671 0 0,-7-22-187 0 0,-57-120-498 0 0,45 109 504 0 0,20 41 97 0 0,-2-1-1 0 0,1 1 1 0 0,-1-1-1 0 0,1 1 1 0 0,-1 0 0 0 0,-1 0-1 0 0,-9-8 1 0 0,14 13-12 0 0,0-1 0 0 0,0 1 1 0 0,-1 0-1 0 0,1 0 0 0 0,0-1 0 0 0,0 1 1 0 0,-1 0-1 0 0,1 0 0 0 0,0 0 1 0 0,-1-1-1 0 0,1 1 0 0 0,0 0 0 0 0,-1 0 1 0 0,1 0-1 0 0,0 0 0 0 0,-1 0 1 0 0,1 0-1 0 0,0 0 0 0 0,-1 0 0 0 0,1 0 1 0 0,0 0-1 0 0,-1 0 0 0 0,1 0 0 0 0,0 0 1 0 0,-1 0-1 0 0,1 0 0 0 0,0 0 1 0 0,-1 0-1 0 0,1 0 0 0 0,0 0 0 0 0,-1 0 1 0 0,1 0-1 0 0,0 1 0 0 0,-1-1 0 0 0,1 0 1 0 0,0 0-1 0 0,-1 0 0 0 0,1 1 1 0 0,-7 16-181 0 0,5 22 152 0 0,2-39 38 0 0,0 20-16 0 0,-1-7-25 0 0,1-1 1 0 0,0 0 0 0 0,1 1-1 0 0,0-1 1 0 0,1 0 0 0 0,1 0-1 0 0,6 20 1 0 0,-3-15-16 0 0,-4-11 44 0 0,0 0 0 0 0,1-1 0 0 0,0 1 0 0 0,-1 0 0 0 0,2-1 0 0 0,-1 0 1 0 0,1 1-1 0 0,0-1 0 0 0,4 4 0 0 0,-6-7-70 0 0,5 3 334 0 0,-7-5-239 0 0,0 0 1 0 0,1 0-1 0 0,-1 0 0 0 0,0 0 1 0 0,0 0-1 0 0,0 0 0 0 0,0 0 1 0 0,0 0-1 0 0,1 0 0 0 0,-1 0 1 0 0,0 0-1 0 0,0 0 0 0 0,0 0 1 0 0,0 0-1 0 0,0 0 0 0 0,0 0 1 0 0,1 0-1 0 0,-1 0 0 0 0,0 0 0 0 0,0 0 1 0 0,0 0-1 0 0,0 0 0 0 0,0 0 1 0 0,0 0-1 0 0,1-1 0 0 0,-1 1 1 0 0,0 0-1 0 0,0 0 0 0 0,0 0 1 0 0,0 0-1 0 0,0 0 0 0 0,0 0 1 0 0,0-1-1 0 0,0 1 0 0 0,0 0 1 0 0,0 0-1 0 0,0 0 0 0 0,0 0 1 0 0,0 0-1 0 0,0 0 0 0 0,0-1 1 0 0,0 1-1 0 0,0 0 0 0 0,0 0 1 0 0,0 0-1 0 0,0 0 0 0 0,0 0 1 0 0,0-1-1 0 0,0 1 0 0 0,0 0 1 0 0,0 0-1 0 0,0 0 0 0 0,0 0 1 0 0,0-1-1 0 0,4-46-167 0 0,7 7-899 0 0,-8 12 944 0 0,3-15 113 0 0,-6 42 5 0 0,0 1 1 0 0,0 0-1 0 0,0 0 0 0 0,0 0 1 0 0,0 0-1 0 0,0 0 1 0 0,0 0-1 0 0,0 0 0 0 0,0-1 1 0 0,0 1-1 0 0,0 0 1 0 0,0 0-1 0 0,0 0 0 0 0,0 0 1 0 0,0 0-1 0 0,0 0 1 0 0,0 0-1 0 0,0-1 0 0 0,0 1 1 0 0,0 0-1 0 0,0 0 1 0 0,0 0-1 0 0,0 0 0 0 0,0 0 1 0 0,0 0-1 0 0,0 0 1 0 0,1 0-1 0 0,-1 0 0 0 0,0-1 1 0 0,0 1-1 0 0,0 0 1 0 0,0 0-1 0 0,0 0 0 0 0,0 0 1 0 0,0 0-1 0 0,0 0 1 0 0,0 0-1 0 0,1 0 0 0 0,-1 0 1 0 0,0 0-1 0 0,0 0 1 0 0,0 0-1 0 0,0 0 0 0 0,0 0 1 0 0,0 0-1 0 0,0 0 1 0 0,1 0-1 0 0,-1 0 0 0 0,0 0 1 0 0,0 0-1 0 0,0 0 1 0 0,0 0-1 0 0,0 0 0 0 0,0 0 1 0 0,0 0-1 0 0,1 0 1 0 0,-1 0-1 0 0,0 0 0 0 0,3 9 275 0 0,1 15 210 0 0,-4-24-486 0 0,5 41 171 0 0,-4-23-166 0 0,1 1 0 0 0,1-1-1 0 0,1 0 1 0 0,0 0 0 0 0,8 19 0 0 0,-10-32 87 0 0,2 2-221 0 0,-3-10-544 0 0,4-18-1114 0 0,-4 19 1441 0 0,6-12-2906 0 0,-21 59-5129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36:33.7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378 130 16329,'68'-95'0,"-514"61"0,824 163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36:35.6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98 15801,'355'-97'0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36:39.0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86 196 12654,'411'-195'0,"-908"357"0,583-129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03.3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32 122 1360 0 0,'0'0'3979'0'0,"-9"-22"5854"0"0,-4 4-8382 0 0,5 6-745 0 0,6 8 803 0 0,10 2-418 0 0,3 0-1168 0 0,162-20 0 0 0,-125 17-13 0 0,0 1-70 0 0,-2 1-146 0 0,47-11 1 0 0,-83 13 210 0 0,0 0-1 0 0,0 0 1 0 0,11 1 0 0 0,-5 1-101 0 0,-16-1 139 0 0,33-6-3764 0 0,-29 6 3830 0 0,5 1 101 0 0,0-2-1 0 0,0 1 1 0 0,-1-1-1 0 0,10-2 1 0 0,-33 7-3446 0 0,-23 4 2198 0 0,-2 1-1616 0 0,24-6 541 0 0,128-28-3362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04.5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45 3 524 0 0,'0'0'7815'0'0,"1"-1"-7246"0"0,1 1 1 0 0,0-1-1 0 0,0 1 0 0 0,-1 0 0 0 0,1 0 0 0 0,0 0 0 0 0,0 0 0 0 0,-1 0 0 0 0,3 1 0 0 0,-1 10-374 0 0,0 0 0 0 0,-1 0 0 0 0,0 0-1 0 0,0 1 1 0 0,-2-1 0 0 0,1 1 0 0 0,-2-1 0 0 0,-1 15 0 0 0,1 11-164 0 0,-6 39 227 0 0,-3-79 95 0 0,-2-39-697 0 0,-9-67 0 0 0,15 80 147 0 0,3 26-235 0 0,1 18 245 0 0,2 28 381 0 0,-11 78-1 0 0,11-158-228 0 0,1 22 22 0 0,1-1-1 0 0,4-19 0 0 0,-6 75 205 0 0,1-22-50 0 0,-2 36 1 0 0,1-38-946 0 0,14-48-12966 0 0,-28 65 12637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30.2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 1 1360 0 0,'0'0'5327'0'0,"-6"26"-3977"0"0,0-15-1312 0 0,5-10-36 0 0,0 0 0 0 0,1 1 0 0 0,-1-1 1 0 0,-3 12 5594 0 0,6-13-5534 0 0,0-1 1 0 0,1 1-1 0 0,-1-1 1 0 0,0 0-1 0 0,0 1 1 0 0,0-1-1 0 0,1 0 1 0 0,2-2-1 0 0,18-6-35 0 0,181-20-151 0 0,-165 27-25 0 0,-38 2 140 0 0,-1 0 1 0 0,2 0 592 0 0,41-6-1675 0 0,-42 6 1078 0 0,5 0 54 0 0,-4 0-6 0 0,-1 0 0 0 0,1 0 0 0 0,0 0 0 0 0,-1 0 0 0 0,1 0 0 0 0,-1 0 0 0 0,1 0 0 0 0,-1 0 0 0 0,1 1 0 0 0,-1-1 0 0 0,4 2 0 0 0,-5-1 19 0 0,0 0-1 0 0,-1 0 0 0 0,1 1 1 0 0,0-1-1 0 0,0 0 1 0 0,-1 0-1 0 0,1 0 0 0 0,-1 1 1 0 0,1-1-1 0 0,-1 0 1 0 0,0 0-1 0 0,1 0 0 0 0,-1 0 1 0 0,0 0-1 0 0,0 0 1 0 0,1 0-1 0 0,-1 0 0 0 0,0 0 1 0 0,-2 1-1 0 0,0 0-14 0 0,-1 0 0 0 0,0 0 0 0 0,1 0 0 0 0,-1 0 0 0 0,0-1 0 0 0,-4 2 0 0 0,-8 1 142 0 0,0-1 0 0 0,-19 2 0 0 0,34-5-141 0 0,-139 3 926 0 0,83-4-847 0 0,43 1-591 0 0,24 3-124 0 0,-6-2 693 0 0,7 0-209 0 0,-1 1-1 0 0,1-2 1 0 0,-1 1-1 0 0,1-2 1 0 0,-1 1-1 0 0,1-2 1 0 0,13-2-1 0 0,17-6-9673 0 0,-51 11 5939 0 0,-65 12 2344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20.0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3588 0 0,'0'0'11736'0'0,"13"26"-11275"0"0,-1 2-218 0 0,-1 0 0 0 0,-1 1 1 0 0,9 50-1 0 0,-14-57-239 0 0,-2-4-17 0 0,1 0 0 0 0,1-1 0 0 0,9 25 0 0 0,-5-9-8 0 0,-9-28 16 0 0,1 0-1 0 0,0-1 1 0 0,0 1 0 0 0,1 0-1 0 0,-1-1 1 0 0,3 6 0 0 0,-16-38-1816 0 0,0 1-3928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22.1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39 1036 0 0,'0'0'7203'0'0,"0"-1"-7103"0"0,0 1 0 0 0,0 0-1 0 0,0 0 1 0 0,0-1-1 0 0,0 1 1 0 0,0 0-1 0 0,0-1 1 0 0,0 1 0 0 0,0 0-1 0 0,0 0 1 0 0,0-1-1 0 0,0 1 1 0 0,0 0 0 0 0,0 0-1 0 0,0-1 1 0 0,2-1 995 0 0,-2 1-995 0 0,8 1 10 0 0,-1-1-1 0 0,1 0 1 0 0,-1-1 0 0 0,0 0 0 0 0,1 0 0 0 0,7-4 0 0 0,-7 3-178 0 0,-1 0 0 0 0,1 1 0 0 0,-1 0 1 0 0,1 0-1 0 0,0 1 0 0 0,10-1 0 0 0,-12 2-16 0 0,-4-1 72 0 0,0 1 1 0 0,0 0-1 0 0,0 0 0 0 0,0 0 1 0 0,0 0-1 0 0,1 0 0 0 0,-1 0 1 0 0,0 0-1 0 0,0 1 0 0 0,0-1 1 0 0,0 1-1 0 0,0 0 0 0 0,0-1 1 0 0,0 1-1 0 0,-1 0 1 0 0,1 0-1 0 0,0 0 0 0 0,0 0 1 0 0,-1 1-1 0 0,1-1 0 0 0,2 3 1 0 0,-5-4 106 0 0,-1 0 0 0 0,1 0 0 0 0,0 1 0 0 0,-1-1 0 0 0,1 0 0 0 0,-1 1 0 0 0,1-1 0 0 0,0 1 0 0 0,-1 0 1 0 0,1-1-1 0 0,0 1 0 0 0,0 0 0 0 0,0 0 0 0 0,-1 0 0 0 0,1-1 0 0 0,0 1 0 0 0,0 1 0 0 0,0-1 0 0 0,-1 2 0 0 0,-26 26-111 0 0,23-17 13 0 0,1 0-1 0 0,0 0 1 0 0,1 0-1 0 0,0 0 1 0 0,0 0-1 0 0,1 1 1 0 0,1-1-1 0 0,0 14 1 0 0,-5 36 320 0 0,0-12-317 0 0,-3 13-150 0 0,4-67 140 0 0,4-6-919 0 0,-2 17 902 0 0,-7 31 877 0 0,5-16-1136 0 0,5-22 205 0 0,0 1 0 0 0,0-1-1 0 0,1 0 1 0 0,-1 0 0 0 0,0 1 0 0 0,0-1-1 0 0,0 0 1 0 0,0 0 0 0 0,0 0 0 0 0,0 1-1 0 0,0-1 1 0 0,-1 0 0 0 0,1 0 0 0 0,0 0-1 0 0,0 1 1 0 0,0-1 0 0 0,0 0-1 0 0,0 0 1 0 0,0 0 0 0 0,0 1 0 0 0,-5 1-1870 0 0,5-2 1870 0 0,-5-12-1411 0 0,0-18 968 0 0,3-14 32 0 0,4-63 0 0 0,4 30 2807 0 0,-3 105-2013 0 0,-1-15-325 0 0,-2-13 45 0 0,0 0 0 0 0,1 0-1 0 0,-1 0 1 0 0,0 0-1 0 0,1 0 1 0 0,-1 0-1 0 0,0 0 1 0 0,1-1 0 0 0,-1 1-1 0 0,0 0 1 0 0,0 0-1 0 0,1 0 1 0 0,-1-1-1 0 0,0 1 1 0 0,0 0 0 0 0,1 0-1 0 0,-1-1 1 0 0,0 1-1 0 0,0 0 1 0 0,0 0-1 0 0,1-1 1 0 0,-1 1 0 0 0,0 0-1 0 0,0-1 1 0 0,0 1-1 0 0,0 0 1 0 0,0-1-1 0 0,0 1 1 0 0,0 0 0 0 0,0-1-1 0 0,3-17 128 0 0,-1 1 0 0 0,0-26-1 0 0,-2 42-135 0 0,0-30 2320 0 0,-7 143-1130 0 0,3-5-1395 0 0,4-61-139 0 0,1-33 979 0 0,0-6-2559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23.8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57 4 1088 0 0,'0'-3'13266'0'0,"0"26"-11963"0"0,-4 36-1619 0 0,-24 96 691 0 0,8-35-590 0 0,16-108-1139 0 0,4-25-783 0 0,6-24-7077 0 0,-5 43 7444 0 0,-6 42 744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26.38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17 460 0 0,'0'0'6823'0'0,"11"-7"-5303"0"0,3 4-1428 0 0,1 0 1 0 0,0 1-1 0 0,0 1 0 0 0,-1 1 1 0 0,1 0-1 0 0,0 1 1 0 0,0 0-1 0 0,0 1 0 0 0,27 8 1 0 0,-37-8-90 0 0,2 0 15 0 0,0 1 0 0 0,0-1 0 0 0,-1-1 0 0 0,11 2 0 0 0,-52-11 915 0 0,12 8-4369 0 0,4-1 1166 0 0,6 1 7155 0 0,13 26-2283 0 0,-2-13-2349 0 0,0 1-1 0 0,-1-1 0 0 0,0 1 0 0 0,-1-1 0 0 0,0 0 1 0 0,-12 22-1 0 0,2-2 43 0 0,-14 34 8 0 0,-21 60-275 0 0,44-113-68 0 0,-4 20-108 0 0,10-40-733 0 0,0 0 1 0 0,0 0-1 0 0,1 0 1 0 0,0 0-1 0 0,0 0 0 0 0,0 0 1 0 0,1 0-1 0 0,0 1 1 0 0,0-1-1 0 0,4-5 0 0 0,12-24-2386 0 0,-17 30 3316 0 0,0 0 0 0 0,0 0 0 0 0,-1 0 0 0 0,1 0 0 0 0,0-9 0 0 0,3-36 526 0 0,16-74 0 0 0,-17 102-176 0 0,-3 15-3 0 0,0 0 0 0 0,1 0 0 0 0,0 0-1 0 0,0 1 1 0 0,6-6 3605 0 0,-7 14-3874 0 0,-1-8 676 0 0,0 5-672 0 0,22-13-372 0 0,-17 13 252 0 0,0 0 1 0 0,0 0-1 0 0,0 0 1 0 0,0 0-1 0 0,-1-1 0 0 0,1 0 1 0 0,4-2-1 0 0,-8 4 29 0 0,-1 0 0 0 0,1 0 0 0 0,-1 0-1 0 0,1 0 1 0 0,-1 0 0 0 0,1 0 0 0 0,-1 0 0 0 0,1 0-1 0 0,-1 0 1 0 0,1 0 0 0 0,-1 0 0 0 0,1 1 0 0 0,-1-1-1 0 0,1 0 1 0 0,-1 0 0 0 0,1 0 0 0 0,-1 1 0 0 0,1-1-1 0 0,-1 0 1 0 0,0 1 0 0 0,1-1 0 0 0,-1 0 0 0 0,1 1-1 0 0,-1-1 1 0 0,0 0 0 0 0,1 1 0 0 0,-1 0 0 0 0,11 6 823 0 0,-9 10 1490 0 0,-77 96-1909 0 0,43-66-483 0 0,-34 63 0 0 0,55-91-17 0 0,8-15 36 0 0,0 0 1 0 0,1 1 0 0 0,-1-1-1 0 0,1 0 1 0 0,0 1-1 0 0,1 0 1 0 0,-1-1 0 0 0,1 1-1 0 0,-2 8 1 0 0,3-13 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33.4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 2 2684 0 0,'-7'1'16343'0'0,"-18"-2"-16789"0"0,27 1 398 0 0,0-1-1 0 0,0 1 1 0 0,0 0 0 0 0,0 0-1 0 0,0 0 1 0 0,1 0 0 0 0,-1 0 0 0 0,0 0-1 0 0,0 0 1 0 0,0 1 0 0 0,0-1-1 0 0,1 1 1 0 0,1 0 0 0 0,3 1 1 0 0,69 3 103 0 0,86 11-282 0 0,-142-11 250 0 0,-21-2 20 0 0,-12-2-270 0 0,-14 0 69 0 0,-53 10-1 0 0,14-1 168 0 0,58-10 51 0 0,0 1 0 0 0,0-1 1 0 0,0 0-1 0 0,0 0 0 0 0,0-1 0 0 0,0 0 0 0 0,0-1 1 0 0,0 1-1 0 0,-8-4 0 0 0,-22-2-320 0 0,28 8-1148 0 0,27 7-2447 0 0,-10-6 1686 0 0,-36-12-7981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07.4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76 496 0 0,'0'0'6784'0'0,"-18"-11"-1563"0"0,18 10-5078 0 0,0 0-1 0 0,0 1 1 0 0,0-1-1 0 0,0 0 1 0 0,0 0-1 0 0,0 1 1 0 0,0-1-1 0 0,0 0 1 0 0,0 0-1 0 0,0 0 1 0 0,0 1-1 0 0,0-1 1 0 0,0 0-1 0 0,1 0 1 0 0,-1 1-1 0 0,0-1 1 0 0,1 0-1 0 0,-1 1 1 0 0,0-1-1 0 0,1 0 1 0 0,-1 1-1 0 0,1-1 1 0 0,-1 0-1 0 0,1 1 1 0 0,-1-1-1 0 0,1 1 1 0 0,0-1-1 0 0,-1 1 1 0 0,1-1-1 0 0,0 1 1 0 0,-1 0-1 0 0,1-1 1 0 0,0 1-1 0 0,-1 0 1 0 0,1-1-1 0 0,0 1 1 0 0,1 0-1 0 0,5-3 68 0 0,7-4-280 0 0,1 1 0 0 0,1 0 1 0 0,-1 1-1 0 0,1 1 1 0 0,0 1-1 0 0,0 0 0 0 0,0 1 1 0 0,0 0-1 0 0,0 2 0 0 0,1 0 1 0 0,22 3-1 0 0,-19 0-155 0 0,93 16-438 0 0,-58-3 322 0 0,-48-14 327 0 0,-6-2 15 0 0,0 0 0 0 0,0 0 0 0 0,-1 0 0 0 0,1 0 0 0 0,0 0 0 0 0,0 0 0 0 0,0 0 0 0 0,-1 0 0 0 0,1 1 0 0 0,0-1 0 0 0,0 0 0 0 0,-1 1 0 0 0,1-1 0 0 0,0 0 0 0 0,0 1 0 0 0,-1-1 0 0 0,1 1 1 0 0,0-1-1 0 0,-1 1 0 0 0,1-1 0 0 0,-1 1 0 0 0,2 1 0 0 0,-2-2 21 0 0,15 0 198 0 0,-12-1-228 0 0,0 0 0 0 0,0 0 1 0 0,0 0-1 0 0,0-1 0 0 0,0 1 1 0 0,-1-1-1 0 0,1 0 0 0 0,2-2 481 0 0,-5 4-457 0 0,0-1-15 0 0,0 0-5 0 0,0 1-31 0 0,-2 0 25 0 0,-24 2 24 0 0,0 1 1 0 0,0 1-1 0 0,-41 11 0 0 0,47-9 98 0 0,-1-1 0 0 0,0 0 0 0 0,1-2-1 0 0,-1-1 1 0 0,-1 0 0 0 0,-28-3 0 0 0,45 0-78 0 0,1 1 1 0 0,-1-2-1 0 0,1 1 1 0 0,0 0 0 0 0,0-1-1 0 0,0 0 1 0 0,-5-3-1 0 0,8 4-41 0 0,0 1 0 0 0,0-1 0 0 0,0 0 0 0 0,0 0 0 0 0,0 1 0 0 0,0-1 0 0 0,0 1 0 0 0,0-1 0 0 0,0 1 0 0 0,0 0 0 0 0,0-1 0 0 0,0 1 0 0 0,0 0 0 0 0,-1 0 0 0 0,1-1 0 0 0,-2 1 0 0 0,3 0-4 0 0,-22-11-513 0 0,18 10 495 0 0,0 0 0 0 0,0 0 1 0 0,0 0-1 0 0,0 1 0 0 0,0-1 1 0 0,-6 1-1 0 0,9 0-28 0 0,35 0-12643 0 0,-61 0 8504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08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90 17 864 0 0,'0'0'5991'0'0,"-2"-1"-5700"0"0,-8-5 1968 0 0,7 16 657 0 0,-2 11-2297 0 0,-59 127 588 0 0,59-136-1368 0 0,5-10-251 0 0,3-7 132 0 0,43-70-381 0 0,-33 56 600 0 0,-1-1-1 0 0,0 0 0 0 0,9-23 0 0 0,-16 27 727 0 0,-4 12 175 0 0,-4 12-710 0 0,-5 19-105 0 0,4-15-18 0 0,0 0-1 0 0,0 0 1 0 0,-8 14 0 0 0,9-22-38 0 0,1 0 0 0 0,0 1 0 0 0,0-1 0 0 0,0 1 0 0 0,1-1 0 0 0,0 1 0 0 0,-1 0 0 0 0,2 0 0 0 0,-1 0 0 0 0,0-1 0 0 0,1 7 0 0 0,4-49 502 0 0,-4 37-529 0 0,1 6-219 0 0,0-1 253 0 0,0 1 0 0 0,-1-1 0 0 0,0 1 0 0 0,0 8 0 0 0,0-8 54 0 0,-5 32 101 0 0,5-37-205 0 0,3-19-1190 0 0,29-49 877 0 0,-23 51 526 0 0,-6 16 286 0 0,-3 11 183 0 0,-1-2-379 0 0,-1-1 1 0 0,0 1 0 0 0,-6 13 0 0 0,-3 10-174 0 0,8-13-225 0 0,3-18 49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35.8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22 3356 0 0,'0'-5'13136'0'0,"0"-12"-11834"0"0,13 20-1364 0 0,-1 1 0 0 0,0 0 0 0 0,0 1 1 0 0,0 0-1 0 0,-1 1 0 0 0,12 8 1 0 0,63 49-227 0 0,-37-25 22 0 0,57 36-373 0 0,-97-68 634 0 0,-9-5 12 0 0,0-1-1 0 0,-1 0 1 0 0,1 0-1 0 0,0 0 0 0 0,0 0 1 0 0,0 0-1 0 0,0 1 0 0 0,0-1 1 0 0,0 0-1 0 0,0 0 1 0 0,0 0-1 0 0,0 0 0 0 0,0 0 1 0 0,0 1-1 0 0,-1-1 0 0 0,1 0 1 0 0,0 0-1 0 0,0 0 0 0 0,0 0 1 0 0,0 0-1 0 0,0 0 1 0 0,-1 0-1 0 0,1 0 0 0 0,0 0 1 0 0,0 0-1 0 0,0 1 0 0 0,0-1 1 0 0,0 0-1 0 0,-1 0 1 0 0,1 0-1 0 0,0 0 0 0 0,0 0 1 0 0,0 0-1 0 0,0 0 0 0 0,-1 0 1 0 0,1 0-1 0 0,0 0 0 0 0,0 0 1 0 0,0 0-1 0 0,0-1 1 0 0,0 1-1 0 0,-1 0 0 0 0,1 0 1 0 0,0 0-1 0 0,0 0 0 0 0,0 0 1 0 0,-1 0-1 0 0,-7-1 29 0 0,-14-4-4755 0 0,8 2-933 0 0,58 12-479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38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85 28 1296 0 0,'0'0'6581'0'0,"-24"-2"-1787"0"0,19-1-4744 0 0,-1 1 0 0 0,1 0 0 0 0,0 0 1 0 0,-1 0-1 0 0,1 1 0 0 0,-8-2 0 0 0,12 3-35 0 0,-6-10 169 0 0,7 10-170 0 0,0 0 0 0 0,0 0 0 0 0,0 0 1 0 0,0 0-1 0 0,0 1 0 0 0,0-1 0 0 0,0 0 0 0 0,0 0 1 0 0,0 0-1 0 0,0 1 0 0 0,0-1 0 0 0,0 0 1 0 0,0 0-1 0 0,0 0 0 0 0,0 0 0 0 0,0 1 0 0 0,0-1 1 0 0,-1 0-1 0 0,1 0 0 0 0,0 0 0 0 0,0 0 0 0 0,0 1 1 0 0,0-1-1 0 0,0 0 0 0 0,0 0 0 0 0,-1 0 0 0 0,1 0 1 0 0,0 0-1 0 0,0 0 0 0 0,0 1 0 0 0,0-1 0 0 0,0 0 1 0 0,-1 0-1 0 0,1 0 0 0 0,0 0 0 0 0,0 0 1 0 0,0 0-1 0 0,-1 0 0 0 0,1 0 0 0 0,0 0 0 0 0,0 0 1 0 0,0 0-1 0 0,0 0 0 0 0,-1 0 0 0 0,1 0 0 0 0,0 0 1 0 0,0 0-1 0 0,0 0 0 0 0,-1 0 0 0 0,1 0 0 0 0,0 0 1 0 0,0 0-1 0 0,0 0 0 0 0,0-1 0 0 0,-1 1 1 0 0,1 0-1 0 0,0 0 0 0 0,0 0 0 0 0,0 0 0 0 0,0 0 1 0 0,0 0-1 0 0,-1-1 0 0 0,2 12 69 0 0,1 0 0 0 0,0-1-1 0 0,1 1 1 0 0,4 12 0 0 0,-1-6-60 0 0,-4-8-10 0 0,1-1-1 0 0,1 1 1 0 0,0-1-1 0 0,0 0 1 0 0,1 0 0 0 0,0-1-1 0 0,0 1 1 0 0,1-1-1 0 0,7 8 2690 0 0,13-2-3222 0 0,14 0 469 0 0,-27-8 40 0 0,1-1 0 0 0,0 0 0 0 0,17 2 0 0 0,-24-4-6 0 0,1 0-1 0 0,-1 0 1 0 0,0 0 0 0 0,14 7 0 0 0,-16-6 4 0 0,0 0 1 0 0,1-1-1 0 0,0 0 0 0 0,-1 0 1 0 0,1-1-1 0 0,0 1 0 0 0,10 0 1 0 0,-14-2-5 0 0,1 1 0 0 0,0-1 1 0 0,-1 1-1 0 0,1 0 1 0 0,-1 0-1 0 0,1 0 1 0 0,3 2-1 0 0,13 4-75 0 0,50 13-598 0 0,-32-13 401 0 0,-35-7 314 0 0,0 1 1 0 0,0-1-1 0 0,0 0 0 0 0,0 1 1 0 0,0-1-1 0 0,0 1 0 0 0,-1 0 0 0 0,1-1 1 0 0,0 1-1 0 0,0 0 0 0 0,0 0 1 0 0,-1 0-1 0 0,1 0 0 0 0,2 3 0 0 0,-3-4-15 0 0,0 0-18 0 0,-1 0-50 0 0,12 3 53 0 0,-8-2-486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39.1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353 29 2528 0 0,'-4'-2'14088'0'0,"-15"-6"-13717"0"0,7 7-365 0 0,0-1 1 0 0,0 1-1 0 0,0 1 0 0 0,0 0 1 0 0,0 1-1 0 0,-14 2 0 0 0,-70 19 24 0 0,78-17-29 0 0,-17 4-68 0 0,-47 21 1 0 0,82-30 59 0 0,0 0-1 0 0,0 0 1 0 0,0 0-1 0 0,0 0 1 0 0,1 0 0 0 0,-1 0-1 0 0,0 0 1 0 0,0 0 0 0 0,0 0-1 0 0,0 0 1 0 0,0 0 0 0 0,0 1-1 0 0,0-1 1 0 0,0 0-1 0 0,0 0 1 0 0,0 0 0 0 0,0 0-1 0 0,0 0 1 0 0,0 0 0 0 0,0 0-1 0 0,0 1 1 0 0,0-1 0 0 0,0 0-1 0 0,0 0 1 0 0,0 0-1 0 0,0 0 1 0 0,0 0 0 0 0,0 0-1 0 0,0 0 1 0 0,0 0 0 0 0,0 1-1 0 0,0-1 1 0 0,0 0 0 0 0,0 0-1 0 0,0 0 1 0 0,0 0 0 0 0,0 0-1 0 0,0 0 1 0 0,0 0-1 0 0,0 0 1 0 0,0 1 0 0 0,-1-1-1 0 0,1 0 1 0 0,0 0 0 0 0,0 0-1 0 0,0 0 1 0 0,0 0 0 0 0,0 0-1 0 0,21 1-57 0 0,31-6-94 0 0,198-57-1021 0 0,-204 46 1171 0 0,-38 10 473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41.0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520 19 640 0 0,'0'0'3143'0'0,"-1"-2"-2794"0"0,0 0-177 0 0,-1 1 0 0 0,1 0 1 0 0,0-1-1 0 0,-1 1 0 0 0,1 0 1 0 0,-1 0-1 0 0,0 0 0 0 0,1 0 1 0 0,-1 0-1 0 0,0 0 0 0 0,1 1 1 0 0,-1-1-1 0 0,0 0 0 0 0,0 1 0 0 0,0-1 1 0 0,1 1-1 0 0,-16 0 6505 0 0,0 1-5028 0 0,-5 15-1333 0 0,-35 33 0 0 0,7-6-143 0 0,-51 45-102 0 0,-39 28 56 0 0,133-110-126 0 0,0-1-2 0 0,0 1-1 0 0,0-1 1 0 0,-1-1-1 0 0,0 0 1 0 0,-12 5-1 0 0,-4 7-43 0 0,60-30-2581 0 0,-18 3 174 0 0,22-19 1 0 0,4-2-4182 0 0,-33 24 4534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42.22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395 14 2068 0 0,'0'0'7297'0'0,"23"-12"-6108"0"0,-22 11-902 0 0,0 1 0 0 0,1 0 1 0 0,-1 0-1 0 0,0 0 0 0 0,0 0 1 0 0,0 0-1 0 0,1 0 0 0 0,-1 0 1 0 0,0 0-1 0 0,0 0 0 0 0,0 1 1 0 0,1-1-1 0 0,-1 0 0 0 0,0 1 1 0 0,0-1-1 0 0,0 1 0 0 0,0 0 1 0 0,0-1-1 0 0,0 1 0 0 0,1 0 1 0 0,26 23-646 0 0,-4-4 409 0 0,-18-17-59 0 0,0 1 0 0 0,0 0-1 0 0,-1 0 1 0 0,0 1-1 0 0,0 0 1 0 0,0-1 0 0 0,9 13 528 0 0,-24-18-566 0 0,1 0 0 0 0,-1 1 0 0 0,1 0 0 0 0,0 0 0 0 0,-18 4 0 0 0,1 4-7 0 0,-1 2 0 0 0,2 1 0 0 0,-34 18 0 0 0,-68 51-30 0 0,-10 5-991 0 0,132-82 1043 0 0,-12 6 1 0 0,0 1 0 0 0,-16 12 0 0 0,45-30-983 0 0,0 1 0 0 0,24-11 0 0 0,-18 10-1072 0 0,-1-1 0 0 0,0 0 0 0 0,23-18 0 0 0,-9 6-230 0 0,-21 14 1568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42.61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124 12 412 0 0,'0'0'5055'0'0,"-4"-11"-1338"0"0,1 11-3844 0 0,1 1 1 0 0,-1 0 0 0 0,0 0 0 0 0,0 0 0 0 0,1 0 0 0 0,-1 0-1 0 0,1 1 1 0 0,0-1 0 0 0,-1 1 0 0 0,1-1 0 0 0,0 1 0 0 0,-4 4-1 0 0,-26 27-3345 0 0,29-29 3061 0 0,-11 9-446 0 0,11-11 829 0 0,1 1-1 0 0,-1-1 0 0 0,0 1 0 0 0,1-1 0 0 0,0 1 1 0 0,-1 0-1 0 0,1 0 0 0 0,0 0 0 0 0,-1 4 1 0 0,-5 2-917 0 0,7-5-190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7:43.75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23 916 0 0,'0'0'7382'0'0,"0"-3"-6783"0"0,-12-16 7210 0 0,48 19-7966 0 0,1 1 1 0 0,-1 2-1 0 0,0 2 1 0 0,0 1 0 0 0,-1 2-1 0 0,1 1 1 0 0,36 16 0 0 0,-59-22 211 0 0,-13-9-85 0 0,-13-9-117 0 0,4 12 3 0 0,-1 1 0 0 0,1 0-1 0 0,-1 0 1 0 0,1 1 0 0 0,-1 0 0 0 0,-16 1 0 0 0,-25-2 365 0 0,-4-2 37 0 0,43 4-152 0 0,0-1 0 0 0,0 0 0 0 0,-1 0-1 0 0,1-1 1 0 0,0-1 0 0 0,-13-4 0 0 0,94 10-975 0 0,-31 0 454 0 0,42-1-1 0 0,-54-2-663 0 0,-25 0 1038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38:45.2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17 656 0 0,'2'-16'10469'0'0,"3"16"-10535"0"0,1 0 0 0 0,-1 0-1 0 0,0 0 1 0 0,0 1 0 0 0,0 0-1 0 0,1 0 1 0 0,6 3 0 0 0,10 4-188 0 0,-15-6-36 0 0,-1 1-1 0 0,0-1 1 0 0,1 1 0 0 0,-1 0 0 0 0,0 1 0 0 0,6 4-1 0 0,-11-8 283 0 0,0 0 3 0 0,0 0 20 0 0,-4-1 263 0 0,1-1-1 0 0,0 0 1 0 0,0 0-1 0 0,0 0 1 0 0,0 0-1 0 0,0-1 0 0 0,0 1 1 0 0,0 0-1 0 0,-1-4 1 0 0,3 25-3887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297 325 1164 0 0,'4'-2'13963'0'0,"-88"-14"-13195"0"0,73 13-604 0 0,0 1-1 0 0,0-1 1 0 0,1-1-1 0 0,-1 0 1 0 0,1-1-1 0 0,0 0 0 0 0,0 0 1 0 0,1-1-1 0 0,-15-11 1 0 0,20 13-128 0 0,0 0 0 0 0,0 0 0 0 0,0-1 1 0 0,1 1-1 0 0,0-1 0 0 0,-5-8 1 0 0,7 10-41 0 0,-1 1 0 0 0,1-1 1 0 0,0 0-1 0 0,0 0 1 0 0,0 0-1 0 0,0 0 0 0 0,1 0 1 0 0,-1 0-1 0 0,1 0 0 0 0,0-1 1 0 0,0 1-1 0 0,0 0 1 0 0,0-5-1 0 0,2 5-29 0 0,-1 0-1 0 0,1 0 1 0 0,-1-1-1 0 0,1 1 1 0 0,0 1-1 0 0,0-1 1 0 0,0 0 0 0 0,1 0-1 0 0,-1 1 1 0 0,0-1-1 0 0,1 1 1 0 0,4-3 0 0 0,36-22-311 0 0,-27 22 343 0 0,-1 0-1 0 0,1 1 1 0 0,0 0 0 0 0,1 2 0 0 0,-1 0 0 0 0,19 0-1 0 0,-10 0-30 0 0,-20 1 15 0 0,4 0-22 0 0,0 1 1 0 0,0-1 0 0 0,0 1-1 0 0,17 3 1 0 0,-25-2 29 0 0,1 0 1 0 0,0 0 0 0 0,-1 0-1 0 0,1 0 1 0 0,-1 1-1 0 0,1-1 1 0 0,-1 0-1 0 0,1 1 1 0 0,-1-1-1 0 0,0 1 1 0 0,0-1-1 0 0,0 1 1 0 0,0 0 0 0 0,0 0-1 0 0,1 3 1 0 0,11 28 0 0 0,-12-29 18 0 0,1 1-1 0 0,-1 0 0 0 0,0-1 1 0 0,0 1-1 0 0,-1 0 0 0 0,1 0 1 0 0,-1 0-1 0 0,0 0 0 0 0,0 0 1 0 0,-1 0-1 0 0,1-1 0 0 0,-1 1 1 0 0,0 0-1 0 0,0 0 1 0 0,-1-1-1 0 0,0 1 0 0 0,1-1 1 0 0,-2 1-1 0 0,1-1 0 0 0,0 0 1 0 0,-1 1-1 0 0,0-1 0 0 0,0-1 1 0 0,0 1-1 0 0,0 0 0 0 0,-1-1 1 0 0,1 1-1 0 0,-5 2 1 0 0,1 0 17 0 0,0 1 1 0 0,0-2 0 0 0,0 1-1 0 0,-1-1 1 0 0,0 0 0 0 0,0 0 0 0 0,0-1-1 0 0,0 0 1 0 0,-1-1 0 0 0,0 0 0 0 0,-11 3-1 0 0,0-3 87 0 0,0-1 0 0 0,0 0 0 0 0,-33-2 0 0 0,48 0-92 0 0,-1-1 0 0 0,1 0-1 0 0,-1 0 1 0 0,1 0 0 0 0,-1-1 0 0 0,1 0 0 0 0,0 0 0 0 0,0 0 0 0 0,0 0-1 0 0,0-1 1 0 0,0 0 0 0 0,1 0 0 0 0,-1 0 0 0 0,1 0 0 0 0,0-1-1 0 0,0 0 1 0 0,0 0 0 0 0,-4-5 0 0 0,4 4-37 0 0,0-1 1 0 0,0 0-1 0 0,0 0 0 0 0,0 0 1 0 0,1 0-1 0 0,0-1 1 0 0,1 0-1 0 0,-1 1 0 0 0,1-1 1 0 0,1 0-1 0 0,-1 0 1 0 0,1 0-1 0 0,-1-13 0 0 0,3 17-15 0 0,-1 1 0 0 0,1-1 0 0 0,0 0 0 0 0,-1 1 0 0 0,1-1 0 0 0,0 1 0 0 0,1-1 0 0 0,-1 1 0 0 0,0-1 0 0 0,1 1 0 0 0,-1 0 0 0 0,1 0 0 0 0,0 0 0 0 0,0 0 0 0 0,-1 0 0 0 0,2 0-1 0 0,-1 0 1 0 0,0 1 0 0 0,0-1 0 0 0,4-1 0 0 0,7-5-53 0 0,0 1-1 0 0,20-8 0 0 0,-25 12 61 0 0,9-5-45 0 0,1 1-1 0 0,1 0 1 0 0,-1 2 0 0 0,1 0-1 0 0,0 1 1 0 0,0 1 0 0 0,27-1-1 0 0,-43 5 58 0 0,1 0 0 0 0,-1 0 0 0 0,0 0 0 0 0,0 0 0 0 0,0 0 1 0 0,1 1-1 0 0,-1 0 0 0 0,0-1 0 0 0,-1 1 0 0 0,1 0 0 0 0,0 0 0 0 0,-1 1 0 0 0,1-1 0 0 0,3 5 0 0 0,-2-3 11 0 0,-1-1 0 0 0,1 2-1 0 0,-1-1 1 0 0,0 0 0 0 0,-1 1 0 0 0,1-1-1 0 0,-1 1 1 0 0,1 0 0 0 0,0 5-1 0 0,-2-6 19 0 0,0 0 0 0 0,0 1-1 0 0,-1-1 1 0 0,0 1-1 0 0,0 0 1 0 0,0-1 0 0 0,0 1-1 0 0,-1-1 1 0 0,0 1-1 0 0,0-1 1 0 0,0 0 0 0 0,0 1-1 0 0,-1-1 1 0 0,0 0-1 0 0,0 0 1 0 0,-3 5-1 0 0,0-1-5 0 0,-1-1 0 0 0,0 1-1 0 0,0-1 1 0 0,-1-1-1 0 0,0 1 1 0 0,-15 9 0 0 0,16-11-4 0 0,-7 4 41 0 0,-1 1 0 0 0,-20 10 0 0 0,31-19-22 0 0,0 1 0 0 0,0-1 1 0 0,-1 0-1 0 0,1 0 0 0 0,0 0 0 0 0,0 0 0 0 0,-1 0 1 0 0,1-1-1 0 0,0 1 0 0 0,-1-1 0 0 0,1 0 0 0 0,0 0 0 0 0,-1 0 1 0 0,1 0-1 0 0,-1-1 0 0 0,1 1 0 0 0,0-1 0 0 0,-5-2 1 0 0,5 1-4 0 0,-1 0 0 0 0,1-1 1 0 0,0 1-1 0 0,0-1 0 0 0,0 0 1 0 0,0 0-1 0 0,1 0 0 0 0,-1 0 1 0 0,1-1-1 0 0,-3-5 0 0 0,0 2-14 0 0,1-1 0 0 0,1 0 0 0 0,-5-16-1 0 0,5 13-47 0 0,1-1-1 0 0,0 1 1 0 0,0-1-1 0 0,2 1 0 0 0,0-24 1 0 0,1 33 13 0 0,-1-1 0 0 0,1 1 0 0 0,0-1 0 0 0,0 1-1 0 0,0-1 1 0 0,0 1 0 0 0,1 0 0 0 0,-1-1 0 0 0,1 1 0 0 0,-1 0 0 0 0,1 0 0 0 0,0 0 0 0 0,-1 0 0 0 0,1 0 0 0 0,0 1-1 0 0,0-1 1 0 0,1 0 0 0 0,-1 1 0 0 0,0 0 0 0 0,0-1 0 0 0,1 1 0 0 0,-1 0 0 0 0,1 0 0 0 0,3 0 0 0 0,2-2-36 0 0,1 0 0 0 0,0 1 0 0 0,0 1 0 0 0,0-1 0 0 0,16 1 0 0 0,-20 1 36 0 0,0 0 0 0 0,-1 0-1 0 0,1 1 1 0 0,0 0 0 0 0,0 0 0 0 0,0 0 0 0 0,-1 1-1 0 0,1-1 1 0 0,0 1 0 0 0,-1 0 0 0 0,6 3-1 0 0,-8-3 26 0 0,1 0-1 0 0,0 1 0 0 0,0-1 1 0 0,-1 0-1 0 0,0 1 0 0 0,1 0 1 0 0,-1-1-1 0 0,0 1 0 0 0,0 0 1 0 0,-1 0-1 0 0,1 0 0 0 0,0 0 1 0 0,-1 1-1 0 0,0-1 0 0 0,0 0 1 0 0,1 7-1 0 0,0-5 22 0 0,-2 1-1 0 0,1-1 0 0 0,0 1 1 0 0,-1-1-1 0 0,0 1 1 0 0,-1-1-1 0 0,1 1 1 0 0,-1-1-1 0 0,-3 10 0 0 0,4-13-20 0 0,-1 0 0 0 0,0 0 0 0 0,0 0 0 0 0,0 0 0 0 0,0 0 0 0 0,0 0 0 0 0,0-1 0 0 0,-1 1 0 0 0,1-1 0 0 0,-1 1 0 0 0,1-1 0 0 0,-1 1 0 0 0,0-1 0 0 0,1 0 0 0 0,-1 0 0 0 0,0 1 0 0 0,0-1-1 0 0,0-1 1 0 0,0 1 0 0 0,0 0 0 0 0,0 0 0 0 0,0-1 0 0 0,0 1 0 0 0,0-1 0 0 0,0 0 0 0 0,0 1 0 0 0,0-1 0 0 0,-4 0 0 0 0,4 0-2 0 0,-1 0 1 0 0,0 0-1 0 0,0 0 0 0 0,0 0 1 0 0,0-1-1 0 0,0 1 0 0 0,0-1 1 0 0,0 1-1 0 0,1-1 1 0 0,-1 0-1 0 0,0 0 0 0 0,0 0 1 0 0,1-1-1 0 0,-1 1 0 0 0,1-1 1 0 0,-1 1-1 0 0,1-1 1 0 0,0 0-1 0 0,0 0 0 0 0,-1 0 1 0 0,1 0-1 0 0,1 0 0 0 0,-1-1 1 0 0,0 1-1 0 0,0-1 1 0 0,1 1-1 0 0,0-1 0 0 0,-1 1 1 0 0,1-1-1 0 0,0 0 0 0 0,0 0 1 0 0,0 1-1 0 0,1-1 1 0 0,-1 0-1 0 0,1 0 0 0 0,-1 0 1 0 0,1 0-1 0 0,0-3 0 0 0,1 6-46 0 0,0-1 0 0 0,-1 0 0 0 0,1 0 0 0 0,0 1 0 0 0,0-1-1 0 0,0 0 1 0 0,-1 1 0 0 0,1-1 0 0 0,0 1 0 0 0,0 0 0 0 0,0-1-1 0 0,0 1 1 0 0,0-1 0 0 0,0 1 0 0 0,0 0 0 0 0,0 0-1 0 0,0 0 1 0 0,0 0 0 0 0,0-1 0 0 0,2 2 0 0 0,24-3 25 0 0,-16 1 17 0 0,8 2-201 0 0,-18-1 227 0 0,-1 0 0 0 0,1 0 0 0 0,0 1 1 0 0,-1-1-1 0 0,1 0 0 0 0,-1 1 0 0 0,0-1 1 0 0,1 0-1 0 0,-1 1 0 0 0,1-1 0 0 0,-1 1 1 0 0,0-1-1 0 0,1 1 0 0 0,-1-1 0 0 0,0 1 1 0 0,1-1-1 0 0,-1 1 0 0 0,0-1 1 0 0,0 1-1 0 0,1-1 0 0 0,-1 1 0 0 0,0-1 1 0 0,0 1-1 0 0,0 0 0 0 0,0-1 0 0 0,0 1 1 0 0,0-1-1 0 0,0 1 0 0 0,0 1 0 0 0,-1-1-15 0 0,1-1-1 0 0,-1 1 0 0 0,0 0 1 0 0,0 0-1 0 0,0 0 0 0 0,0-1 0 0 0,0 1 1 0 0,0 0-1 0 0,0-1 0 0 0,0 1 0 0 0,0-1 1 0 0,0 1-1 0 0,0-1 0 0 0,0 0 1 0 0,0 1-1 0 0,-2-1 0 0 0,-20 6-168 0 0,22-6 161 0 0,-4 0-15 0 0,-1 1-1 0 0,0-1 1 0 0,1 1 0 0 0,-1-2 0 0 0,-10 0-1 0 0,16 0-4 0 0,-1 1 0 0 0,1 0-1 0 0,0 0 1 0 0,-1-1 0 0 0,1 1 0 0 0,0 0-1 0 0,0-1 1 0 0,-1 1 0 0 0,1 0-1 0 0,0-1 1 0 0,0 1 0 0 0,-1 0-1 0 0,1-1 1 0 0,0 1 0 0 0,0-1-1 0 0,0 1 1 0 0,0 0 0 0 0,0-1 0 0 0,0 1-1 0 0,-1-1 1 0 0,1 1 0 0 0,0-1-1 0 0,0 1 1 0 0,0 0 0 0 0,0-1-1 0 0,1 1 1 0 0,-1-1 0 0 0,0 1-1 0 0,0-1 1 0 0,0 1 0 0 0,0 0 0 0 0,0-1-1 0 0,0 1 1 0 0,1-1 0 0 0,-1 1-1 0 0,0-1 1 0 0,9-12-921 0 0,-5 11 905 0 0,0-1 0 0 0,-1 0 1 0 0,1 0-1 0 0,-1 0 0 0 0,0 0 1 0 0,0 0-1 0 0,0-1 0 0 0,-1 1 1 0 0,1-1-1 0 0,3-8 0 0 0,-5 10 55 0 0,0-1-1 0 0,-1 1 1 0 0,1-1-1 0 0,-1 1 1 0 0,0-1 0 0 0,0 1-1 0 0,0-1 1 0 0,0 1-1 0 0,0-1 1 0 0,0 1-1 0 0,-1-1 1 0 0,0 1-1 0 0,1-1 1 0 0,-1 1 0 0 0,0-1-1 0 0,0 1 1 0 0,0 0-1 0 0,0 0 1 0 0,-1-1-1 0 0,-2-3 1 0 0,-19-28 109 0 0,22 33-141 0 0,4-7-651 0 0,-2 7 636 0 0,-1 0-1 0 0,0 0 0 0 0,0 0 1 0 0,1 1-1 0 0,-1-1 1 0 0,0 0-1 0 0,1 0 0 0 0,-1 1 1 0 0,1-1-1 0 0,-1 0 0 0 0,1 1 1 0 0,-1-1-1 0 0,1 0 1 0 0,0 1-1 0 0,-1-1 0 0 0,1 1 1 0 0,1-2-1 0 0,4-1 18 0 0,0 0 0 0 0,1 1 0 0 0,-1-1 0 0 0,1 1 0 0 0,-1 1 0 0 0,1-1 0 0 0,0 1 0 0 0,0 0-1 0 0,0 1 1 0 0,0-1 0 0 0,-1 2 0 0 0,1-1 0 0 0,0 1 0 0 0,0 0 0 0 0,0 0 0 0 0,-1 0 0 0 0,1 1 0 0 0,8 3 0 0 0,-13-3 23 0 0,0-1-1 0 0,0 0 1 0 0,0 1 0 0 0,0 0 0 0 0,0-1-1 0 0,-1 1 1 0 0,1 0 0 0 0,0 0 0 0 0,-1 0 0 0 0,0 0-1 0 0,1 0 1 0 0,-1 0 0 0 0,0 1 0 0 0,0-1-1 0 0,0 0 1 0 0,0 1 0 0 0,0-1 0 0 0,-1 1 0 0 0,1-1-1 0 0,-1 0 1 0 0,1 1 0 0 0,-1-1 0 0 0,0 1-1 0 0,0 0 1 0 0,-1 3 0 0 0,1-1 17 0 0,0 1-1 0 0,-1 0 1 0 0,0 0-1 0 0,0-1 1 0 0,-1 1 0 0 0,1-1-1 0 0,-1 1 1 0 0,0-1 0 0 0,-1 0-1 0 0,-4 8 1 0 0,2-6 30 0 0,-1-1 1 0 0,1 0-1 0 0,-1 0 1 0 0,-1 0 0 0 0,1-1-1 0 0,-1 0 1 0 0,0 0-1 0 0,0 0 1 0 0,0-1-1 0 0,-1 0 1 0 0,0-1-1 0 0,0 0 1 0 0,0 0-1 0 0,0 0 1 0 0,0-1 0 0 0,0 0-1 0 0,0-1 1 0 0,-1 0-1 0 0,1 0 1 0 0,-1-1-1 0 0,1 0 1 0 0,-1-1-1 0 0,1 1 1 0 0,0-2-1 0 0,-16-3 1 0 0,16 3-40 0 0,1-1 0 0 0,-1 1 0 0 0,1-1 1 0 0,0-1-1 0 0,0 0 0 0 0,0 0 0 0 0,0 0 0 0 0,1-1 0 0 0,0 1 0 0 0,0-2 1 0 0,0 1-1 0 0,0-1 0 0 0,-6-8 0 0 0,11 12-43 0 0,1 0 0 0 0,-1 0 0 0 0,0 0 1 0 0,1 0-1 0 0,0 0 0 0 0,-1 0 0 0 0,1 0 0 0 0,0-1 0 0 0,0 1 0 0 0,0 0 1 0 0,0 0-1 0 0,1 0 0 0 0,-1 0 0 0 0,1 0 0 0 0,-1 0 0 0 0,1 0 0 0 0,0 0 1 0 0,-1 0-1 0 0,1 0 0 0 0,0 0 0 0 0,0 0 0 0 0,0 0 0 0 0,1 1 1 0 0,-1-1-1 0 0,0 0 0 0 0,1 1 0 0 0,-1-1 0 0 0,1 1 0 0 0,2-2 0 0 0,-1 0-78 0 0,1-1 0 0 0,0 1-1 0 0,0 0 1 0 0,0 1 0 0 0,0-1-1 0 0,0 1 1 0 0,0 0 0 0 0,1 0-1 0 0,-1 0 1 0 0,1 0 0 0 0,7-1-1 0 0,35 3-7573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92 160 1088 0 0,'0'0'5735'0'0,"0"-3"-5189"0"0,1 0-308 0 0,-1 0 1 0 0,0 0-1 0 0,0 0 0 0 0,0 0 0 0 0,-1 0 0 0 0,1 0 0 0 0,-1 0 0 0 0,0 0 0 0 0,-1-4 0 0 0,0-14 430 0 0,3 19-514 0 0,-1 1-1 0 0,0-1 1 0 0,0 1-1 0 0,0-1 1 0 0,0 1-1 0 0,0-1 1 0 0,0 0-1 0 0,-1 1 1 0 0,1-1-1 0 0,0 1 1 0 0,-1-1 0 0 0,1 1-1 0 0,-1-1 1 0 0,0 1-1 0 0,-1-3 1 0 0,2 5-86 0 0,-1-1 1 0 0,0 0-1 0 0,0 1 1 0 0,1-1 0 0 0,-1 1-1 0 0,0-1 1 0 0,0 1-1 0 0,1-1 1 0 0,-1 1-1 0 0,0-1 1 0 0,1 1 0 0 0,-1 0-1 0 0,1-1 1 0 0,-1 1-1 0 0,1 0 1 0 0,-1-1 0 0 0,1 1-1 0 0,0 0 1 0 0,-1 0-1 0 0,1 0 1 0 0,-1 0 0 0 0,-12 26-179 0 0,11-23 243 0 0,-19 47-88 0 0,16-36-57 0 0,-1 0 1 0 0,-9 18-1 0 0,15-33 18 0 0,0 0 0 0 0,0-1 0 0 0,0 1 0 0 0,0 0 0 0 0,0 0 0 0 0,0 0 0 0 0,0 0 0 0 0,0 0-1 0 0,0 0 1 0 0,0 0 0 0 0,0 0 0 0 0,0 0 0 0 0,0 0 0 0 0,0 0 0 0 0,0 0 0 0 0,0-1 0 0 0,0 1 0 0 0,0 0-1 0 0,-1 0 1 0 0,1 0 0 0 0,0 0 0 0 0,0 0 0 0 0,0 0 0 0 0,0 0 0 0 0,0 0 0 0 0,0 0 0 0 0,0 0-1 0 0,0 0 1 0 0,0 0 0 0 0,0 0 0 0 0,0 0 0 0 0,0 0 0 0 0,0 0 0 0 0,0 0 0 0 0,0 0 0 0 0,0 0 0 0 0,-1-1-1 0 0,1 1 1 0 0,0 0 0 0 0,0 0 0 0 0,0 0 0 0 0,0 0 0 0 0,0 0 0 0 0,0 0 0 0 0,0 0 0 0 0,0 0 0 0 0,0 0-1 0 0,0 0 1 0 0,0 0 0 0 0,0 1 0 0 0,-1-1 0 0 0,1 0 0 0 0,0 0 0 0 0,0 0 0 0 0,0 0 0 0 0,0 0 0 0 0,0 0-1 0 0,0 0 1 0 0,0 0 0 0 0,0 0 0 0 0,-1-13-131 0 0,4-17-206 0 0,66-135-340 0 0,-69 184 671 0 0,1-8 89 0 0,0 0 0 0 0,-1 0 0 0 0,-1 0 0 0 0,1-1 0 0 0,-5 18 0 0 0,-2-5 6 0 0,3-11-128 0 0,0 0 1 0 0,-11 20 0 0 0,18-40 58 0 0,0 0 0 0 0,0-1 0 0 0,-1 1 0 0 0,0-1 0 0 0,0-11 0 0 0,5-56-51 0 0,-6 61 7 0 0,1-31-111 0 0,-3 42 95 0 0,-2 4 6 0 0,-5 23 1 0 0,-7 22-18 0 0,-18 66-143 0 0,29-81 384 0 0,7-49-333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4 1532 0 0,'0'0'7996'0'0,"-9"-4"-3925"0"0,82 17-4017 0 0,1-13 73 0 0,-50-1-184 0 0,-1 0 0 0 0,0 2 0 0 0,33 5 1 0 0,-40-1 16 0 0,0 1 1 0 0,0 1 0 0 0,0 0 0 0 0,-1 1 0 0 0,0 1 0 0 0,24 17 0 0 0,-31-20 16 0 0,20 15 11 0 0,29 29 1 0 0,-16-14-25 0 0,-49-33-115 0 0,0 0 0 0 0,0-1 0 0 0,0 1-1 0 0,-11 0 1 0 0,12-2 28 0 0,-3 1-72 0 0,8-2 128 0 0,1 0 1 0 0,-1 0 0 0 0,0 0 0 0 0,1 1 0 0 0,-1-1-1 0 0,0 0 1 0 0,1 1 0 0 0,-1 0 0 0 0,1-1 0 0 0,-1 1-1 0 0,1 0 1 0 0,-1 0 0 0 0,1 0 0 0 0,-3 1 0 0 0,-40 32-57 0 0,34-27 217 0 0,-40 32 72 0 0,46-35-177 0 0,0 0 0 0 0,0 0 0 0 0,0 1 0 0 0,0-1 0 0 0,1 1 0 0 0,-1 0 0 0 0,1 0 0 0 0,-3 7 0 0 0,5-10 45 0 0,0 0 0 0 0,0 0 0 0 0,-1 0 0 0 0,1 0 0 0 0,-1 0 0 0 0,1 0 0 0 0,-1-1 0 0 0,0 1 0 0 0,0 0 0 0 0,-3 1 0 0 0,4-2-42 0 0,1-1-13 0 0,0-1 0 0 0,0 1 0 0 0,0-1-1 0 0,0 1 1 0 0,-1-1 0 0 0,1 1 0 0 0,0 0 0 0 0,0-1 0 0 0,0 1 0 0 0,-1-1 0 0 0,1 1 0 0 0,0 0 0 0 0,0-1 0 0 0,-1 1 0 0 0,1-1 0 0 0,0 1 0 0 0,-1 0 0 0 0,1 0 0 0 0,-1-1 0 0 0,1 1 0 0 0,0 0-1 0 0,-1 0 1 0 0,1-1 0 0 0,-1 1 0 0 0,1 0 0 0 0,-1 0 0 0 0,1 0 0 0 0,0 0 0 0 0,-1-1 0 0 0,1 1 0 0 0,-1 0 0 0 0,1 0 0 0 0,-1 0 0 0 0,1 0 0 0 0,-1 0 0 0 0,1 0 0 0 0,-1 0 0 0 0,1 1 0 0 0,-1-1-1 0 0,1 0 1 0 0,-1 0 0 0 0,1 0 0 0 0,0 0 0 0 0,-1 1 0 0 0,1-1 0 0 0,-1 0 0 0 0,1 0 0 0 0,0 1 0 0 0,-1-1 0 0 0,1 0 0 0 0,-1 1 0 0 0,1-1 0 0 0,0 0 0 0 0,-1 1 0 0 0,-1 1-16 0 0,-6 5-247 0 0,8-7 285 0 0,0 0 0 0 0,0 0-1 0 0,0 0 1 0 0,0 0-1 0 0,0 0 1 0 0,0 0 0 0 0,0 1-1 0 0,0-1 1 0 0,0 0 0 0 0,0 0-1 0 0,0 0 1 0 0,0 0-1 0 0,0 0 1 0 0,0 0 0 0 0,0 1-1 0 0,0-1 1 0 0,0 0-1 0 0,0 0 1 0 0,0 0 0 0 0,0 0-1 0 0,0 0 1 0 0,0 1-1 0 0,0-1 1 0 0,0 0 0 0 0,0 0-1 0 0,0 0 1 0 0,0 0-1 0 0,0 0 1 0 0,1 0 0 0 0,-1 0-1 0 0,0 1 1 0 0,0-1 0 0 0,0 0-1 0 0,0 0 1 0 0,0 0-1 0 0,0 0 1 0 0,0 0 0 0 0,0 0-1 0 0,1 0 1 0 0,-1 0-1 0 0,0 0 1 0 0,0 0 0 0 0,0 0-1 0 0,0 0 1 0 0,0 0-1 0 0,1 0 1 0 0,-1 1 0 0 0,0-1-1 0 0,0 0 1 0 0,0 0-1 0 0,0 0 1 0 0,0 0 0 0 0,0-1-1 0 0,1 1 1 0 0,-1 0 0 0 0,0 0-1 0 0,0 0 1 0 0,0 0-1 0 0,0 0 1 0 0,2 0 529 0 0,-4 2-791 0 0,1 1 182 0 0,0-1 0 0 0,0 1 0 0 0,0 0 0 0 0,0-1 0 0 0,0 1 0 0 0,1 0 0 0 0,-1 3 1 0 0,1-6 115 0 0,-17 1 1390 0 0,8-2-4818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8 404 0 0,'-15'-7'11486'0'0,"16"7"-11474"0"0,0 0 0 0 0,-1 1 0 0 0,1-1 0 0 0,0 1 0 0 0,0-1 0 0 0,-1 1 0 0 0,1-1 0 0 0,-1 1 0 0 0,1-1 0 0 0,0 1 0 0 0,-1-1 0 0 0,1 1 0 0 0,-1 0 0 0 0,1-1 0 0 0,-1 1 0 0 0,1 0 0 0 0,-1-1 0 0 0,0 1 0 0 0,1 0 0 0 0,-1 0-1 0 0,0 0 1 0 0,0-1 0 0 0,0 1 0 0 0,1 0 0 0 0,-1 0 0 0 0,0 0 0 0 0,0-1 0 0 0,0 1 0 0 0,0 2 0 0 0,0 32 179 0 0,0-27-142 0 0,-1 5-21 0 0,-1 0-1 0 0,0 0 1 0 0,0 0-1 0 0,-2-1 1 0 0,-5 15-1 0 0,5-14-122 0 0,0 0 1 0 0,1-1-1 0 0,0 1 0 0 0,1 0 0 0 0,-1 17 1 0 0,3-21 308 0 0,-1-8-257 0 0,1-1 0 0 0,0 1 0 0 0,0 0 1 0 0,0 0-1 0 0,0-1 0 0 0,0 1 0 0 0,0 0 0 0 0,0 0 0 0 0,0-1 1 0 0,0 1-1 0 0,1 0 0 0 0,-1 0 0 0 0,0-1 0 0 0,0 1 0 0 0,1 0 0 0 0,-1-1 1 0 0,1 2-1 0 0,16-7-2185 0 0,-13 3 1579 0 0,-1 0 1 0 0,0 0-1 0 0,0-1 1 0 0,1 1-1 0 0,-2-1 1 0 0,5-4-1 0 0,3-3-3339 0 0,-9 8 3403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3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0 380 0 0,'-5'12'14184'0'0,"4"-7"-15199"0"0,2 18 1043 0 0,2-1 0 0 0,0 0 0 0 0,1 0 0 0 0,9 24 0 0 0,2 14 16 0 0,-6-36-3962 0 0,-3-39-873 0 0,-6 36-233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3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16 2408 0 0,'0'0'6760'0'0,"-3"-1"-6589"0"0,24-1 421 0 0,0 1 1 0 0,-1 1-1 0 0,34 4 0 0 0,-42-2-556 0 0,1-1 0 0 0,0-1 0 0 0,15 0 0 0 0,-1-1 1007 0 0,-27 0-1167 0 0,-1 0 1 0 0,1 0-1 0 0,0 0 0 0 0,0 0 1 0 0,0-1-1 0 0,-1 1 0 0 0,1 0 0 0 0,0 0 1 0 0,-1 0-1 0 0,1 0 0 0 0,-1 0 1 0 0,0 1-1 0 0,1-1 0 0 0,-1 0 0 0 0,0-1 1 0 0,0 1-140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3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158 6 424 0 0,'0'0'4987'0'0,"6"-1"-4507"0"0,3-1-279 0 0,3 0 4505 0 0,-35 16-4613 0 0,-40 31 0 0 0,44-31-144 0 0,6-4-120 0 0,6-6-55 0 0,0 1 1 0 0,1-1-1 0 0,0 1 1 0 0,0 1 0 0 0,0-1-1 0 0,0 1 1 0 0,1 0-1 0 0,0 0 1 0 0,-8 14-1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3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5 892 0 0,'0'0'4844'0'0,"6"-1"-4667"0"0,19-2 123 0 0,-25 3-262 0 0,0 0-1 0 0,0 0 1 0 0,0 0-1 0 0,0 1 0 0 0,0-1 1 0 0,1 0-1 0 0,-1 0 1 0 0,0 1-1 0 0,0-1 1 0 0,0 0-1 0 0,0 0 1 0 0,0 1-1 0 0,0-1 0 0 0,0 0 1 0 0,0 1-1 0 0,0-1 1 0 0,0 0-1 0 0,0 0 1 0 0,0 1-1 0 0,0-1 1 0 0,0 0-1 0 0,0 0 0 0 0,-1 1 1 0 0,1-1-1 0 0,0 0 1 0 0,0 0-1 0 0,0 1 1 0 0,0-1-1 0 0,0 0 1 0 0,-1 0-1 0 0,1 0 0 0 0,0 1 1 0 0,0-1-1 0 0,0 0 1 0 0,-1 0-1 0 0,1 0 1 0 0,0 0-1 0 0,0 0 1 0 0,0 1-1 0 0,-1-1 0 0 0,1 0 1 0 0,0 0-1 0 0,-11 12 427 0 0,-109 76 798 0 0,31-26-1357 0 0,82-56 44 0 0,-4 1-75 0 0,0 1-1 0 0,1 1 1 0 0,1-1 0 0 0,-1 1 0 0 0,1 1-1 0 0,1 0 1 0 0,-10 13 0 0 0,18-22-96 0 0,0 0 0 0 0,-1-1 0 0 0,1 1 0 0 0,0-1 0 0 0,0 1 0 0 0,0 0 0 0 0,-1-1 0 0 0,1 1 0 0 0,0-1 0 0 0,0 1 0 0 0,0 0 0 0 0,0-1 0 0 0,0 1 0 0 0,0 0 1 0 0,0-1-1 0 0,1 1 0 0 0,-1 0 0 0 0,0-1 0 0 0,0 1 0 0 0,0-1 0 0 0,1 1 0 0 0,-1-1 0 0 0,0 1 0 0 0,0 0 0 0 0,1-1 0 0 0,-1 1 0 0 0,1 0 0 0 0,7-1-1952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338 0 1100 0 0,'0'0'5645'0'0,"-20"17"-5375"0"0,-124 100 196 0 0,99-84-584 0 0,-26 23 22 0 0,63-49-103 0 0,0 1-1 0 0,1 0 1 0 0,0 0 0 0 0,0 0 0 0 0,1 1 0 0 0,-6 10 0 0 0,9-8-1862 0 0,3-5 421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263 1 680 0 0,'0'0'5757'0'0,"-19"13"-5396"0"0,-3 2-291 0 0,-97 73 121 0 0,97-70-256 0 0,-28 24-83 0 0,47-38 76 0 0,0-1-1 0 0,0 1 0 0 0,0 0 0 0 0,0-1 1 0 0,1 1-1 0 0,-1 0 0 0 0,1 1 0 0 0,0-1 0 0 0,0 0 1 0 0,-2 9-1 0 0,4 4-4352 0 0,0-13 3412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0:38.3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0 1000 0 0,'0'0'6240'0'0,"-2"2"-5930"0"0,0-1-225 0 0,-11 6 361 0 0,5-1 1003 0 0,5 1-3594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46.5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54 44 864 0 0,'0'0'8840'0'0,"1"-1"-8558"0"0,7-5 1708 0 0,-34 8-1828 0 0,26-2-154 0 0,-22-2 364 0 0,22 2-334 0 0,-1 0 1 0 0,0 0-1 0 0,1 0 0 0 0,-1 0 0 0 0,0-1 0 0 0,1 1 1 0 0,-1 0-1 0 0,0 0 0 0 0,1-1 0 0 0,-1 1 1 0 0,1 0-1 0 0,-1-1 0 0 0,0 1 0 0 0,1 0 0 0 0,-1-1 1 0 0,1 1-1 0 0,-1-1 0 0 0,1 1 0 0 0,-1-1 0 0 0,1 1 1 0 0,0-1-1 0 0,-1 0 0 0 0,1 1 0 0 0,0-1 1 0 0,-1 1-1 0 0,1-1 0 0 0,0 0 0 0 0,0 1 0 0 0,-1-2 1 0 0,26 0-231 0 0,-6 1 227 0 0,262-11-3 0 0,-281 12 10 0 0,33 0 484 0 0,-60-1-453 0 0,-197 0-929 0 0,167 1 684 0 0,217-7 111 0 0,-101 7-931 0 0,-81 15 846 0 0,-12-1-3 0 0,1-2 0 0 0,-69 15-1 0 0,107-20 58 0 0,0 0-1 0 0,0 0 0 0 0,-1 1 0 0 0,0 0 0 0 0,-1 0 0 0 0,0 0 0 0 0,4 15 1 0 0,-5-5 328 0 0,-2 33 1 0 0,-1-17-322 0 0,20-53-4162 0 0,-12 9 2270 0 0,-1 2-327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1:49.3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118 32 784 0 0,'4'0'12671'0'0,"14"0"-13245"0"0,21 0 704 0 0,-1-2 0 0 0,59-10 0 0 0,-43 4 56 0 0,1 3 0 0 0,57 0 0 0 0,-151 5-292 0 0,-1 2 0 0 0,1 2-1 0 0,-47 10 1 0 0,27-4 233 0 0,0-2-1 0 0,0-2 1 0 0,-72-4 0 0 0,129-2-189 0 0,1 0 1 0 0,0 0 0 0 0,0 0 0 0 0,-1 1-1 0 0,1-1 1 0 0,0 0 0 0 0,-1 0 0 0 0,1 1-1 0 0,0-1 1 0 0,0 1 0 0 0,0-1-1 0 0,-1 1 1 0 0,1-1 0 0 0,0 1 0 0 0,0 0-1 0 0,-1 0 1 0 0,14 2-112 0 0,0-1-1 0 0,0 0 1 0 0,17-1 0 0 0,253-5-522 0 0,-282 5 754 0 0,-1 0-1 0 0,1 0 1 0 0,0 0 0 0 0,-1 0 0 0 0,1 0-1 0 0,-1 0 1 0 0,1 0 0 0 0,-1 0-1 0 0,1 0 1 0 0,-1-1 0 0 0,1 1-1 0 0,-1 0 1 0 0,0 0 0 0 0,0 0 0 0 0,0 0-172 0 0,0 0 1 0 0,0 0 0 0 0,0 0 0 0 0,1 0 0 0 0,-1-1 0 0 0,0 1 0 0 0,1 1 0 0 0,-1-1-1 0 0,1 0 1 0 0,-1 0 0 0 0,1 0 0 0 0,-1 0 0 0 0,1 0 0 0 0,-1 3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4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297 325 1164 0 0,'4'-2'13963'0'0,"-88"-14"-13195"0"0,73 13-604 0 0,0 1-1 0 0,0-1 1 0 0,1-1-1 0 0,-1 0 1 0 0,1-1-1 0 0,0 0 0 0 0,0 0 1 0 0,1-1-1 0 0,-15-11 1 0 0,20 13-128 0 0,0 0 0 0 0,0 0 0 0 0,0-1 1 0 0,1 1-1 0 0,0-1 0 0 0,-5-8 1 0 0,7 10-41 0 0,-1 1 0 0 0,1-1 1 0 0,0 0-1 0 0,0 0 1 0 0,0 0-1 0 0,0 0 0 0 0,1 0 1 0 0,-1 0-1 0 0,1 0 0 0 0,0-1 1 0 0,0 1-1 0 0,0 0 1 0 0,0-5-1 0 0,2 5-29 0 0,-1 0-1 0 0,1 0 1 0 0,-1-1-1 0 0,1 1 1 0 0,0 1-1 0 0,0-1 1 0 0,0 0 0 0 0,1 0-1 0 0,-1 1 1 0 0,0-1-1 0 0,1 1 1 0 0,4-3 0 0 0,36-22-311 0 0,-27 22 343 0 0,-1 0-1 0 0,1 1 1 0 0,0 0 0 0 0,1 2 0 0 0,-1 0 0 0 0,19 0-1 0 0,-10 0-30 0 0,-20 1 15 0 0,4 0-22 0 0,0 1 1 0 0,0-1 0 0 0,0 1-1 0 0,17 3 1 0 0,-25-2 29 0 0,1 0 1 0 0,0 0 0 0 0,-1 0-1 0 0,1 0 1 0 0,-1 1-1 0 0,1-1 1 0 0,-1 0-1 0 0,1 1 1 0 0,-1-1-1 0 0,0 1 1 0 0,0-1-1 0 0,0 1 1 0 0,0 0 0 0 0,0 0-1 0 0,1 3 1 0 0,11 28 0 0 0,-12-29 18 0 0,1 1-1 0 0,-1 0 0 0 0,0-1 1 0 0,0 1-1 0 0,-1 0 0 0 0,1 0 1 0 0,-1 0-1 0 0,0 0 0 0 0,0 0 1 0 0,-1 0-1 0 0,1-1 0 0 0,-1 1 1 0 0,0 0-1 0 0,0 0 1 0 0,-1-1-1 0 0,0 1 0 0 0,1-1 1 0 0,-2 1-1 0 0,1-1 0 0 0,0 0 1 0 0,-1 1-1 0 0,0-1 0 0 0,0-1 1 0 0,0 1-1 0 0,0 0 0 0 0,-1-1 1 0 0,1 1-1 0 0,-5 2 1 0 0,1 0 17 0 0,0 1 1 0 0,0-2 0 0 0,0 1-1 0 0,-1-1 1 0 0,0 0 0 0 0,0 0 0 0 0,0-1-1 0 0,0 0 1 0 0,-1-1 0 0 0,0 0 0 0 0,-11 3-1 0 0,0-3 87 0 0,0-1 0 0 0,0 0 0 0 0,-33-2 0 0 0,48 0-92 0 0,-1-1 0 0 0,1 0-1 0 0,-1 0 1 0 0,1 0 0 0 0,-1-1 0 0 0,1 0 0 0 0,0 0 0 0 0,0 0 0 0 0,0 0-1 0 0,0-1 1 0 0,0 0 0 0 0,1 0 0 0 0,-1 0 0 0 0,1 0 0 0 0,0-1-1 0 0,0 0 1 0 0,0 0 0 0 0,-4-5 0 0 0,4 4-37 0 0,0-1 1 0 0,0 0-1 0 0,0 0 0 0 0,0 0 1 0 0,1 0-1 0 0,0-1 1 0 0,1 0-1 0 0,-1 1 0 0 0,1-1 1 0 0,1 0-1 0 0,-1 0 1 0 0,1 0-1 0 0,-1-13 0 0 0,3 17-15 0 0,-1 1 0 0 0,1-1 0 0 0,0 0 0 0 0,-1 1 0 0 0,1-1 0 0 0,0 1 0 0 0,1-1 0 0 0,-1 1 0 0 0,0-1 0 0 0,1 1 0 0 0,-1 0 0 0 0,1 0 0 0 0,0 0 0 0 0,0 0 0 0 0,-1 0 0 0 0,2 0-1 0 0,-1 0 1 0 0,0 1 0 0 0,0-1 0 0 0,4-1 0 0 0,7-5-53 0 0,0 1-1 0 0,20-8 0 0 0,-25 12 61 0 0,9-5-45 0 0,1 1-1 0 0,1 0 1 0 0,-1 2 0 0 0,1 0-1 0 0,0 1 1 0 0,0 1 0 0 0,27-1-1 0 0,-43 5 58 0 0,1 0 0 0 0,-1 0 0 0 0,0 0 0 0 0,0 0 0 0 0,0 0 1 0 0,1 1-1 0 0,-1 0 0 0 0,0-1 0 0 0,-1 1 0 0 0,1 0 0 0 0,0 0 0 0 0,-1 1 0 0 0,1-1 0 0 0,3 5 0 0 0,-2-3 11 0 0,-1-1 0 0 0,1 2-1 0 0,-1-1 1 0 0,0 0 0 0 0,-1 1 0 0 0,1-1-1 0 0,-1 1 1 0 0,1 0 0 0 0,0 5-1 0 0,-2-6 19 0 0,0 0 0 0 0,0 1-1 0 0,-1-1 1 0 0,0 1-1 0 0,0 0 1 0 0,0-1 0 0 0,0 1-1 0 0,-1-1 1 0 0,0 1-1 0 0,0-1 1 0 0,0 0 0 0 0,0 1-1 0 0,-1-1 1 0 0,0 0-1 0 0,0 0 1 0 0,-3 5-1 0 0,0-1-5 0 0,-1-1 0 0 0,0 1-1 0 0,0-1 1 0 0,-1-1-1 0 0,0 1 1 0 0,-15 9 0 0 0,16-11-4 0 0,-7 4 41 0 0,-1 1 0 0 0,-20 10 0 0 0,31-19-22 0 0,0 1 0 0 0,0-1 1 0 0,-1 0-1 0 0,1 0 0 0 0,0 0 0 0 0,0 0 0 0 0,-1 0 1 0 0,1-1-1 0 0,0 1 0 0 0,-1-1 0 0 0,1 0 0 0 0,0 0 0 0 0,-1 0 1 0 0,1 0-1 0 0,-1-1 0 0 0,1 1 0 0 0,0-1 0 0 0,-5-2 1 0 0,5 1-4 0 0,-1 0 0 0 0,1-1 1 0 0,0 1-1 0 0,0-1 0 0 0,0 0 1 0 0,0 0-1 0 0,1 0 0 0 0,-1 0 1 0 0,1-1-1 0 0,-3-5 0 0 0,0 2-14 0 0,1-1 0 0 0,1 0 0 0 0,-5-16-1 0 0,5 13-47 0 0,1-1-1 0 0,0 1 1 0 0,0-1-1 0 0,2 1 0 0 0,0-24 1 0 0,1 33 13 0 0,-1-1 0 0 0,1 1 0 0 0,0-1 0 0 0,0 1-1 0 0,0-1 1 0 0,0 1 0 0 0,1 0 0 0 0,-1-1 0 0 0,1 1 0 0 0,-1 0 0 0 0,1 0 0 0 0,0 0 0 0 0,-1 0 0 0 0,1 0 0 0 0,0 1-1 0 0,0-1 1 0 0,1 0 0 0 0,-1 1 0 0 0,0 0 0 0 0,0-1 0 0 0,1 1 0 0 0,-1 0 0 0 0,1 0 0 0 0,3 0 0 0 0,2-2-36 0 0,1 0 0 0 0,0 1 0 0 0,0 1 0 0 0,0-1 0 0 0,16 1 0 0 0,-20 1 36 0 0,0 0 0 0 0,-1 0-1 0 0,1 1 1 0 0,0 0 0 0 0,0 0 0 0 0,0 0 0 0 0,-1 1-1 0 0,1-1 1 0 0,0 1 0 0 0,-1 0 0 0 0,6 3-1 0 0,-8-3 26 0 0,1 0-1 0 0,0 1 0 0 0,0-1 1 0 0,-1 0-1 0 0,0 1 0 0 0,1 0 1 0 0,-1-1-1 0 0,0 1 0 0 0,0 0 1 0 0,-1 0-1 0 0,1 0 0 0 0,0 0 1 0 0,-1 1-1 0 0,0-1 0 0 0,0 0 1 0 0,1 7-1 0 0,0-5 22 0 0,-2 1-1 0 0,1-1 0 0 0,0 1 1 0 0,-1-1-1 0 0,0 1 1 0 0,-1-1-1 0 0,1 1 1 0 0,-1-1-1 0 0,-3 10 0 0 0,4-13-20 0 0,-1 0 0 0 0,0 0 0 0 0,0 0 0 0 0,0 0 0 0 0,0 0 0 0 0,0 0 0 0 0,0-1 0 0 0,-1 1 0 0 0,1-1 0 0 0,-1 1 0 0 0,1-1 0 0 0,-1 1 0 0 0,0-1 0 0 0,1 0 0 0 0,-1 0 0 0 0,0 1 0 0 0,0-1-1 0 0,0-1 1 0 0,0 1 0 0 0,0 0 0 0 0,0 0 0 0 0,0-1 0 0 0,0 1 0 0 0,0-1 0 0 0,0 0 0 0 0,0 1 0 0 0,0-1 0 0 0,-4 0 0 0 0,4 0-2 0 0,-1 0 1 0 0,0 0-1 0 0,0 0 0 0 0,0 0 1 0 0,0-1-1 0 0,0 1 0 0 0,0-1 1 0 0,0 1-1 0 0,1-1 1 0 0,-1 0-1 0 0,0 0 0 0 0,0 0 1 0 0,1-1-1 0 0,-1 1 0 0 0,1-1 1 0 0,-1 1-1 0 0,1-1 1 0 0,0 0-1 0 0,0 0 0 0 0,-1 0 1 0 0,1 0-1 0 0,1 0 0 0 0,-1-1 1 0 0,0 1-1 0 0,0-1 1 0 0,1 1-1 0 0,0-1 0 0 0,-1 1 1 0 0,1-1-1 0 0,0 0 0 0 0,0 0 1 0 0,0 1-1 0 0,1-1 1 0 0,-1 0-1 0 0,1 0 0 0 0,-1 0 1 0 0,1 0-1 0 0,0-3 0 0 0,1 6-46 0 0,0-1 0 0 0,-1 0 0 0 0,1 0 0 0 0,0 1 0 0 0,0-1-1 0 0,0 0 1 0 0,-1 1 0 0 0,1-1 0 0 0,0 1 0 0 0,0 0 0 0 0,0-1-1 0 0,0 1 1 0 0,0-1 0 0 0,0 1 0 0 0,0 0 0 0 0,0 0-1 0 0,0 0 1 0 0,0 0 0 0 0,0-1 0 0 0,2 2 0 0 0,24-3 25 0 0,-16 1 17 0 0,8 2-201 0 0,-18-1 227 0 0,-1 0 0 0 0,1 0 0 0 0,0 1 1 0 0,-1-1-1 0 0,1 0 0 0 0,-1 1 0 0 0,0-1 1 0 0,1 0-1 0 0,-1 1 0 0 0,1-1 0 0 0,-1 1 1 0 0,0-1-1 0 0,1 1 0 0 0,-1-1 0 0 0,0 1 1 0 0,1-1-1 0 0,-1 1 0 0 0,0-1 1 0 0,0 1-1 0 0,1-1 0 0 0,-1 1 0 0 0,0-1 1 0 0,0 1-1 0 0,0 0 0 0 0,0-1 0 0 0,0 1 1 0 0,0-1-1 0 0,0 1 0 0 0,0 1 0 0 0,-1-1-15 0 0,1-1-1 0 0,-1 1 0 0 0,0 0 1 0 0,0 0-1 0 0,0 0 0 0 0,0-1 0 0 0,0 1 1 0 0,0 0-1 0 0,0-1 0 0 0,0 1 0 0 0,0-1 1 0 0,0 1-1 0 0,0-1 0 0 0,0 0 1 0 0,0 1-1 0 0,-2-1 0 0 0,-20 6-168 0 0,22-6 161 0 0,-4 0-15 0 0,-1 1-1 0 0,0-1 1 0 0,1 1 0 0 0,-1-2 0 0 0,-10 0-1 0 0,16 0-4 0 0,-1 1 0 0 0,1 0-1 0 0,0 0 1 0 0,-1-1 0 0 0,1 1 0 0 0,0 0-1 0 0,0-1 1 0 0,-1 1 0 0 0,1 0-1 0 0,0-1 1 0 0,0 1 0 0 0,-1 0-1 0 0,1-1 1 0 0,0 1 0 0 0,0-1-1 0 0,0 1 1 0 0,0 0 0 0 0,0-1 0 0 0,0 1-1 0 0,-1-1 1 0 0,1 1 0 0 0,0-1-1 0 0,0 1 1 0 0,0 0 0 0 0,0-1-1 0 0,1 1 1 0 0,-1-1 0 0 0,0 1-1 0 0,0-1 1 0 0,0 1 0 0 0,0 0 0 0 0,0-1-1 0 0,0 1 1 0 0,1-1 0 0 0,-1 1-1 0 0,0-1 1 0 0,9-12-921 0 0,-5 11 905 0 0,0-1 0 0 0,-1 0 1 0 0,1 0-1 0 0,-1 0 0 0 0,0 0 1 0 0,0 0-1 0 0,0-1 0 0 0,-1 1 1 0 0,1-1-1 0 0,3-8 0 0 0,-5 10 55 0 0,0-1-1 0 0,-1 1 1 0 0,1-1-1 0 0,-1 1 1 0 0,0-1 0 0 0,0 1-1 0 0,0-1 1 0 0,0 1-1 0 0,0-1 1 0 0,0 1-1 0 0,-1-1 1 0 0,0 1-1 0 0,1-1 1 0 0,-1 1 0 0 0,0-1-1 0 0,0 1 1 0 0,0 0-1 0 0,0 0 1 0 0,-1-1-1 0 0,-2-3 1 0 0,-19-28 109 0 0,22 33-141 0 0,4-7-651 0 0,-2 7 636 0 0,-1 0-1 0 0,0 0 0 0 0,0 0 1 0 0,1 1-1 0 0,-1-1 1 0 0,0 0-1 0 0,1 0 0 0 0,-1 1 1 0 0,1-1-1 0 0,-1 0 0 0 0,1 1 1 0 0,-1-1-1 0 0,1 0 1 0 0,0 1-1 0 0,-1-1 0 0 0,1 1 1 0 0,1-2-1 0 0,4-1 18 0 0,0 0 0 0 0,1 1 0 0 0,-1-1 0 0 0,1 1 0 0 0,-1 1 0 0 0,1-1 0 0 0,0 1 0 0 0,0 0-1 0 0,0 1 1 0 0,0-1 0 0 0,-1 2 0 0 0,1-1 0 0 0,0 1 0 0 0,0 0 0 0 0,0 0 0 0 0,-1 0 0 0 0,1 1 0 0 0,8 3 0 0 0,-13-3 23 0 0,0-1-1 0 0,0 0 1 0 0,0 1 0 0 0,0 0 0 0 0,0-1-1 0 0,-1 1 1 0 0,1 0 0 0 0,0 0 0 0 0,-1 0 0 0 0,0 0-1 0 0,1 0 1 0 0,-1 0 0 0 0,0 1 0 0 0,0-1-1 0 0,0 0 1 0 0,0 1 0 0 0,0-1 0 0 0,-1 1 0 0 0,1-1-1 0 0,-1 0 1 0 0,1 1 0 0 0,-1-1 0 0 0,0 1-1 0 0,0 0 1 0 0,-1 3 0 0 0,1-1 17 0 0,0 1-1 0 0,-1 0 1 0 0,0 0-1 0 0,0-1 1 0 0,-1 1 0 0 0,1-1-1 0 0,-1 1 1 0 0,0-1 0 0 0,-1 0-1 0 0,-4 8 1 0 0,2-6 30 0 0,-1-1 1 0 0,1 0-1 0 0,-1 0 1 0 0,-1 0 0 0 0,1-1-1 0 0,-1 0 1 0 0,0 0-1 0 0,0 0 1 0 0,0-1-1 0 0,-1 0 1 0 0,0-1-1 0 0,0 0 1 0 0,0 0-1 0 0,0 0 1 0 0,0-1 0 0 0,0 0-1 0 0,0-1 1 0 0,-1 0-1 0 0,1 0 1 0 0,-1-1-1 0 0,1 0 1 0 0,-1-1-1 0 0,1 1 1 0 0,0-2-1 0 0,-16-3 1 0 0,16 3-40 0 0,1-1 0 0 0,-1 1 0 0 0,1-1 1 0 0,0-1-1 0 0,0 0 0 0 0,0 0 0 0 0,0 0 0 0 0,1-1 0 0 0,0 1 0 0 0,0-2 1 0 0,0 1-1 0 0,0-1 0 0 0,-6-8 0 0 0,11 12-43 0 0,1 0 0 0 0,-1 0 0 0 0,0 0 1 0 0,1 0-1 0 0,0 0 0 0 0,-1 0 0 0 0,1 0 0 0 0,0-1 0 0 0,0 1 0 0 0,0 0 1 0 0,0 0-1 0 0,1 0 0 0 0,-1 0 0 0 0,1 0 0 0 0,-1 0 0 0 0,1 0 0 0 0,0 0 1 0 0,-1 0-1 0 0,1 0 0 0 0,0 0 0 0 0,0 0 0 0 0,0 0 0 0 0,1 1 1 0 0,-1-1-1 0 0,0 0 0 0 0,1 1 0 0 0,-1-1 0 0 0,1 1 0 0 0,2-2 0 0 0,-1 0-78 0 0,1-1 0 0 0,0 1-1 0 0,0 0 1 0 0,0 1 0 0 0,0-1-1 0 0,0 1 1 0 0,0 0 0 0 0,1 0-1 0 0,-1 0 1 0 0,1 0 0 0 0,7-1-1 0 0,35 3-7573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92 160 1088 0 0,'0'0'5735'0'0,"0"-3"-5189"0"0,1 0-308 0 0,-1 0 1 0 0,0 0-1 0 0,0 0 0 0 0,0 0 0 0 0,-1 0 0 0 0,1 0 0 0 0,-1 0 0 0 0,0 0 0 0 0,-1-4 0 0 0,0-14 430 0 0,3 19-514 0 0,-1 1-1 0 0,0-1 1 0 0,0 1-1 0 0,0-1 1 0 0,0 1-1 0 0,0-1 1 0 0,0 0-1 0 0,-1 1 1 0 0,1-1-1 0 0,0 1 1 0 0,-1-1 0 0 0,1 1-1 0 0,-1-1 1 0 0,0 1-1 0 0,-1-3 1 0 0,2 5-86 0 0,-1-1 1 0 0,0 0-1 0 0,0 1 1 0 0,1-1 0 0 0,-1 1-1 0 0,0-1 1 0 0,0 1-1 0 0,1-1 1 0 0,-1 1-1 0 0,0-1 1 0 0,1 1 0 0 0,-1 0-1 0 0,1-1 1 0 0,-1 1-1 0 0,1 0 1 0 0,-1-1 0 0 0,1 1-1 0 0,0 0 1 0 0,-1 0-1 0 0,1 0 1 0 0,-1 0 0 0 0,-12 26-179 0 0,11-23 243 0 0,-19 47-88 0 0,16-36-57 0 0,-1 0 1 0 0,-9 18-1 0 0,15-33 18 0 0,0 0 0 0 0,0-1 0 0 0,0 1 0 0 0,0 0 0 0 0,0 0 0 0 0,0 0 0 0 0,0 0 0 0 0,0 0-1 0 0,0 0 1 0 0,0 0 0 0 0,0 0 0 0 0,0 0 0 0 0,0 0 0 0 0,0 0 0 0 0,0 0 0 0 0,0-1 0 0 0,0 1 0 0 0,0 0-1 0 0,-1 0 1 0 0,1 0 0 0 0,0 0 0 0 0,0 0 0 0 0,0 0 0 0 0,0 0 0 0 0,0 0 0 0 0,0 0 0 0 0,0 0-1 0 0,0 0 1 0 0,0 0 0 0 0,0 0 0 0 0,0 0 0 0 0,0 0 0 0 0,0 0 0 0 0,0 0 0 0 0,0 0 0 0 0,0 0 0 0 0,-1-1-1 0 0,1 1 1 0 0,0 0 0 0 0,0 0 0 0 0,0 0 0 0 0,0 0 0 0 0,0 0 0 0 0,0 0 0 0 0,0 0 0 0 0,0 0 0 0 0,0 0-1 0 0,0 0 1 0 0,0 0 0 0 0,0 1 0 0 0,-1-1 0 0 0,1 0 0 0 0,0 0 0 0 0,0 0 0 0 0,0 0 0 0 0,0 0 0 0 0,0 0-1 0 0,0 0 1 0 0,0 0 0 0 0,0 0 0 0 0,-1-13-131 0 0,4-17-206 0 0,66-135-340 0 0,-69 184 671 0 0,1-8 89 0 0,0 0 0 0 0,-1 0 0 0 0,-1 0 0 0 0,1-1 0 0 0,-5 18 0 0 0,-2-5 6 0 0,3-11-128 0 0,0 0 1 0 0,-11 20 0 0 0,18-40 58 0 0,0 0 0 0 0,0-1 0 0 0,-1 1 0 0 0,0-1 0 0 0,0-11 0 0 0,5-56-51 0 0,-6 61 7 0 0,1-31-111 0 0,-3 42 95 0 0,-2 4 6 0 0,-5 23 1 0 0,-7 22-18 0 0,-18 66-143 0 0,29-81 384 0 0,7-49-333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4 1532 0 0,'0'0'7996'0'0,"-9"-4"-3925"0"0,82 17-4017 0 0,1-13 73 0 0,-50-1-184 0 0,-1 0 0 0 0,0 2 0 0 0,33 5 1 0 0,-40-1 16 0 0,0 1 1 0 0,0 1 0 0 0,0 0 0 0 0,-1 1 0 0 0,0 1 0 0 0,24 17 0 0 0,-31-20 16 0 0,20 15 11 0 0,29 29 1 0 0,-16-14-25 0 0,-49-33-115 0 0,0 0 0 0 0,0-1 0 0 0,0 1-1 0 0,-11 0 1 0 0,12-2 28 0 0,-3 1-72 0 0,8-2 128 0 0,1 0 1 0 0,-1 0 0 0 0,0 0 0 0 0,1 1 0 0 0,-1-1-1 0 0,0 0 1 0 0,1 1 0 0 0,-1 0 0 0 0,1-1 0 0 0,-1 1-1 0 0,1 0 1 0 0,-1 0 0 0 0,1 0 0 0 0,-3 1 0 0 0,-40 32-57 0 0,34-27 217 0 0,-40 32 72 0 0,46-35-177 0 0,0 0 0 0 0,0 0 0 0 0,0 1 0 0 0,0-1 0 0 0,1 1 0 0 0,-1 0 0 0 0,1 0 0 0 0,-3 7 0 0 0,5-10 45 0 0,0 0 0 0 0,0 0 0 0 0,-1 0 0 0 0,1 0 0 0 0,-1 0 0 0 0,1 0 0 0 0,-1-1 0 0 0,0 1 0 0 0,0 0 0 0 0,-3 1 0 0 0,4-2-42 0 0,1-1-13 0 0,0-1 0 0 0,0 1 0 0 0,0-1-1 0 0,0 1 1 0 0,-1-1 0 0 0,1 1 0 0 0,0 0 0 0 0,0-1 0 0 0,0 1 0 0 0,-1-1 0 0 0,1 1 0 0 0,0 0 0 0 0,0-1 0 0 0,-1 1 0 0 0,1-1 0 0 0,0 1 0 0 0,-1 0 0 0 0,1 0 0 0 0,-1-1 0 0 0,1 1 0 0 0,0 0-1 0 0,-1 0 1 0 0,1-1 0 0 0,-1 1 0 0 0,1 0 0 0 0,-1 0 0 0 0,1 0 0 0 0,0 0 0 0 0,-1-1 0 0 0,1 1 0 0 0,-1 0 0 0 0,1 0 0 0 0,-1 0 0 0 0,1 0 0 0 0,-1 0 0 0 0,1 0 0 0 0,-1 0 0 0 0,1 1 0 0 0,-1-1-1 0 0,1 0 1 0 0,-1 0 0 0 0,1 0 0 0 0,0 0 0 0 0,-1 1 0 0 0,1-1 0 0 0,-1 0 0 0 0,1 0 0 0 0,0 1 0 0 0,-1-1 0 0 0,1 0 0 0 0,-1 1 0 0 0,1-1 0 0 0,0 0 0 0 0,-1 1 0 0 0,-1 1-16 0 0,-6 5-247 0 0,8-7 285 0 0,0 0 0 0 0,0 0-1 0 0,0 0 1 0 0,0 0-1 0 0,0 0 1 0 0,0 0 0 0 0,0 1-1 0 0,0-1 1 0 0,0 0 0 0 0,0 0-1 0 0,0 0 1 0 0,0 0-1 0 0,0 0 1 0 0,0 0 0 0 0,0 1-1 0 0,0-1 1 0 0,0 0-1 0 0,0 0 1 0 0,0 0 0 0 0,0 0-1 0 0,0 0 1 0 0,0 1-1 0 0,0-1 1 0 0,0 0 0 0 0,0 0-1 0 0,0 0 1 0 0,0 0-1 0 0,0 0 1 0 0,1 0 0 0 0,-1 0-1 0 0,0 1 1 0 0,0-1 0 0 0,0 0-1 0 0,0 0 1 0 0,0 0-1 0 0,0 0 1 0 0,0 0 0 0 0,0 0-1 0 0,1 0 1 0 0,-1 0-1 0 0,0 0 1 0 0,0 0 0 0 0,0 0-1 0 0,0 0 1 0 0,0 0-1 0 0,1 0 1 0 0,-1 1 0 0 0,0-1-1 0 0,0 0 1 0 0,0 0-1 0 0,0 0 1 0 0,0 0 0 0 0,0-1-1 0 0,1 1 1 0 0,-1 0 0 0 0,0 0-1 0 0,0 0 1 0 0,0 0-1 0 0,0 0 1 0 0,2 0 529 0 0,-4 2-791 0 0,1 1 182 0 0,0-1 0 0 0,0 1 0 0 0,0 0 0 0 0,0-1 0 0 0,0 1 0 0 0,1 0 0 0 0,-1 3 1 0 0,1-6 115 0 0,-17 1 1390 0 0,8-2-4818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8 404 0 0,'-15'-7'11486'0'0,"16"7"-11474"0"0,0 0 0 0 0,-1 1 0 0 0,1-1 0 0 0,0 1 0 0 0,0-1 0 0 0,-1 1 0 0 0,1-1 0 0 0,-1 1 0 0 0,1-1 0 0 0,0 1 0 0 0,-1-1 0 0 0,1 1 0 0 0,-1 0 0 0 0,1-1 0 0 0,-1 1 0 0 0,1 0 0 0 0,-1-1 0 0 0,0 1 0 0 0,1 0 0 0 0,-1 0-1 0 0,0 0 1 0 0,0-1 0 0 0,0 1 0 0 0,1 0 0 0 0,-1 0 0 0 0,0 0 0 0 0,0-1 0 0 0,0 1 0 0 0,0 2 0 0 0,0 32 179 0 0,0-27-142 0 0,-1 5-21 0 0,-1 0-1 0 0,0 0 1 0 0,0 0-1 0 0,-2-1 1 0 0,-5 15-1 0 0,5-14-122 0 0,0 0 1 0 0,1-1-1 0 0,0 1 0 0 0,1 0 0 0 0,-1 17 1 0 0,3-21 308 0 0,-1-8-257 0 0,1-1 0 0 0,0 1 0 0 0,0 0 1 0 0,0 0-1 0 0,0-1 0 0 0,0 1 0 0 0,0 0 0 0 0,0 0 0 0 0,0-1 1 0 0,0 1-1 0 0,1 0 0 0 0,-1 0 0 0 0,0-1 0 0 0,0 1 0 0 0,1 0 0 0 0,-1-1 1 0 0,1 2-1 0 0,16-7-2185 0 0,-13 3 1579 0 0,-1 0 1 0 0,0 0-1 0 0,0-1 1 0 0,1 1-1 0 0,-2-1 1 0 0,5-4-1 0 0,3-3-3339 0 0,-9 8 3403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0 380 0 0,'-5'12'14184'0'0,"4"-7"-15199"0"0,2 18 1043 0 0,2-1 0 0 0,0 0 0 0 0,1 0 0 0 0,9 24 0 0 0,2 14 16 0 0,-6-36-3962 0 0,-3-39-873 0 0,-6 36-233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16 2408 0 0,'0'0'6760'0'0,"-3"-1"-6589"0"0,24-1 421 0 0,0 1 1 0 0,-1 1-1 0 0,34 4 0 0 0,-42-2-556 0 0,1-1 0 0 0,0-1 0 0 0,15 0 0 0 0,-1-1 1007 0 0,-27 0-1167 0 0,-1 0 1 0 0,1 0-1 0 0,0 0 0 0 0,0 0 1 0 0,0-1-1 0 0,-1 1 0 0 0,1 0 0 0 0,0 0 1 0 0,-1 0-1 0 0,1 0 0 0 0,-1 0 1 0 0,0 1-1 0 0,1-1 0 0 0,-1 0 0 0 0,0-1 1 0 0,0 1-140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158 6 424 0 0,'0'0'4987'0'0,"6"-1"-4507"0"0,3-1-279 0 0,3 0 4505 0 0,-35 16-4613 0 0,-40 31 0 0 0,44-31-144 0 0,6-4-120 0 0,6-6-55 0 0,0 1 1 0 0,1-1-1 0 0,0 1 1 0 0,0 1 0 0 0,0-1-1 0 0,0 1 1 0 0,1 0-1 0 0,0 0 1 0 0,-8 14-1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5 892 0 0,'0'0'4844'0'0,"6"-1"-4667"0"0,19-2 123 0 0,-25 3-262 0 0,0 0-1 0 0,0 0 1 0 0,0 0-1 0 0,0 1 0 0 0,0-1 1 0 0,1 0-1 0 0,-1 0 1 0 0,0 1-1 0 0,0-1 1 0 0,0 0-1 0 0,0 0 1 0 0,0 1-1 0 0,0-1 0 0 0,0 0 1 0 0,0 1-1 0 0,0-1 1 0 0,0 0-1 0 0,0 0 1 0 0,0 1-1 0 0,0-1 1 0 0,0 0-1 0 0,0 0 0 0 0,-1 1 1 0 0,1-1-1 0 0,0 0 1 0 0,0 0-1 0 0,0 1 1 0 0,0-1-1 0 0,0 0 1 0 0,-1 0-1 0 0,1 0 0 0 0,0 1 1 0 0,0-1-1 0 0,0 0 1 0 0,-1 0-1 0 0,1 0 1 0 0,0 0-1 0 0,0 0 1 0 0,0 1-1 0 0,-1-1 0 0 0,1 0 1 0 0,0 0-1 0 0,-11 12 427 0 0,-109 76 798 0 0,31-26-1357 0 0,82-56 44 0 0,-4 1-75 0 0,0 1-1 0 0,1 1 1 0 0,1-1 0 0 0,-1 1 0 0 0,1 1-1 0 0,1 0 1 0 0,-10 13 0 0 0,18-22-96 0 0,0 0 0 0 0,-1-1 0 0 0,1 1 0 0 0,0-1 0 0 0,0 1 0 0 0,0 0 0 0 0,-1-1 0 0 0,1 1 0 0 0,0-1 0 0 0,0 1 0 0 0,0 0 0 0 0,0-1 0 0 0,0 1 0 0 0,0 0 1 0 0,0-1-1 0 0,1 1 0 0 0,-1 0 0 0 0,0-1 0 0 0,0 1 0 0 0,0-1 0 0 0,1 1 0 0 0,-1-1 0 0 0,0 1 0 0 0,0 0 0 0 0,1-1 0 0 0,-1 1 0 0 0,1 0 0 0 0,7-1-1952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338 0 1100 0 0,'0'0'5645'0'0,"-20"17"-5375"0"0,-124 100 196 0 0,99-84-584 0 0,-26 23 22 0 0,63-49-103 0 0,0 1-1 0 0,1 0 1 0 0,0 0 0 0 0,0 0 0 0 0,1 1 0 0 0,-6 10 0 0 0,9-8-1862 0 0,3-5 421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263 1 680 0 0,'0'0'5757'0'0,"-19"13"-5396"0"0,-3 2-291 0 0,-97 73 121 0 0,97-70-256 0 0,-28 24-83 0 0,47-38 76 0 0,0-1-1 0 0,0 1 0 0 0,0 0 0 0 0,0-1 1 0 0,1 1-1 0 0,-1 0 0 0 0,1 1 0 0 0,0-1 0 0 0,0 0 1 0 0,-2 9-1 0 0,4 4-4352 0 0,0-13 3412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5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0 1000 0 0,'0'0'6240'0'0,"-2"2"-5930"0"0,0-1-225 0 0,-11 6 361 0 0,5-1 1003 0 0,5 1-3594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2:09.2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54 44 864 0 0,'0'0'8840'0'0,"1"-1"-8558"0"0,7-5 1708 0 0,-34 8-1828 0 0,26-2-154 0 0,-22-2 364 0 0,22 2-334 0 0,-1 0 1 0 0,0 0-1 0 0,1 0 0 0 0,-1 0 0 0 0,0-1 0 0 0,1 1 1 0 0,-1 0-1 0 0,0 0 0 0 0,1-1 0 0 0,-1 1 1 0 0,1 0-1 0 0,-1-1 0 0 0,0 1 0 0 0,1 0 0 0 0,-1-1 1 0 0,1 1-1 0 0,-1-1 0 0 0,1 1 0 0 0,-1-1 0 0 0,1 1 1 0 0,0-1-1 0 0,-1 0 0 0 0,1 1 0 0 0,0-1 1 0 0,-1 1-1 0 0,1-1 0 0 0,0 0 0 0 0,0 1 0 0 0,-1-2 1 0 0,26 0-231 0 0,-6 1 227 0 0,262-11-3 0 0,-281 12 10 0 0,33 0 484 0 0,-60-1-453 0 0,-197 0-929 0 0,167 1 684 0 0,217-7 111 0 0,-101 7-931 0 0,-81 15 846 0 0,-12-1-3 0 0,1-2 0 0 0,-69 15-1 0 0,107-20 58 0 0,0 0-1 0 0,0 0 0 0 0,-1 1 0 0 0,0 0 0 0 0,-1 0 0 0 0,0 0 0 0 0,4 15 1 0 0,-5-5 328 0 0,-2 33 1 0 0,-1-17-322 0 0,20-53-4162 0 0,-12 9 2270 0 0,-1 2-327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08.6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238 9 1792 0 0,'0'0'6580'0'0,"-4"-1"-6183"0"0,-12-7 1449 0 0,-3 27-1342 0 0,-49 56-455 0 0,31-35-155 0 0,23-27 55 0 0,2 1 1 0 0,0 0-1 0 0,0 0 1 0 0,1 1-1 0 0,-9 18 1 0 0,17-26 13 0 0,1 1-1 0 0,0-1 1 0 0,0 1-1 0 0,1 0 1 0 0,0 0-1 0 0,0-1 1 0 0,1 1-1 0 0,1 11 1 0 0,-1-8 24 0 0,0-10 29 0 0,0 0 0 0 0,0 0 0 0 0,0 0-1 0 0,0-1 1 0 0,0 1 0 0 0,0 0 0 0 0,0 0 0 0 0,0 0 0 0 0,1-1 0 0 0,-1 1-1 0 0,0 0 1 0 0,1 0 0 0 0,-1-1 0 0 0,0 1 0 0 0,1 0 0 0 0,-1-1 0 0 0,1 1 0 0 0,-1 0-1 0 0,1-1 1 0 0,0 1 0 0 0,-1-1 0 0 0,1 1 0 0 0,0-1 0 0 0,-1 1 0 0 0,1-1-1 0 0,0 1 1 0 0,-1-1 0 0 0,1 0 0 0 0,1 1 0 0 0,29 2 868 0 0,1 0-408 0 0,13 14-495 0 0,-1 1 1 0 0,57 32-1 0 0,-95-48 56 0 0,-1 0 0 0 0,0 0 1 0 0,0-1-1 0 0,1 0 0 0 0,-1 0 0 0 0,1 0 0 0 0,-1 0 0 0 0,1-1 1 0 0,0 0-1 0 0,-1 0 0 0 0,1-1 0 0 0,-1 0 0 0 0,1 0 0 0 0,-1 0 1 0 0,7-2-1 0 0,37-5-255 0 0,-34 4 595 0 0,-14 2-364 0 0,0 0 0 0 0,0 0 0 0 0,0 0 0 0 0,-1 0 0 0 0,1 0 0 0 0,-1 0 0 0 0,1-1 0 0 0,-1 1 0 0 0,0 0 0 0 0,0 0 0 0 0,0-1 0 0 0,0 1 0 0 0,0 0 0 0 0,0 0 0 0 0,-1 0 0 0 0,1-1 0 0 0,-1 1 0 0 0,1 0 0 0 0,-1 0 0 0 0,-2-4 1 0 0,10 39-13231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11.1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317 40 944 0 0,'0'0'9016'0'0,"-4"-4"-8684"0"0,-13-13-35 0 0,16 15-203 0 0,-1 1 1 0 0,0-1-1 0 0,-1 0 0 0 0,1 1 1 0 0,0-1-1 0 0,0 1 1 0 0,0 0-1 0 0,-1 0 0 0 0,1 0 1 0 0,-1 0-1 0 0,1 0 1 0 0,-1 0-1 0 0,1 1 0 0 0,-1-1 1 0 0,0 1-1 0 0,1 0 0 0 0,-1 0 1 0 0,1 0-1 0 0,-1 0 1 0 0,0 0-1 0 0,1 1 0 0 0,-1-1 1 0 0,1 1-1 0 0,-6 1 1 0 0,-1 1-126 0 0,1 1 0 0 0,0 1 0 0 0,0-1 0 0 0,0 1 0 0 0,-8 7 0 0 0,8-6 28 0 0,0 0 0 0 0,0 0 1 0 0,1 1-1 0 0,0 0 0 0 0,0 1 1 0 0,0 0-1 0 0,1 0 0 0 0,0 0 1 0 0,1 1-1 0 0,0 0 0 0 0,0 0 1 0 0,1 0-1 0 0,-4 14 0 0 0,-25 80-32 0 0,32-98 55 0 0,0-1-1 0 0,-1 1 1 0 0,0-1-1 0 0,1 1 0 0 0,-1-1 1 0 0,-1 0-1 0 0,-4 8 0 0 0,4-8-35 0 0,0 0 0 0 0,0 1 0 0 0,0-1 0 0 0,1 1 0 0 0,0 0 1 0 0,-1 0-1 0 0,2 0 0 0 0,-1 0 0 0 0,1 0 0 0 0,0 0 0 0 0,-1 7 0 0 0,-3 7-13 0 0,5-19 21 0 0,42 5 588 0 0,-26-5-620 0 0,1 0 1 0 0,-1 1-1 0 0,0 1 0 0 0,0 0 1 0 0,1 2-1 0 0,26 8 0 0 0,42 30-221 0 0,-68-42 1094 0 0,-12-1-1737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44:41.6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153 0 12529,'-152'432'0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44.7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272 429 352 0 0,'0'0'5121'0'0,"4"0"-4717"0"0,18 0 4061 0 0,-29-11-2371 0 0,-12 2-1744 0 0,0 2-1 0 0,-1 0 1 0 0,0 1-1 0 0,0 1 1 0 0,0 1-1 0 0,-33-2 1 0 0,-4-2-133 0 0,49 7-201 0 0,1 0 0 0 0,0-1-1 0 0,0 0 1 0 0,0 0 0 0 0,-12-6 0 0 0,19 8-64 0 0,0 0 1 0 0,0-1 0 0 0,0 1-1 0 0,-1 0 1 0 0,1 0 0 0 0,0 0-1 0 0,0-1 1 0 0,0 1-1 0 0,0 0 1 0 0,-1 0 0 0 0,1 0-1 0 0,0 0 1 0 0,0 0 0 0 0,0 0-1 0 0,-1 0 1 0 0,1 0 0 0 0,0-1-1 0 0,0 1 1 0 0,-1 0-1 0 0,1 0 1 0 0,0 0 0 0 0,0 0-1 0 0,0 0 1 0 0,-1 0 0 0 0,1 0-1 0 0,0 0 1 0 0,0 0-1 0 0,-1 0 1 0 0,1 0 0 0 0,0 1-1 0 0,0-1 1 0 0,0 0 0 0 0,-1 0-1 0 0,1 0 1 0 0,0 0 0 0 0,0 0-1 0 0,-1 0 1 0 0,9-5-586 0 0,-1-1 573 0 0,0 0 0 0 0,-1 0 0 0 0,1-1 0 0 0,5-8 0 0 0,-10 12 83 0 0,0 0-1 0 0,0-1 0 0 0,0 1 1 0 0,-1-1-1 0 0,0 0 0 0 0,1 0 0 0 0,-1 0 1 0 0,-1 1-1 0 0,1-1 0 0 0,0 0 0 0 0,-1 0 1 0 0,0-5-1 0 0,-1-3-58 0 0,2 0 0 0 0,-1 0 0 0 0,1 0-1 0 0,1 1 1 0 0,0-1 0 0 0,4-12 0 0 0,0 5-169 0 0,-1 0 0 0 0,-1-1-1 0 0,0 1 1 0 0,1-38 0 0 0,-5 57 130 0 0,17 0-49 0 0,11 0-101 0 0,-28 0 247 0 0,20-3-489 0 0,-20 3 393 0 0,1-1-1 0 0,-1 0 0 0 0,1 0 1 0 0,-1 0-1 0 0,1 0 0 0 0,-1 0 1 0 0,0 0-1 0 0,1 0 1 0 0,-1 1-1 0 0,0-1 0 0 0,0 0 1 0 0,0 0-1 0 0,0 0 0 0 0,0 0 1 0 0,0 0-1 0 0,0 0 0 0 0,0-2 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45.5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19 8 692 0 0,'0'0'7965'0'0,"-18"0"-2183"0"0,210 4-6866 0 0,-194-6 883 0 0,0 1 0 0 0,-1 0-1 0 0,1 0 1 0 0,0 0 0 0 0,0 0-1 0 0,0 0 1 0 0,-1 1 0 0 0,1-1-1 0 0,-1 1 1 0 0,-3-1 0 0 0,2 0-910 0 0,-10 0-1248 0 0,54 9-5312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45.9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180 1 784 0 0,'0'0'7187'0'0,"0"2"-6963"0"0,-2 3-172 0 0,1 0-1 0 0,-1 0 0 0 0,-1 0 0 0 0,1 0 0 0 0,-1 0 0 0 0,0-1 0 0 0,0 0 1 0 0,0 1-1 0 0,-1-1 0 0 0,-5 5 0 0 0,-4 7 96 0 0,-9 12-14 0 0,1 2 0 0 0,2 1 0 0 0,1 0 0 0 0,-15 34 0 0 0,26-51-176 0 0,6-11 25 0 0,-1 0 0 0 0,0 0 0 0 0,1 0-1 0 0,0 0 1 0 0,0 0 0 0 0,0 0-1 0 0,0 1 1 0 0,-1 4 0 0 0,2-8-12 0 0,2 0-512 0 0,-1 0 472 0 0,-1 0 1 0 0,1 0 0 0 0,0-1-1 0 0,-1 1 1 0 0,1 0 0 0 0,0 0-1 0 0,0 0 1 0 0,-1-1-1 0 0,1 1 1 0 0,0 0 0 0 0,-1-1-1 0 0,1 1 1 0 0,-1-1 0 0 0,1 1-1 0 0,0-1 1 0 0,-1 1 0 0 0,1-1-1 0 0,-1 1 1 0 0,1-1-1 0 0,12-12-838 0 0,3-6-1107 0 0,-11 12 267 0 0,-54 53-984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46.3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164 11 772 0 0,'0'0'5501'0'0,"5"-2"-5075"0"0,17-6 18 0 0,-22 8-429 0 0,0 0 0 0 0,0 0 0 0 0,1 0 0 0 0,-1-1 0 0 0,0 1 0 0 0,0 0 0 0 0,0 0-1 0 0,1 0 1 0 0,-1 0 0 0 0,0 0 0 0 0,0 0 0 0 0,0 1 0 0 0,0-1 0 0 0,1 0 0 0 0,-1 0 0 0 0,0 0-1 0 0,0 0 1 0 0,0 0 0 0 0,0 0 0 0 0,1 0 0 0 0,-1 0 0 0 0,0 0 0 0 0,0 0 0 0 0,0 1 0 0 0,0-1-1 0 0,1 0 1 0 0,-1 0 0 0 0,0 0 0 0 0,0 0 0 0 0,0 0 0 0 0,0 1 0 0 0,0-1 0 0 0,0 0 0 0 0,0 0 0 0 0,0 0-1 0 0,0 0 1 0 0,1 1 0 0 0,-1-1 0 0 0,0 0 0 0 0,0 0 0 0 0,0 0 0 0 0,0 0 0 0 0,0 1 0 0 0,0-1-1 0 0,0 0 1 0 0,0 0 0 0 0,0 0 0 0 0,0 1 0 0 0,0-1 0 0 0,-1 0 0 0 0,1 0 0 0 0,0 0 0 0 0,0 0-1 0 0,0 1 1 0 0,0-1 0 0 0,0 0 0 0 0,0 0 0 0 0,-3 10 358 0 0,-5 10 177 0 0,-1 0 1 0 0,0 0-1 0 0,-25 35 0 0 0,-46 47-171 0 0,33-45-375 0 0,41-46-338 0 0,11-6-826 0 0,20-6-986 0 0,-16-2 1291 0 0,-1 0 1 0 0,0-1-1 0 0,0 1 0 0 0,12-8 1 0 0,-14 7 21 0 0,6-3-841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46.6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104 1 800 0 0,'0'0'5176'0'0,"-6"7"-4874"0"0,-12 15 158 0 0,1 1-1 0 0,-20 35 1 0 0,30-46-394 0 0,5-8-64 0 0,-1-1 0 0 0,1 1 0 0 0,0 0-1 0 0,0 0 1 0 0,1 1 0 0 0,-1-1-1 0 0,1 0 1 0 0,0 0 0 0 0,0 1-1 0 0,-1 5 1 0 0,2-10-103 0 0,3 0-507 0 0,-1 0 250 0 0,1-1 1 0 0,-1 1-1 0 0,1-1 1 0 0,-1 0-1 0 0,1 0 1 0 0,-1 0-1 0 0,1 0 1 0 0,-1 0-1 0 0,0 0 1 0 0,0-1-1 0 0,0 1 1 0 0,1-1-1 0 0,-1 1 1 0 0,-1-1-1 0 0,1 0 1 0 0,3-3-1 0 0,-3 3 26 0 0,6-6-275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47.2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226 1 752 0 0,'-22'108'1815'0'0,"21"-104"-1552"0"0,0 1 0 0 0,0-1 0 0 0,0 1 0 0 0,0-1 0 0 0,-1 0 0 0 0,1 1 0 0 0,-1-1 0 0 0,0 0 0 0 0,0 0 0 0 0,-1 0 0 0 0,-4 5 0 0 0,-5 10 537 0 0,-32 62 2151 0 0,44-88-3822 0 0,7-8-85 0 0,-2 10-405 0 0,-5 11 865 0 0,-10 12 739 0 0,1-7 228 0 0,-11 10-224 0 0,19-21-263 0 0,1 0 17 0 0,0 1 60 0 0,0-1-1 0 0,0 0 0 0 0,0 0 0 0 0,0 1 1 0 0,0-1-1 0 0,0 0 0 0 0,0 0 1 0 0,0 1-1 0 0,-1-1 0 0 0,1 0 1 0 0,0 0-1 0 0,0 1 0 0 0,0-1 1 0 0,0 0-1 0 0,-1 0 0 0 0,1 0 1 0 0,0 1-1 0 0,0-1 0 0 0,0 0 0 0 0,-1 0 1 0 0,1 0-1 0 0,0 0 0 0 0,0 0 1 0 0,0 0-1 0 0,-1 1 0 0 0,1-1 1 0 0,0 0-1 0 0,0 0 0 0 0,-1 0 1 0 0,1 0-1 0 0,0 0 0 0 0,0 0 0 0 0,-1 0 1 0 0,1 0-1 0 0,-1 0 0 0 0,-14-2 1110 0 0,-12-9-187 0 0,25 8-1000 0 0,1 1 1 0 0,-1-1-1 0 0,1 0 1 0 0,0 0-1 0 0,0 1 1 0 0,0-1-1 0 0,0 0 1 0 0,0 0-1 0 0,1 0 1 0 0,0 0-1 0 0,-1 0 1 0 0,1 0-1 0 0,0-5 1 0 0,-1-10-222 0 0,1 18 228 0 0,0-1 1 0 0,0 1-1 0 0,0 0 1 0 0,0 0-1 0 0,0 0 1 0 0,0 0-1 0 0,0-1 1 0 0,0 1-1 0 0,-1 0 1 0 0,1 0-1 0 0,0 0 1 0 0,0 0-1 0 0,0-1 1 0 0,0 1 0 0 0,0 0-1 0 0,0 0 1 0 0,0 0-1 0 0,0 0 1 0 0,0 0-1 0 0,-1-1 1 0 0,1 1-1 0 0,0 0 1 0 0,0 0-1 0 0,0 0 1 0 0,0 0-1 0 0,0 0 1 0 0,-1 0-1 0 0,1 0 1 0 0,0 0-1 0 0,0-1 1 0 0,0 1-1 0 0,0 0 1 0 0,-1 0-1 0 0,1 0 1 0 0,0 0-1 0 0,0 0 1 0 0,0 0-1 0 0,-1 0 1 0 0,1 0-1 0 0,0 0 1 0 0,0 0-1 0 0,0 0 1 0 0,0 0-1 0 0,-1 0 1 0 0,1 0-1 0 0,0 1 1 0 0,0-1-1 0 0,0 0 1 0 0,0 0-1 0 0,-1 0 1 0 0,1 0-1 0 0,0 0 1 0 0,0 0-1 0 0,0 1 1 0 0,-11 11-7 0 0,8-8-102 0 0,1-1-1 0 0,0 1 0 0 0,0 0 0 0 0,1-1 1 0 0,-1 1-1 0 0,-1 8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56.25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148 0 2368 0 0,'9'1'13462'0'0,"-10"3"-13444"0"0,1 1 0 0 0,-1-1 0 0 0,0 1 0 0 0,0-1-1 0 0,0 1 1 0 0,0-1 0 0 0,-1 0 0 0 0,0 1 0 0 0,0-1 0 0 0,-4 6-1 0 0,-32 40-3 0 0,5-7-13 0 0,15-15-10 0 0,12-20-32 0 0,1-1 0 0 0,-1 1 0 0 0,1 1 0 0 0,1-1 1 0 0,0 1-1 0 0,0 0 0 0 0,1 0 0 0 0,0 0 1 0 0,0 0-1 0 0,1 0 0 0 0,0 1 0 0 0,0 10 0 0 0,2 15 139 0 0,0-34-9 0 0,0 25-380 0 0,1-23 293 0 0,0 0 0 0 0,0 0 0 0 0,0 0 1 0 0,-1 0-1 0 0,1 0 0 0 0,-1 0 0 0 0,0 0 1 0 0,0 1-1 0 0,-1 4 0 0 0,1 11 413 0 0,-4-17-292 0 0,4-2-120 0 0,0 0 0 0 0,0 1 1 0 0,-1-1-1 0 0,1 0 0 0 0,0 0 1 0 0,0 1-1 0 0,0-1 0 0 0,1 0 1 0 0,-1 0-1 0 0,0 1 0 0 0,0-1 1 0 0,0 0-1 0 0,0 0 0 0 0,0 1 1 0 0,0-1-1 0 0,0 0 0 0 0,0 0 0 0 0,0 0 1 0 0,0 1-1 0 0,1-1 0 0 0,-1 0 1 0 0,0 0-1 0 0,0 0 0 0 0,0 1 1 0 0,1-1-1 0 0,-1 0 0 0 0,0 0 1 0 0,0 0-1 0 0,0 0 0 0 0,1 1 1 0 0,-1-1-1 0 0,0 0 0 0 0,0 0 1 0 0,0 0-1 0 0,1 0 0 0 0,-1 0 0 0 0,40-6 315 0 0,-37 5-338 0 0,0 0 1 0 0,1 0-1 0 0,-1 0 0 0 0,1 1 0 0 0,-1-1 1 0 0,1 1-1 0 0,-1-1 0 0 0,1 1 0 0 0,0 0 1 0 0,-1 1-1 0 0,1-1 0 0 0,-1 1 0 0 0,1-1 1 0 0,-1 1-1 0 0,1 0 0 0 0,-1 0 0 0 0,0 1 1 0 0,0-1-1 0 0,1 1 0 0 0,-1 0 1 0 0,4 2-1 0 0,24 19-17 0 0,-22-17 36 0 0,0 0-1 0 0,-1 1 1 0 0,0 0 0 0 0,12 12 0 0 0,6 3 471 0 0,-25-26-470 0 0,0 1 1 0 0,0-1 0 0 0,0 1 0 0 0,1 0-1 0 0,0 0 1 0 0,0-1 0 0 0,0 1 0 0 0,0 0-1 0 0,0 0 1 0 0,0 1 0 0 0,5-5 0 0 0,5-8 34 0 0,-3-1 1 0 0,0 0-1 0 0,-1-1 1 0 0,0 0 0 0 0,6-22-1 0 0,0 0-5 0 0,-11 28-11 0 0,-1 1 1 0 0,0-1-1 0 0,-1 1 0 0 0,0-1 1 0 0,-1 0-1 0 0,0 1 0 0 0,-1-13 1 0 0,0-9-239 0 0,1 27 191 0 0,1 0-1 0 0,-1 0 0 0 0,1 0 1 0 0,3-9-1 0 0,-2 9 22 0 0,-1 0-1 0 0,0 0 1 0 0,0 0-1 0 0,1-11 1 0 0,-3 5-110 0 0,1 8 54 0 0,-1 0-1 0 0,1-1 1 0 0,0 1-1 0 0,0 0 1 0 0,0 0-1 0 0,1 0 1 0 0,-1-1 0 0 0,1 1-1 0 0,-1 0 1 0 0,1 0-1 0 0,0 0 1 0 0,0 0-1 0 0,0 0 1 0 0,3-4-1 0 0,-4 6 6 0 0,0 0 44 0 0,0 0 10 0 0,-25 3-6577 0 0,-11 5 6464 0 0,27-5 596 0 0,-1-1-1 0 0,1 0 1 0 0,-1-1-1 0 0,1 0 1 0 0,-12-2-1 0 0,-11 1 394 0 0,-7 1 424 0 0,38 0-1352 0 0,29 2-3242 0 0,-17 0 1235 0 0,3 1-934 0 0,-63-10-2183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57.86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187 60 852 0 0,'0'0'6929'0'0,"-14"6"-6804"0"0,11-5-119 0 0,-24 12 90 0 0,0 0 0 0 0,-25 18 0 0 0,44-26-78 0 0,6-4-36 0 0,0-1-1 0 0,0 1 0 0 0,1 0 0 0 0,-1 0 1 0 0,0 1-1 0 0,1-1 0 0 0,-1 0 0 0 0,1 1 1 0 0,-1-1-1 0 0,1 0 0 0 0,-1 1 0 0 0,-1 3 1 0 0,11-5-437 0 0,-1 0 340 0 0,0 0 0 0 0,1-1 0 0 0,-1-1 0 0 0,1 1 0 0 0,-1-1 0 0 0,0 0 0 0 0,0-1 0 0 0,0 1 0 0 0,0-1 0 0 0,0-1 0 0 0,-1 0 0 0 0,1 1 0 0 0,10-10 1029 0 0,-31 29 413 0 0,10-10-1117 0 0,-72 70 1753 0 0,25-27-992 0 0,46-40-1102 0 0,14-9-168 0 0,13-9-61 0 0,-4-1 289 0 0,-1-1-1 0 0,0 0 0 0 0,-1-2 1 0 0,-1 0-1 0 0,0 0 1 0 0,0-1-1 0 0,-1-1 0 0 0,-1-1 1 0 0,17-26-1 0 0,-30 42 91 0 0,0 0 0 0 0,0 0 0 0 0,0 1 0 0 0,1-1 0 0 0,-1 0-1 0 0,0 0 1 0 0,0 0 0 0 0,0 0 0 0 0,0 0 0 0 0,0 0 0 0 0,0 0 0 0 0,0 0-1 0 0,0 0 1 0 0,0 0 0 0 0,1 0 0 0 0,-1 0 0 0 0,0 0 0 0 0,0 0 0 0 0,0 0 0 0 0,0 0-1 0 0,0 1 1 0 0,0-1 0 0 0,0 0 0 0 0,1 0 0 0 0,-1 0 0 0 0,0 0 0 0 0,0-1-1 0 0,0 1 1 0 0,0 0 0 0 0,0 0 0 0 0,0 0 0 0 0,1 0 0 0 0,-5 14 270 0 0,-52 77 976 0 0,40-68-929 0 0,2 0-1 0 0,0 1 0 0 0,-21 50 1 0 0,35-74-347 0 0,0 1 1 0 0,0-1 0 0 0,0 0-1 0 0,0 0 1 0 0,-1 1 0 0 0,1-1-1 0 0,0 0 1 0 0,0 0 0 0 0,0 1-1 0 0,0-1 1 0 0,0 0 0 0 0,0 0-1 0 0,0 1 1 0 0,0-1 0 0 0,0 0-1 0 0,0 1 1 0 0,0-1 0 0 0,0 0-1 0 0,0 0 1 0 0,0 1 0 0 0,1-1 0 0 0,-1 0-1 0 0,0 0 1 0 0,0 1 0 0 0,0-1-1 0 0,0 0 1 0 0,0 0 0 0 0,1 1-1 0 0,-1-1 1 0 0,0 0 0 0 0,0 0-1 0 0,0 0 1 0 0,1 1 0 0 0,-1-1-1 0 0,0 0 1 0 0,1 0 0 0 0,11 0-106 0 0,14-11-286 0 0,-7-4 178 0 0,-2 0 0 0 0,0-1 0 0 0,0-1 0 0 0,-2 0 0 0 0,0-1 0 0 0,-1-1 0 0 0,14-25 0 0 0,-42 64 918 0 0,-21 25 0 0 0,-15 22-171 0 0,45-60-502 0 0,4-6-44 0 0,-1 1 0 0 0,1 0 0 0 0,0 0 0 0 0,0 0 0 0 0,0 0 0 0 0,0 0 0 0 0,0 0 0 0 0,0 0-1 0 0,0 0 1 0 0,1 0 0 0 0,-1 1 0 0 0,1 1 0 0 0,19-6 48 0 0,-15 1-65 0 0,-1-1 0 0 0,0 0 0 0 0,1 1 0 0 0,-1-1-1 0 0,0 0 1 0 0,0-1 0 0 0,0 1 0 0 0,-1-1 0 0 0,1 1 0 0 0,0-1 0 0 0,-1 0 0 0 0,0 0 0 0 0,1 0 0 0 0,-1 0 0 0 0,0 0 0 0 0,-1 0 0 0 0,1 0 0 0 0,-1-1 0 0 0,1 1 0 0 0,-1-1-1 0 0,1-6 1 0 0,-2 9 49 0 0,-1 0-1 0 0,1 0 1 0 0,-1 0-1 0 0,1 1 1 0 0,-1-1-1 0 0,0 0 0 0 0,1 0 1 0 0,-1 0-1 0 0,0 0 1 0 0,0 1-1 0 0,1-1 1 0 0,-1 0-1 0 0,0 1 0 0 0,0-1 1 0 0,0 1-1 0 0,0-1 1 0 0,0 1-1 0 0,0-1 1 0 0,-1 1-1 0 0,0-1 3 0 0,1 0-1 0 0,-1 1 1 0 0,1-1 0 0 0,-1 0 0 0 0,1 0-1 0 0,-1 0 1 0 0,1 0 0 0 0,0 0-1 0 0,-1 0 1 0 0,1-1 0 0 0,0 1 0 0 0,0 0-1 0 0,-2-3 1 0 0,1-8-20 0 0,0 1-1 0 0,0-1 0 0 0,1 0 1 0 0,1 0-1 0 0,0 0 1 0 0,1 0-1 0 0,2-15 0 0 0,-2 24-3 0 0,0-1 0 0 0,0 1 0 0 0,1-1 0 0 0,-1 1-1 0 0,1 0 1 0 0,0 0 0 0 0,0 0 0 0 0,0 0 0 0 0,0 0-1 0 0,4-4 1 0 0,8-10 70 0 0,4-8-105 0 0,-9 15 55 0 0,-10 8 453 0 0,-6-5-274 0 0,-6-6-202 0 0,-4-5 18 0 0,17 18-4 0 0,0-1-1 0 0,0 1 1 0 0,0-1 0 0 0,-1 1-1 0 0,1-1 1 0 0,0 0 0 0 0,0 1 0 0 0,-1-1-1 0 0,1 1 1 0 0,0-1 0 0 0,-1 1-1 0 0,1-1 1 0 0,-1 1 0 0 0,1 0-1 0 0,0-1 1 0 0,-1 1 0 0 0,1 0-1 0 0,-1-1 1 0 0,1 1 0 0 0,-1 0-1 0 0,1-1 1 0 0,-1 1 0 0 0,1 0-1 0 0,-1 0 1 0 0,0-1 0 0 0,1 1-1 0 0,-1 0 1 0 0,1 0 0 0 0,-1 0-1 0 0,1 0 1 0 0,-1 0 0 0 0,0 0-1 0 0,1 0 1 0 0,-1 0 0 0 0,1 0-1 0 0,-1 0 1 0 0,0 0 0 0 0,1 0-1 0 0,-1 1 1 0 0,1-1 0 0 0,-2 1-1 0 0,-9 14-5052 0 0,25-32-2043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00.3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222 4 1624 0 0,'6'-4'12195'0'0,"-7"11"-12097"0"0,0 0 0 0 0,0-1 1 0 0,-1 1-1 0 0,0-1 0 0 0,0 1 1 0 0,-1-1-1 0 0,1 0 0 0 0,-2 0 1 0 0,-5 8-1 0 0,-9 23-95 0 0,-49 115-180 0 0,-10 26 16 0 0,70-156 175 0 0,4-12 50 0 0,0-1 1 0 0,-9 18-1 0 0,4-17-121 0 0,8-10 42 0 0,0-1 0 0 0,0 1 0 0 0,0 0 0 0 0,0 0 0 0 0,1 0 0 0 0,-1 0 0 0 0,0 0 0 0 0,0 0 0 0 0,0 0 0 0 0,0 0 0 0 0,0 0 0 0 0,0 0 0 0 0,0 0 0 0 0,0 0 0 0 0,0 0 0 0 0,0 0 0 0 0,0 0 0 0 0,0 0 0 0 0,0-1 0 0 0,0 1 0 0 0,0 0 0 0 0,0 0 0 0 0,0 0 0 0 0,0 0 0 0 0,0 0 1 0 0,0 0-1 0 0,-1 0 0 0 0,1 0 0 0 0,0 0 0 0 0,0 0 0 0 0,0 0 0 0 0,0 0 0 0 0,0 0 0 0 0,0 0 0 0 0,0 0 0 0 0,0 0 0 0 0,0 0 0 0 0,0 0 0 0 0,0 0 0 0 0,0-1 0 0 0,0 1 0 0 0,0 0 0 0 0,0 0 0 0 0,0 0 0 0 0,0 0 0 0 0,0 0 0 0 0,0 0 0 0 0,-1 0 0 0 0,1 0 0 0 0,0 0 0 0 0,0 0 0 0 0,0 0 0 0 0,0 0 0 0 0,0 0 0 0 0,0 0 0 0 0,0 0 0 0 0,0 0 0 0 0,0 0 0 0 0,0 0 0 0 0,0 0 0 0 0,0 0 0 0 0,0 0 0 0 0,0 0 0 0 0,0 1 0 0 0,0-1 0 0 0,-1 0 0 0 0,1 0 0 0 0,0 0 0 0 0,0 0 0 0 0,1-2-304 0 0,0-1 0 0 0,-1 1 0 0 0,1 0-1 0 0,0 0 1 0 0,0 0 0 0 0,0 0-1 0 0,1 0 1 0 0,-1 0 0 0 0,2-2 0 0 0,7-12-2796 0 0,-7 10 653 0 0,-31 56-2337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01.5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233 10 604 0 0,'0'0'4384'0'0,"4"-1"-3864"0"0,14-7 6170 0 0,-19 15-6382 0 0,-1 0-1 0 0,1 0 1 0 0,-1 0-1 0 0,-1 0 0 0 0,1 0 1 0 0,-1 0-1 0 0,-5 8 1 0 0,-5 15-19 0 0,-8 22-76 0 0,-2 0-1 0 0,-37 60 0 0 0,38-73-191 0 0,-25 39-58 0 0,45-75-9 0 0,0 0-1 0 0,-1 1 0 0 0,1-1 1 0 0,1 0-1 0 0,-1 1 1 0 0,1-1-1 0 0,-1 1 1 0 0,1-1-1 0 0,0 1 0 0 0,0-1 1 0 0,0 1-1 0 0,0 5 1 0 0,1-8 8 0 0,0-2 20 0 0,0 1 26 0 0,-1 0 1 0 0,1 0-1 0 0,0 0 0 0 0,-1 0 1 0 0,1 0-1 0 0,-1 0 0 0 0,1 0 1 0 0,0 0-1 0 0,-1 0 1 0 0,1 0-1 0 0,0 0 0 0 0,-1 0 1 0 0,1 0-1 0 0,0 1 0 0 0,-1-1 1 0 0,1 0-1 0 0,0 0 0 0 0,-1 0 1 0 0,1 0-1 0 0,0 1 0 0 0,0-1 1 0 0,-1 0-1 0 0,1 0 0 0 0,0 0 1 0 0,-1 1-1 0 0,1-1 0 0 0,0 0 1 0 0,0 0-1 0 0,0 1 0 0 0,-1-1 1 0 0,1 1-1 0 0,-9 10 6 0 0,8-8-250 0 0,0 0 0 0 0,0 0 0 0 0,0 0 0 0 0,0 1 0 0 0,0-1 0 0 0,0 7 0 0 0,1-4-2628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01.7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31 720 0 0,'0'0'3552'0'0,"37"-31"-6616"0"0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01.8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28 720 0 0,'50'-27'628'0'0,"-54"29"-92"0"0,-3 1-36 0 0,3 1-4 0 0,-1-2-92 0 0,1-2-76 0 0,0 2-328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02.6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40 1060 0 0,'0'0'6739'0'0,"-13"5"-1328"0"0,29-3-3989 0 0,-9-2-1336 0 0,1 0 0 0 0,-1-1-1 0 0,14-2 1 0 0,-8-3-41 0 0,74-23-80 0 0,-77 27-21 0 0,0 0 0 0 0,0 0 0 0 0,0 1-1 0 0,1 0 1 0 0,-1 1 0 0 0,19 2 0 0 0,-24-1 56 0 0,-1 0 0 0 0,1 0-1 0 0,-1 1 1 0 0,1 0 0 0 0,7 4 0 0 0,16 7 82 0 0,-24-10-33 0 0,-10-1 779 0 0,-7-2-3881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05.0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304 0 544 0 0,'15'11'15121'0'0,"-31"4"-15287"0"0,-28 28 29 0 0,-85 93-219 0 0,107-110 319 0 0,6-8-15 0 0,1 1 1 0 0,-12 21 0 0 0,-13 28-35 0 0,33-63-1472 0 0,14-15 61 0 0,18-11-2776 0 0,-14 12 1038 0 0,-57 52-931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06.1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211 56 748 0 0,'0'0'5275'0'0,"2"-2"-4985"0"0,35-29 631 0 0,-19 14 147 0 0,-10 12 914 0 0,-14 13 818 0 0,-3 6-2335 0 0,0 2-106 0 0,2-3-144 0 0,0 0 0 0 0,-5 17 0 0 0,2-4-31 0 0,-2-1 0 0 0,-1-1 0 0 0,-23 34 0 0 0,-6 12-129 0 0,1 8-93 0 0,-2-24 65 0 0,42-53-86 0 0,0 0 0 0 0,1-1 0 0 0,-1 1 0 0 0,0 0 0 0 0,0-1-1 0 0,0 1 1 0 0,1-1 0 0 0,-1 1 0 0 0,0-1 0 0 0,0 1-1 0 0,0-1 1 0 0,0 1 0 0 0,0-1 0 0 0,0 0 0 0 0,0 0 0 0 0,-1 1-1 0 0,1-1-50 0 0,1 0-1 0 0,0 0 1 0 0,-1 0-1 0 0,1 0 1 0 0,0 0-1 0 0,-1 0 1 0 0,1 0-1 0 0,-1 0 1 0 0,1 0-1 0 0,0 0 1 0 0,-1 0 0 0 0,1 0-1 0 0,-1 0 1 0 0,1 0-1 0 0,0 0 1 0 0,-1 0-1 0 0,1-1 1 0 0,0 1-1 0 0,-1 0 1 0 0,1 0-1 0 0,0 0 1 0 0,-1-1-1 0 0,1 1 1 0 0,0 0-1 0 0,-1 0 1 0 0,1-1-1 0 0,0 1 1 0 0,0 0-1 0 0,-1-1 1 0 0,1 1-1 0 0,0 0 1 0 0,0-1-1 0 0,0 1 1 0 0,-1 0-1 0 0,1-1 1 0 0,0 1-1 0 0,0 0 1 0 0,0-1-1 0 0,0 1 1 0 0,0-1-1 0 0,0 0 1 0 0,1-33-8196 0 0,2 77 6925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06.7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63 0 512 0 0,'0'0'5526'0'0,"-8"2"-5155"0"0,-2 0-203 0 0,-24 9 1153 0 0,33-11-1291 0 0,1 0 0 0 0,-1 0 0 0 0,1 1 0 0 0,-1-1 0 0 0,1 0 0 0 0,-1 0 0 0 0,1 1-1 0 0,-1-1 1 0 0,1 0 0 0 0,-1 0 0 0 0,1 1 0 0 0,-1-1 0 0 0,1 1 0 0 0,0-1 0 0 0,-1 0 0 0 0,1 1 0 0 0,0-1 0 0 0,-1 1 0 0 0,1-1 0 0 0,0 1 0 0 0,0-1-1 0 0,0 1 1 0 0,-1-1 0 0 0,1 1 0 0 0,0-1 0 0 0,0 1 0 0 0,0 0 0 0 0,0 0 94 0 0,0 0 1 0 0,1 0-1 0 0,-1 0 1 0 0,0 0-1 0 0,1 0 0 0 0,-1 0 1 0 0,1 0-1 0 0,-1 0 0 0 0,1 0 1 0 0,0 0-1 0 0,-1 0 0 0 0,1-1 1 0 0,1 2-1 0 0,35 25 3320 0 0,-28-21-3052 0 0,3 3-399 0 0,0-1 0 0 0,1 0 0 0 0,0-1 0 0 0,0 0-1 0 0,1-1 1 0 0,0 0 0 0 0,0-1 0 0 0,0-1 0 0 0,22 4-1 0 0,-26-7 12 0 0,-1 1 0 0 0,1 0 0 0 0,-1 1 0 0 0,0 0 0 0 0,9 4 0 0 0,-18-7 5 0 0,1 0 0 0 0,-1 0 0 0 0,0 0 0 0 0,0 0 1 0 0,0 0-1 0 0,0 0 0 0 0,0 0 0 0 0,0 0 0 0 0,1 0 0 0 0,-1 0 0 0 0,0 0 0 0 0,0 0 0 0 0,0 0 0 0 0,0 0 0 0 0,0 1 0 0 0,0-1 0 0 0,0 0 0 0 0,1 0 0 0 0,-1 0 0 0 0,0 0 0 0 0,0 0 0 0 0,0 0 0 0 0,0 0 0 0 0,0 0 0 0 0,0 0 0 0 0,0 1 0 0 0,0-1 0 0 0,0 0 0 0 0,0 0 1 0 0,0 0-1 0 0,0 0 0 0 0,0 0 0 0 0,0 0 0 0 0,0 1 0 0 0,0-1 0 0 0,1 0 0 0 0,-1 0 0 0 0,0 0 0 0 0,0 0 0 0 0,-1 0 0 0 0,1 0 0 0 0,0 1 0 0 0,0-1 0 0 0,0 0 0 0 0,0 0 0 0 0,0 0 0 0 0,0 0 0 0 0,0 1 0 0 0,-8 0 115 0 0,6-1-136 0 0,0 0-1 0 0,0 0 0 0 0,0 0 0 0 0,1-1 0 0 0,-1 1 0 0 0,0-1 0 0 0,0 1 0 0 0,1-1 0 0 0,-1 1 0 0 0,-3-3 0 0 0,4 2-284 0 0,0 0 0 0 0,0 0 0 0 0,0 0 0 0 0,0 0 0 0 0,0 0 0 0 0,1 0 0 0 0,-1 0 0 0 0,0 0 0 0 0,1-1 0 0 0,-1 1 0 0 0,0 0 0 0 0,1 0 0 0 0,0-1 0 0 0,-1 1 0 0 0,1 0 0 0 0,0-1 0 0 0,0 1 0 0 0,0-1 0 0 0,-1 1 0 0 0,1 0 0 0 0,1-1 0 0 0,-1-1 0 0 0,0 0-441 0 0,28 43-6383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09.4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12 628 0 0,'10'12'11586'0'0,"-8"-7"-11473"0"0,-1-1 0 0 0,0 1-1 0 0,0 0 1 0 0,-1-1-1 0 0,0 1 1 0 0,1 0-1 0 0,-2 0 1 0 0,0 9-1 0 0,0 3 257 0 0,31-17-204 0 0,7-9-54 0 0,-37 9-4 0 0,24-11-137 0 0,-22 10-46 0 0,0 1 1 0 0,0-1 0 0 0,0 0 0 0 0,0 0 0 0 0,0 0-1 0 0,0 0 1 0 0,0 0 0 0 0,-1 0 0 0 0,1-1 0 0 0,0 1 0 0 0,-1-1-1 0 0,1 1 1 0 0,-1-1 0 0 0,1 1 0 0 0,-1-1 0 0 0,0 0-1 0 0,0 0 1 0 0,0 0 0 0 0,0 0 0 0 0,0 0 0 0 0,0 0 0 0 0,0 0-1 0 0,-1 0 1 0 0,1 0 0 0 0,0-3 0 0 0,-1 5 86 0 0,-24 2-338 0 0,-18 11 426 0 0,35-10-52 0 0,0-1-1 0 0,-1 1 1 0 0,1-2 0 0 0,-1 1 0 0 0,1-1 0 0 0,-11 1 0 0 0,17-2-59 0 0,-4 1 139 0 0,0-1 1 0 0,1-1 0 0 0,-1 1 0 0 0,1-1-1 0 0,-1 1 1 0 0,-8-4 0 0 0,12 4-111 0 0,-1-1 0 0 0,1 0 0 0 0,0 0 0 0 0,0 1 0 0 0,0-1 1 0 0,0 0-1 0 0,0 0 0 0 0,0 0 0 0 0,0 0 0 0 0,0 0 0 0 0,0-1 0 0 0,0 1 1 0 0,0 0-1 0 0,1 0 0 0 0,-1-1 0 0 0,0 1 0 0 0,1 0 0 0 0,-1-1 0 0 0,1 1 0 0 0,0 0 1 0 0,-1-1-1 0 0,1 1 0 0 0,0-1 0 0 0,0 1 0 0 0,0-1 0 0 0,0 1 0 0 0,0-2 1 0 0,0-4-117 0 0,0-7-2475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12.1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134 1 1952 0 0,'0'0'7883'0'0,"-14"17"-6306"0"0,-3-5-1682 0 0,0 0 0 0 0,0 2 0 0 0,1 0 0 0 0,1 1 0 0 0,-23 28 0 0 0,39-43 105 0 0,-1 0 0 0 0,0 0-1 0 0,0-1 1 0 0,0 1-1 0 0,0 0 1 0 0,0 0 0 0 0,1 0-1 0 0,-1 0 1 0 0,0 0-1 0 0,0 0 1 0 0,0 0 0 0 0,0 0-1 0 0,1 0 1 0 0,-1 0 0 0 0,0 0-1 0 0,0 0 1 0 0,0 0-1 0 0,1 0 1 0 0,-1 0 0 0 0,0 0-1 0 0,0 0 1 0 0,0 0-1 0 0,0 0 1 0 0,1 0 0 0 0,-1 0-1 0 0,0 0 1 0 0,0 0-1 0 0,0 1 1 0 0,0-1 0 0 0,0 0-1 0 0,1 0 1 0 0,-1 0 0 0 0,0 0-1 0 0,0 0 1 0 0,0 0-1 0 0,0 0 1 0 0,0 1 0 0 0,0-1-1 0 0,1 0 1 0 0,-1 0-1 0 0,0 0 1 0 0,0 0 0 0 0,0 1-1 0 0,0-1 1 0 0,0 0-1 0 0,0 0 1 0 0,0 0 0 0 0,0 0-1 0 0,0 1 1 0 0,0-1 0 0 0,0 0-1 0 0,0 0 1 0 0,0 0-1 0 0,0 0 1 0 0,0 1 0 0 0,0-1-1 0 0,0 0 1 0 0,0 0-1 0 0,0 0 1 0 0,0 0 0 0 0,0 1-1 0 0,0-1 1 0 0,0 0 0 0 0,-1 0-1 0 0,1 0 1 0 0,0 0-1 0 0,0 1 1 0 0,2-1 32 0 0,-1 0 65 0 0,29-11 660 0 0,38 1-860 0 0,-5 12 150 0 0,-26-1 49 0 0,69-5 0 0 0,-70 5 1924 0 0,-58-10-1805 0 0,-51-11-473 0 0,-22-7 351 0 0,90 25-124 0 0,1 1 0 0 0,-1 0 1 0 0,1 0-1 0 0,0 1 0 0 0,-1-1 0 0 0,1 1 1 0 0,-6 0-1 0 0,6 1-636 0 0,29 1-5164 0 0,-21-2 4397 0 0,-41-3-4236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14.6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 9 668 0 0,'-11'-9'16090'0'0,"34"39"-16239"0"0,2 13 81 0 0,12 22-11 0 0,-30-48 80 0 0,10 19-35 0 0,23 73-1 0 0,-36-92-96 0 0,-1-1 1 0 0,-1 1-1 0 0,0 0 0 0 0,-2 19 0 0 0,0-33 862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15.5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0 904 0 0,'0'2'13757'0'0,"0"0"-13995"0"0,1 7 452 0 0,0-1 1 0 0,1 0-1 0 0,0 1 0 0 0,1-1 1 0 0,-1 0-1 0 0,9 15 1 0 0,2 7-1 0 0,5 11-37 0 0,-12-29-167 0 0,-1 0 0 0 0,7 19 0 0 0,-5-12-29 0 0,0-1 1 0 0,2 0-1 0 0,0 0 1 0 0,1-1-1 0 0,13 18 0 0 0,28 50-125 0 0,-45-76 448 0 0,3 3-1801 0 0,-9-13 1075 0 0,1 0 1 0 0,0 0-1 0 0,-1-1 0 0 0,1 1 1 0 0,-1 0-1 0 0,1 0 0 0 0,-1 0 1 0 0,0-1-1 0 0,1 1 0 0 0,-1 0 1 0 0,0-1-1 0 0,0 1 0 0 0,0-3 1 0 0,1-4-1656 0 0,-9 41-4839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16.5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6 800 0 0,'0'0'7411'0'0,"0"-6"-6034"0"0,0 28-523 0 0,0-1 1 0 0,2 0 0 0 0,6 30 0 0 0,7 59 204 0 0,-11-67-963 0 0,-3-20 13 0 0,0 20-1 0 0,2 14-210 0 0,1-36 43 0 0,-1-9-68 0 0,-1 0 1 0 0,0 19-1 0 0,-2-30 72 0 0,0 0 0 0 0,0 1 0 0 0,0-1 0 0 0,1 0 0 0 0,-1 0 0 0 0,0 1 0 0 0,1-1 0 0 0,-1 0 0 0 0,1 0 0 0 0,-1 0 0 0 0,1 0 0 0 0,0 2 0 0 0,0-3-86 0 0,0 2-422 0 0,-1-2 422 0 0,1 0 0 0 0,-1 0 0 0 0,0 1 1 0 0,1-1-1 0 0,-1 0 0 0 0,1 0 0 0 0,-1 0 0 0 0,0 0 0 0 0,1 0 1 0 0,-1 0-1 0 0,1 1 0 0 0,-1-1 0 0 0,1 0 0 0 0,-1 0 0 0 0,0 0 1 0 0,1 0-1 0 0,-1 0 0 0 0,1-1 0 0 0,-1 1 0 0 0,1 0 1 0 0,-1 0-1 0 0,0 0 0 0 0,1 0 0 0 0,-1 0 0 0 0,1-1 0 0 0,-1 1 1 0 0,0 0-1 0 0,1 0 0 0 0,-1 0 0 0 0,0-1 0 0 0,1 1 0 0 0,0-2-281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16.7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 1 380 0 0,'0'0'3927'0'0,"-2"37"-5798"0"0,2-33 325 0 0,0-1 916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17.8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 56 296 0 0,'-29'44'546'0'0,"28"-43"-340"0"0,0 0 0 0 0,1 0 0 0 0,-1 0-1 0 0,-30 4 13160 0 0,40-14-12393 0 0,1 4-951 0 0,0 1-1 0 0,0 0 1 0 0,0 0-1 0 0,1 1 1 0 0,18-3-1 0 0,19-7-103 0 0,70-25-1289 0 0,-79 32 687 0 0,-33 1 976 0 0,-12 2-1027 0 0,-14 0-2028 0 0,25 3 1264 0 0,2 0 1501 0 0,10-4-41 0 0,-17 4 49 0 0,1 0-1 0 0,-1-1 1 0 0,1 1 0 0 0,-1 0 0 0 0,1 0 0 0 0,-1 0 0 0 0,0 0 0 0 0,1-1 0 0 0,-1 1-1 0 0,1 0 1 0 0,-1 0 0 0 0,1 0 0 0 0,-1 0 0 0 0,1 0 0 0 0,-1 0 0 0 0,1 0 0 0 0,-1 0 0 0 0,1 0-1 0 0,-1 0 1 0 0,1 0 0 0 0,-1 1 0 0 0,0-1 0 0 0,1 0 0 0 0,-1 0 0 0 0,1 0 0 0 0,-1 1-1 0 0,1-1 1 0 0,-1 0 0 0 0,0 0 0 0 0,1 1 0 0 0,-1-1 0 0 0,0 0 0 0 0,1 1 0 0 0,-1-1 0 0 0,0 0-1 0 0,1 1 1 0 0,-1 0 0 0 0,2 1 51 0 0,-1 1 0 0 0,0-1 0 0 0,1 1 0 0 0,-1 0 0 0 0,0 0 0 0 0,0-1 0 0 0,-1 1 0 0 0,1 0-1 0 0,-1 0 1 0 0,1 0 0 0 0,-1 0 0 0 0,0 0 0 0 0,0 0 0 0 0,-1 4 0 0 0,-11-1 2970 0 0,-29 0-2718 0 0,20-3 44 0 0,-126 30 379 0 0,20-22 68 0 0,120-10-1385 0 0,25-5-6306 0 0,-1-4 1717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19.8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300 21 1100 0 0,'0'0'4102'0'0,"9"-3"-3481"0"0,29-8 10 0 0,-16 5 8845 0 0,-38 17-8809 0 0,-161 134-569 0 0,18-16-229 0 0,147-120-81 0 0,37-21-5853 0 0,-11 5 4315 0 0,4-3-729 0 0,-13 7 1055 0 0,-71 38-3210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0.2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35 0 924 0 0,'0'0'1951'0'0,"-2"1"-1667"0"0,-24 11-2520 0 0,19-10 1449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0.4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0 0 616 0 0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0.98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473 39 616 0 0,'-106'-9'621'0'0,"83"4"790"0"0,22 0-106 0 0,1 0-407 0 0,-20-8 6201 0 0,18 13-7024 0 0,0-1-1 0 0,0 1 1 0 0,1 0 0 0 0,-1 0 0 0 0,0 0 0 0 0,0 0 0 0 0,0 0 0 0 0,1 1 0 0 0,-1-1-1 0 0,0 0 1 0 0,0 1 0 0 0,1-1 0 0 0,-1 1 0 0 0,0 0 0 0 0,1 0 0 0 0,-1 0 0 0 0,1 0-1 0 0,-1 0 1 0 0,-2 2 0 0 0,-18 12 30 0 0,1 1 0 0 0,1 1 0 0 0,-33 35 0 0 0,-44 67 454 0 0,81-98-458 0 0,10-12-74 0 0,-1 0-1 0 0,0 0 1 0 0,-16 15-1 0 0,21-22-19 0 0,1-2-8 0 0,0 1-1 0 0,0 0 0 0 0,0-1 1 0 0,0 1-1 0 0,0 0 0 0 0,1 0 1 0 0,-1 0-1 0 0,0 0 0 0 0,1 0 1 0 0,-1-1-1 0 0,0 1 0 0 0,0 3 1 0 0,1-4-37 0 0,22-15-3361 0 0,7-6-605 0 0,-17 12 1315 0 0,-75 54-1800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1.80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345 0 340 0 0,'12'1'12622'0'0,"-53"38"-11826"0"0,-65 80 0 0 0,48-51-741 0 0,-69 66-388 0 0,107-119-1393 0 0,35-24-3785 0 0,2 2 2693 0 0,-10 5 928 0 0,-51 20-441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2.29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203 0 1412 0 0,'0'0'7096'0'0,"-11"9"-6643"0"0,10-8-444 0 0,-27 25 835 0 0,-29 32 1 0 0,36-32-111 0 0,13-15-587 0 0,0-1-1 0 0,0 0 0 0 0,-1 0 1 0 0,-1-1-1 0 0,0 0 0 0 0,-16 11 1 0 0,21-17-1816 0 0,8-7 137 0 0,17-12-1681 0 0,-8 6 340 0 0,-4 4 38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4.0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40 12 484 0 0,'-11'-11'14526'0'0,"8"10"-13641"0"0,0 4-929 0 0,1 0-1 0 0,-1 0 0 0 0,1 0 0 0 0,0 1 0 0 0,0-1 0 0 0,0 1 0 0 0,1-1 0 0 0,-1 1 0 0 0,1 0 0 0 0,0-1 0 0 0,0 1 0 0 0,0 0 0 0 0,0 0 0 0 0,1 0 0 0 0,0 5 0 0 0,-1 10 164 0 0,1-1-1 0 0,3 19 0 0 0,-2-32-110 0 0,0-1-1 0 0,0 1 0 0 0,0-1 1 0 0,1 1-1 0 0,-1-1 0 0 0,1 0 1 0 0,3 6-1 0 0,-4-9-2 0 0,0 1 1 0 0,0-1-1 0 0,0 1 0 0 0,0-1 1 0 0,0 1-1 0 0,0-1 0 0 0,0 1 0 0 0,1-1 1 0 0,-1 0-1 0 0,0 0 0 0 0,1 0 1 0 0,-1 0-1 0 0,1 0 0 0 0,-1 0 1 0 0,1 0-1 0 0,-1 0 0 0 0,1-1 1 0 0,0 1-1 0 0,0 0 0 0 0,1 0 0 0 0,-2-1 7 0 0,8 22-175 0 0,-7 15 482 0 0,37-30 1170 0 0,3-3-1514 0 0,0-2-1 0 0,0-1 1 0 0,0-3 0 0 0,49-7 0 0 0,-82 6 233 0 0,-9 2-203 0 0,0 0-5 0 0,-2 1-6 0 0,-1 0 1 0 0,0 0-1 0 0,0 0 1 0 0,1 1-1 0 0,-1-1 0 0 0,0 1 1 0 0,1-1-1 0 0,-4 2 1 0 0,5-1-10 0 0,-30 6-10 0 0,0-1 0 0 0,0-2 0 0 0,-62 1 0 0 0,89-4 33 0 0,0-1-1 0 0,0 0 1 0 0,-1 0 0 0 0,1-1-1 0 0,0 0 1 0 0,0 1-1 0 0,0-1 1 0 0,-1 0 0 0 0,1-1-1 0 0,0 1 1 0 0,1-1-1 0 0,-7-3 1 0 0,10 5-53 0 0,0 0-1 0 0,0 0 1 0 0,0 0-1 0 0,-1-1 1 0 0,1 1-1 0 0,0 0 1 0 0,0 0 0 0 0,0 0-1 0 0,0 0 1 0 0,0-1-1 0 0,0 1 1 0 0,0 0-1 0 0,0 0 1 0 0,0 0 0 0 0,0-1-1 0 0,0 1 1 0 0,-1 0-1 0 0,1 0 1 0 0,0 0-1 0 0,0-1 1 0 0,0 1 0 0 0,1 0-1 0 0,-1 0 1 0 0,0 0-1 0 0,0 0 1 0 0,0-1 0 0 0,0 1-1 0 0,0 0 1 0 0,0 0-1 0 0,0 0 1 0 0,0-1-1 0 0,0 1 1 0 0,0 0 0 0 0,0 0-1 0 0,1 0 1 0 0,-1 0-1 0 0,0-1 1 0 0,0 1-1 0 0,0 0 1 0 0,0 0 0 0 0,0 0-1 0 0,1 0 1 0 0,-1 0-1 0 0,0 0 1 0 0,0 0-1 0 0,0 0 1 0 0,0-1 0 0 0,1 1-1 0 0,-1 0 1 0 0,0 0-1 0 0,0 0 1 0 0,15-6-4021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6.1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 22 288 0 0,'-3'-21'16260'0'0,"2"24"-16476"0"0,2 8 210 0 0,0-1 0 0 0,1 0 0 0 0,5 18 1 0 0,1 5 17 0 0,3 79 8 0 0,-10-83-69 0 0,2 0 0 0 0,0 0 1 0 0,10 33-1 0 0,-11-55 13 0 0,0 1 0 0 0,1-1 0 0 0,6 13-1 0 0,-7-16-144 0 0,0 1 0 0 0,-1-1 0 0 0,0 0 0 0 0,0 1 0 0 0,0-1 0 0 0,0 7-1 0 0,-1-10 161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7.16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1 824 0 0,'12'0'10469'0'0,"-10"3"-10203"0"0,-1 1 0 0 0,1-1 1 0 0,-1 0-1 0 0,1 1 0 0 0,-1-1 0 0 0,0 1 0 0 0,0 0 1 0 0,-1-1-1 0 0,1 1 0 0 0,-1 7 0 0 0,5 24 415 0 0,1 155 125 0 0,-5-172-814 0 0,0 0-1 0 0,1-1 1 0 0,1 1-1 0 0,7 21 0 0 0,-5-16-23 0 0,-4-18 7 0 0,0-1 0 0 0,0 1 0 0 0,0-1 1 0 0,1 0-1 0 0,-1 1 0 0 0,1-1 0 0 0,0 0 0 0 0,4 7 0 0 0,2 6-66 0 0,-7-14 80 0 0,0-1 0 0 0,-1 0 0 0 0,1 0 0 0 0,0 0-1 0 0,0 0 1 0 0,0-1 0 0 0,1 1 0 0 0,1 3-1 0 0,-2-5-41 0 0,-1 0 1 0 0,1 0-1 0 0,-1 0 0 0 0,1 0 0 0 0,0 0 0 0 0,-1-1 0 0 0,1 1 0 0 0,-1 0 0 0 0,1 0 0 0 0,-1 0 0 0 0,1-1 0 0 0,-1 1 0 0 0,0 0 0 0 0,1-1 0 0 0,-1 1 0 0 0,1 0 0 0 0,-1-1 0 0 0,0 1 1 0 0,1-1-1 0 0,-1 1 0 0 0,0 0 0 0 0,1-1 0 0 0,-1 1 0 0 0,1-2 0 0 0,12-16-1572 0 0,-9 13 318 0 0,3-3-943 0 0,-2 1 150 0 0,-43 53-4512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8.2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72 1 3912 0 0,'-7'0'10025'0'0,"166"0"-9416"0"0,-156 0-635 0 0,1 0 0 0 0,-1 0 0 0 0,1 1 1 0 0,-1-1-1 0 0,0 1 0 0 0,1 0 0 0 0,-1 0 0 0 0,0 1 0 0 0,1-1 0 0 0,-1 1 1 0 0,0-1-1 0 0,0 1 0 0 0,0 0 0 0 0,-1 0 0 0 0,1 0 0 0 0,0 1 0 0 0,3 3 1 0 0,-6-6 25 0 0,0 0-11 0 0,1 0 15 0 0,0 0 1 0 0,-1 0-1 0 0,1 0 0 0 0,0 0 1 0 0,-1 0-1 0 0,1 0 1 0 0,0 1-1 0 0,-1-1 0 0 0,1 0 1 0 0,-1 0-1 0 0,1 0 0 0 0,0 1 1 0 0,-1-1-1 0 0,1 0 1 0 0,-1 1-1 0 0,1-1 0 0 0,-1 0 1 0 0,1 1-1 0 0,-1-1 0 0 0,1 1 1 0 0,-1-1-1 0 0,1 1 0 0 0,-1-1 1 0 0,0 1-1 0 0,1-1 1 0 0,0 2 612 0 0,-7-1-473 0 0,1 0-1 0 0,-1 0 1 0 0,1 1-1 0 0,-1-1 1 0 0,1 1-1 0 0,-8 4 0 0 0,-14 4-87 0 0,-2-2-46 0 0,-2 2 89 0 0,-1-2 1 0 0,-1-1-1 0 0,0-2 1 0 0,-35 2-1 0 0,68-7-230 0 0,20-1-3760 0 0,24-8-2701 0 0,-22 2 1734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29.8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375 40 2640 0 0,'0'0'6966'0'0,"0"-3"-6722"0"0,13-33 4293 0 0,-15 37-4523 0 0,0 1 0 0 0,0-1 0 0 0,0 1 0 0 0,0 0 0 0 0,0-1 1 0 0,0 1-1 0 0,-3 4 0 0 0,0-1 19 0 0,-159 163 287 0 0,59-65-153 0 0,42-44-171 0 0,32-28-111 0 0,30-30 99 0 0,23-20-2359 0 0,24-18-979 0 0,-27 22 552 0 0,-14 12 983 0 0,-97 77-2716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30.64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335 11 524 0 0,'7'-10'11558'0'0,"-9"15"-11416"0"0,1 0 0 0 0,-1 0 0 0 0,0 0 1 0 0,-1 0-1 0 0,1 0 0 0 0,-1 0 0 0 0,0-1 1 0 0,0 1-1 0 0,-7 6 0 0 0,-2 5 175 0 0,-26 43 374 0 0,-63 88 165 0 0,33-72-719 0 0,-5 6-289 0 0,54-57 271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32.7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 4 1036 0 0,'0'0'5337'0'0,"-9"22"284"0"0,7-21-5534 0 0,0 0-1 0 0,1 1 1 0 0,-1-1-1 0 0,0 0 1 0 0,0 1-1 0 0,1-1 1 0 0,-1 1-1 0 0,1-1 1 0 0,-3 4-1 0 0,4-4-62 0 0,-1-1 1 0 0,1 1-1 0 0,0 0 0 0 0,-1-1 0 0 0,1 1 0 0 0,0 0 0 0 0,0-1 1 0 0,0 1-1 0 0,-1 0 0 0 0,1 0 0 0 0,0-1 0 0 0,0 1 1 0 0,0 0-1 0 0,0 0 0 0 0,1-1 0 0 0,-1 1 0 0 0,0 0 1 0 0,0 0-1 0 0,0-1 0 0 0,1 2 0 0 0,1 1 65 0 0,0 0 0 0 0,0-1 0 0 0,0 1 0 0 0,0 0-1 0 0,1-1 1 0 0,-1 1 0 0 0,1-1 0 0 0,0 0 0 0 0,0 0 0 0 0,5 3 0 0 0,16 9 27 0 0,1-2 0 0 0,0 0 0 0 0,1-2 0 0 0,48 14 0 0 0,-72-23-126 0 0,0 0-1 0 0,0 0 1 0 0,0 0-1 0 0,0 1 1 0 0,-1-1-1 0 0,1 0 1 0 0,0 1-1 0 0,-1 0 1 0 0,1-1-1 0 0,-1 1 1 0 0,1 0-1 0 0,1 3 1 0 0,0-2 10 0 0,-2 3 21 0 0,-1-6-2 0 0,1 0-58 0 0,0 0 0 0 0,0 0-1 0 0,0 0 1 0 0,0 0 0 0 0,0 0-1 0 0,-1 0 1 0 0,1 0 0 0 0,0 1-1 0 0,0-1 1 0 0,0 0 0 0 0,-1 0-1 0 0,1 1 1 0 0,0-1 0 0 0,0 0-1 0 0,-1 1 1 0 0,1-1 0 0 0,0 1-1 0 0,0-1 1 0 0,-1 1 0 0 0,1-1-1 0 0,-1 1 1 0 0,1 0 0 0 0,0-1-1 0 0,0 2 1 0 0,-1-1 51 0 0,1-1-1 0 0,-1 1 1 0 0,1-1 0 0 0,-1 0-1 0 0,0 1 1 0 0,1-1 0 0 0,-1 0-1 0 0,1 1 1 0 0,-1-1 0 0 0,1 0-1 0 0,-1 1 1 0 0,1-1 0 0 0,0 0-1 0 0,-1 0 1 0 0,1 0 0 0 0,-1 0 0 0 0,1 1-1 0 0,-1-1 1 0 0,1 0 0 0 0,0 0-1 0 0,-1 0 1 0 0,1 0 0 0 0,-1 0-1 0 0,1 0 1 0 0,-1-1 0 0 0,1 1-1 0 0,0 0 1 0 0,-1 0 0 0 0,2-1-1 0 0,18-2-108 0 0,-20 3 99 0 0,63-4-438 0 0,-61 4 517 0 0,-5 0 143 0 0,-1 0-71 0 0,-10 1-127 0 0,-1 0 1 0 0,-19 5-1 0 0,20-3 160 0 0,0-1 1 0 0,-22 1-1 0 0,-18-3 368 0 0,51-2-542 0 0,-1-1 0 0 0,1 0 0 0 0,0 0-1 0 0,0 0 1 0 0,0 0 0 0 0,1-1 0 0 0,-1 1 0 0 0,-2-6 0 0 0,1 4-13 0 0,1 0 0 0 0,-2 1 0 0 0,1-1 0 0 0,0 1 0 0 0,-1 0 0 0 0,0 0 0 0 0,0 0 0 0 0,-6-3 0 0 0,-29-18 224 0 0,24 14-206 0 0,-34-16-1 0 0,74 23-2219 0 0,6 1 2165 0 0,-28 1-27 0 0,0 1 1 0 0,0-1 0 0 0,-1 0-1 0 0,1 0 1 0 0,0 0-1 0 0,-1 0 1 0 0,0 0-1 0 0,1 0 1 0 0,-1 0-1 0 0,0 0 1 0 0,0 0-1 0 0,0-1 1 0 0,1-4 0 0 0,11-19-4459 0 0,-13 25 4071 0 0,8-7-2012 0 0,-10 13 289 0 0,-29 49-737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33.2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254 40 404 0 0,'0'0'1882'0'0,"6"-2"-1724"0"0,-3 1-263 0 0,0 0 297 0 0,1 0 0 0 0,-1 0 0 0 0,0-1 0 0 0,0 1 0 0 0,-1-1 0 0 0,1 1 1 0 0,0-1-1 0 0,0 0 0 0 0,-1 0 0 0 0,1 0 0 0 0,-1 0 0 0 0,0-1 0 0 0,1 1 0 0 0,3-11 4234 0 0,-21 31-3980 0 0,-85 76 55 0 0,-55 55-422 0 0,154-147-110 0 0,-4 3-616 0 0,0 1 0 0 0,0-1 0 0 0,1 1-1 0 0,-1 0 1 0 0,-5 12 0 0 0,8-10-1927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42.3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0 588 0 0,'5'7'17878'0'0,"-3"-3"-18871"0"0,-13 269 954 0 0,12-223 232 0 0,0-30-530 0 0,-1-18-400 0 0,0-7-553 0 0,0-14-1683 0 0,0 50-9317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43.09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15 400 0 0,'0'0'5813'0'0,"15"-14"-602"0"0,-13 20-5104 0 0,1 1 0 0 0,-1-1-1 0 0,-1 1 1 0 0,1-1-1 0 0,-1 1 1 0 0,0 0 0 0 0,0 7-1 0 0,4 254 1180 0 0,-6-181-1564 0 0,1-86 225 0 0,11-9-4098 0 0,-2-4 913 0 0,-6 7 1093 0 0,-26 28-1553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43.98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0 616 0 0,'0'0'8891'0'0,"5"21"-3621"0"0,-4-19-5108 0 0,4 6 45 0 0,0 0 0 0 0,0 0 0 0 0,0 0 1 0 0,1-1-1 0 0,1 0 0 0 0,9 9 1 0 0,111 77-243 0 0,-126-93 33 0 0,38 28-22 0 0,-36-25 16 0 0,-1-1 0 0 0,1 0-1 0 0,0 1 1 0 0,-1 0 0 0 0,0 0 0 0 0,1 0 0 0 0,-1 0-1 0 0,0 0 1 0 0,-1 0 0 0 0,3 5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44.7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1 616 0 0,'0'0'7781'0'0,"4"0"-7105"0"0,8 0 285 0 0,0 0 0 0 0,0 1 0 0 0,19 5 1 0 0,-23-4-861 0 0,0 0 1 0 0,0 1 0 0 0,0 1-1 0 0,-1-1 1 0 0,1 1 0 0 0,-1 1-1 0 0,0-1 1 0 0,0 1 0 0 0,0 0-1 0 0,8 8 1 0 0,50 59 219 0 0,-56-59-297 0 0,-7-11-22 0 0,-1 0 0 0 0,1 1 0 0 0,-1-1 1 0 0,1 0-1 0 0,0 0 0 0 0,0 0 0 0 0,0 0 1 0 0,0-1-1 0 0,0 1 0 0 0,0 0 0 0 0,0-1 1 0 0,0 0-1 0 0,4 2 0 0 0,-5-3-141 0 0,-1 1-1 0 0,1-1 1 0 0,0 0 0 0 0,0 0 0 0 0,-1 0-1 0 0,1 0 1 0 0,0 0 0 0 0,0 0-1 0 0,-1 0 1 0 0,1 0 0 0 0,0 0 0 0 0,0 0-1 0 0,-1 0 1 0 0,1-1 0 0 0,0 1 0 0 0,0 0-1 0 0,-1-1 1 0 0,1 1 0 0 0,0 0-1 0 0,-1-1 1 0 0,1 1 0 0 0,-1-1 0 0 0,1 1-1 0 0,0-1 1 0 0,-1 1 0 0 0,1-1-1 0 0,-1 1 1 0 0,1-1 0 0 0,-1 1 0 0 0,1-1-1 0 0,-1 0 1 0 0,0 1 0 0 0,1-1-1 0 0,-1 0 1 0 0,0 1 0 0 0,0-1 0 0 0,1 0-1 0 0,-1 0 1 0 0,0 1 0 0 0,0-1 0 0 0,0 0-1 0 0,0 0 1 0 0,0 1 0 0 0,0-3-1 0 0,-2-21-7045 0 0,-19 67 6226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45.6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0 392 0 0,'0'0'373'0'0,"11"6"3634"0"0,-10-4-3629 0 0,0 1 0 0 0,0-1 0 0 0,0 0 0 0 0,0 1 0 0 0,1-1 0 0 0,-1 0 0 0 0,1 0 0 0 0,0 0 0 0 0,-1 0 0 0 0,1 0 0 0 0,4 3 1569 0 0,8 11-291 0 0,-8-11-1103 0 0,12 21-72 0 0,27 51 0 0 0,-29-49-468 0 0,33 48-1 0 0,-40-63-576 0 0,5 6 1062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47.4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145 8 472 0 0,'9'-8'12297'0'0,"-12"14"-12062"0"0,0-1 0 0 0,0 0 1 0 0,0 1-1 0 0,-1-2 1 0 0,-6 8-1 0 0,6-7-196 0 0,0 0 0 0 0,0 0 0 0 0,1 0-1 0 0,-1 0 1 0 0,-3 10 0 0 0,-23 67-8 0 0,-22 54 241 0 0,46-129-284 0 0,5-6-15 0 0,0 0 0 0 0,0-1 0 0 0,1 1 1 0 0,-1 0-1 0 0,0 0 0 0 0,1 0 0 0 0,-1 0 0 0 0,0 0 1 0 0,1 0-1 0 0,-1 0 0 0 0,1 1 0 0 0,0-1 0 0 0,-1 0 1 0 0,1 0-1 0 0,0 2 0 0 0,-5-12-3437 0 0,10-13-1297 0 0,-5 53-1290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48.2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212 1 328 0 0,'13'2'14439'0'0,"-14"1"-14380"0"0,0 0 1 0 0,0 0 0 0 0,-1 0 0 0 0,1 0 0 0 0,-1-1-1 0 0,0 1 1 0 0,1 0 0 0 0,-1-1 0 0 0,0 1 0 0 0,-3 2-1 0 0,-3 5 80 0 0,-6 8 65 0 0,-69 102 492 0 0,68-95-679 0 0,0 1-1 0 0,-20 52 1 0 0,32-70-22 0 0,2-3 2 0 0,-1-1-1 0 0,1 0 1 0 0,-1 1-1 0 0,0-1 1 0 0,0 0 0 0 0,0 0-1 0 0,-1 0 1 0 0,1-1 0 0 0,-7 8-1 0 0,3-4-632 0 0,12-9-1365 0 0,31-37-2379 0 0,-15 11-2697 0 0,-18 23 5273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49.48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0 564 0 0,'0'0'10309'0'0,"19"18"-6549"0"0,31 20-3195 0 0,-33-26-526 0 0,-1 1 1 0 0,29 28-1 0 0,-22-13-68 0 0,23 37 0 0 0,-27-37 164 0 0,35 41-1 0 0,-29-41 118 0 0,-26-30-599 0 0,1 1 125 0 0,-1-1 0 0 0,1 1 0 0 0,-1 0 0 0 0,1 0 0 0 0,-1-1 0 0 0,0 1 1 0 0,0 0-1 0 0,0 0 0 0 0,0 0 0 0 0,0 0 0 0 0,0 0 0 0 0,0 0 0 0 0,0 0 1 0 0,0 0-1 0 0,0 0 0 0 0,-1 0 0 0 0,-1-1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50.3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0 420 0 0,'0'0'9232'0'0,"0"3"-8790"0"0,1 1-218 0 0,-1 0-1 0 0,0 0 1 0 0,1 0-1 0 0,-1 0 0 0 0,1 0 1 0 0,0 0-1 0 0,1 0 1 0 0,-1 0-1 0 0,1 0 0 0 0,2 5 1 0 0,10 14 736 0 0,0-1 1 0 0,32 38-1 0 0,-30-40-1001 0 0,0 1-1 0 0,-1 0 0 0 0,-1 1 0 0 0,19 41 1 0 0,-32-61-58 0 0,0 1 1 0 0,0-1-1 0 0,0 0 1 0 0,1 0 0 0 0,-1 0-1 0 0,0 0 1 0 0,1 0-1 0 0,0 0 1 0 0,-1-1 0 0 0,1 1-1 0 0,0 0 1 0 0,0-1-1 0 0,0 0 1 0 0,4 3 0 0 0,-6-5-76 0 0,1 1 0 0 0,0-1 0 0 0,0 1 0 0 0,-1-1 0 0 0,1 1-1 0 0,-1-1 1 0 0,1 0 0 0 0,0 1 0 0 0,-1-1 0 0 0,1 0 0 0 0,-1 1 0 0 0,0-1 0 0 0,1 0 0 0 0,-1 0 0 0 0,0 0 0 0 0,1 1 0 0 0,-1-1 0 0 0,0 0 0 0 0,0-1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50.9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0 616 0 0,'0'0'6314'0'0,"9"5"-6177"0"0,26 16-55 0 0,-32-20 14 0 0,-1 0 1 0 0,1 1 0 0 0,-1 0-1 0 0,0-1 1 0 0,0 1 0 0 0,0 0-1 0 0,0 0 1 0 0,0 0-1 0 0,0 1 1 0 0,-1-1 0 0 0,1 0-1 0 0,-1 1 1 0 0,0-1 0 0 0,1 1-1 0 0,-1-1 1 0 0,0 1 0 0 0,0-1-1 0 0,-1 1 1 0 0,1 0 0 0 0,0 4-1 0 0,6 15 496 0 0,-4-21-2042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53.3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80 102 420 0 0,'0'0'6512'0'0,"1"-4"-5939"0"0,1-1-275 0 0,2-14 2415 0 0,-5 19-2655 0 0,1 0 0 0 0,0-1-1 0 0,-1 1 1 0 0,1 0 0 0 0,-1 0-1 0 0,1 0 1 0 0,-1-1-1 0 0,1 1 1 0 0,0 0 0 0 0,-1 0-1 0 0,1 0 1 0 0,-1 0 0 0 0,1 0-1 0 0,-1 0 1 0 0,1 0 0 0 0,-1 0-1 0 0,1 0 1 0 0,-1 0 0 0 0,1 1-1 0 0,-1-1 1 0 0,1 0-1 0 0,0 0 1 0 0,-1 0 0 0 0,1 0-1 0 0,-1 1 1 0 0,1-1 0 0 0,-1 0-1 0 0,1 0 1 0 0,0 1 0 0 0,-1-1-1 0 0,1 0 1 0 0,0 1 0 0 0,-1-1-1 0 0,1 1 1 0 0,0-1 0 0 0,-1 1-1 0 0,-46 148 635 0 0,24-84-714 0 0,23-86-494 0 0,0 9 306 0 0,0 1 0 0 0,0 0 1 0 0,4-14-1 0 0,-3 16-17 0 0,1-1-1 0 0,-1 0 1 0 0,0-12 0 0 0,-1 16 154 0 0,0 0 0 0 0,0 0-1 0 0,0 1 1 0 0,1-1 0 0 0,0 0-1 0 0,1 0 1 0 0,-1 1 0 0 0,1-1-1 0 0,0 0 1 0 0,0 1 0 0 0,5-9 0 0 0,-2 5 49 0 0,0 1 1 0 0,-1-1 0 0 0,0 0-1 0 0,4-14 1 0 0,1-2-3618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54.4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1 576 0 0,'0'0'7381'0'0,"0"4"-6641"0"0,11 10 3510 0 0,15 34-3216 0 0,-3 30-259 0 0,-15-49-640 0 0,21 54 0 0 0,-15-46-139 0 0,-13-30-21 0 0,1-1 0 0 0,0 0 1 0 0,0 0-1 0 0,1 0 0 0 0,-1 0 0 0 0,1 0 0 0 0,1 0 0 0 0,-1-1 0 0 0,1 1 1 0 0,6 6-1 0 0,-1 2-276 0 0,-9-9-1313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5:55.9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 2 432 0 0,'3'0'13449'0'0,"11"-1"-13222"0"0,-9 2-185 0 0,-1 1 0 0 0,0-1-1 0 0,0 1 1 0 0,0 0 0 0 0,-1 0 0 0 0,1 1-1 0 0,0-1 1 0 0,-1 1 0 0 0,0 0 0 0 0,1 0 0 0 0,-1 0-1 0 0,0 1 1 0 0,0-1 0 0 0,-1 0 0 0 0,1 1-1 0 0,-1 0 1 0 0,0 0 0 0 0,3 5 0 0 0,1 7 25 0 0,0 1-1 0 0,-1 0 1 0 0,4 24 0 0 0,4 14 18 0 0,-7-37-84 0 0,-1-1 0 0 0,-1 1 0 0 0,0 0 1 0 0,-2 0-1 0 0,1 22 0 0 0,-3-40 29 0 0,0 15-1815 0 0,0-15 1912 0 0,-2-1-772 0 0,0-1 347 0 0,1 1-1 0 0,-1-1 1 0 0,0 0-1 0 0,1 0 1 0 0,-1 1-1 0 0,1-1 1 0 0,-1 0-1 0 0,1 0 1 0 0,0-1-1 0 0,0 1 1 0 0,0 0 0 0 0,-1-4-1 0 0,-1 1-331 0 0,-3-9-70 0 0,0-1 0 0 0,-4-15 0 0 0,-5-14-49 0 0,-27-75 2764 0 0,37 105-1526 0 0,4 10-314 0 0,0 1-1 0 0,0-1 0 0 0,-1 1 1 0 0,1 0-1 0 0,-1-1 1 0 0,-2-2-1 0 0,3 5-158 0 0,1 1 1 0 0,-1-1-1 0 0,1 1 0 0 0,-1-1 1 0 0,1 1-1 0 0,0-1 0 0 0,-1 1 0 0 0,0 0 1 0 0,1-1-1 0 0,-1 1 0 0 0,1 0 1 0 0,-1-1-1 0 0,1 1 0 0 0,-1 0 0 0 0,0 0 1 0 0,1 0-1 0 0,-1-1 0 0 0,0 1 1 0 0,1 0-1 0 0,-1 0 0 0 0,1 0 0 0 0,-1 0 1 0 0,0 0-1 0 0,1 0 0 0 0,-1 0 1 0 0,0 0-1 0 0,1 1 0 0 0,-1-1 0 0 0,0 0 1 0 0,1 0-1 0 0,-1 0 0 0 0,1 1 1 0 0,-1-1-1 0 0,0 0 0 0 0,1 1 0 0 0,-1-1 1 0 0,1 0-1 0 0,-1 2 0 0 0,-16 18 320 0 0,14-14-331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46:03.1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68 15030,'531'-68'0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6:05.85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132 3 380 0 0,'0'0'6760'0'0,"19"7"-4316"0"0,-18-5-2228 0 0,1 0 1 0 0,-1 0-1 0 0,1 0 0 0 0,-1 0 0 0 0,0 0 0 0 0,0 1 1 0 0,0-1-1 0 0,0 0 0 0 0,0 0 0 0 0,-1 1 0 0 0,1-1 0 0 0,0 4 1 0 0,-1-5-176 0 0,0 0 0 0 0,0 0 0 0 0,1 0 0 0 0,-1 0 0 0 0,0 0 0 0 0,0 0 0 0 0,0 0 0 0 0,0 0 0 0 0,-1 0 0 0 0,1 0 0 0 0,0 0 0 0 0,0 0 0 0 0,-1 0 0 0 0,1 0 0 0 0,0 0 0 0 0,-1 0 0 0 0,1-1 0 0 0,-1 1 0 0 0,1 0 0 0 0,-1 0 0 0 0,1 0 0 0 0,-1-1 0 0 0,0 1 0 0 0,1 0 0 0 0,-1-1 0 0 0,0 1 0 0 0,0 0 0 0 0,0-1 0 0 0,1 1 0 0 0,-1-1 0 0 0,0 1 0 0 0,0-1 0 0 0,0 0 0 0 0,0 1 0 0 0,0-1 0 0 0,0 0 0 0 0,-1 1 0 0 0,-29 5 54 0 0,26-4-61 0 0,1-1-1 0 0,0 0 0 0 0,-1 0 1 0 0,1 0-1 0 0,-1 0 1 0 0,0-1-1 0 0,1 0 0 0 0,-1 0 1 0 0,1 0-1 0 0,-1 0 1 0 0,0-1-1 0 0,1 0 1 0 0,-1 0-1 0 0,-5-2 0 0 0,4 0-32 0 0,1 0-1 0 0,0-1 0 0 0,0 1 1 0 0,-7-7-1 0 0,10 8-2 0 0,0 1-2 0 0,2 1 0 0 0,-2-30-390 0 0,0 9 173 0 0,4 34-411 0 0,-2-11 618 0 0,1-1-1 0 0,-1 1 1 0 0,1 0 0 0 0,0 0-1 0 0,-1-1 1 0 0,1 1 0 0 0,0 0-1 0 0,0-1 1 0 0,0 1 0 0 0,0-1-1 0 0,0 1 1 0 0,1-1 0 0 0,-1 0-1 0 0,0 1 1 0 0,1-1 0 0 0,-1 0 0 0 0,0 0-1 0 0,1 0 1 0 0,0 0 0 0 0,-1 0-1 0 0,1 0 1 0 0,0-1 0 0 0,-1 1-1 0 0,1 0 1 0 0,0-1 0 0 0,0 1-1 0 0,-1-1 1 0 0,1 0 0 0 0,0 1-1 0 0,0-1 1 0 0,0 0 0 0 0,0 0 0 0 0,0 0-1 0 0,-1-1 1 0 0,3 1 0 0 0,6-2-590 0 0,0 1 0 0 0,-1-2 0 0 0,0 1 1 0 0,1-1-1 0 0,10-5 0 0 0,-4 6-3117 0 0,-24 2 1922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51.0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273 17 2620 0 0,'1'1'9609'0'0,"-24"-8"-10056"0"0,4-4 3379 0 0,4 32-2859 0 0,-42 59 259 0 0,-40 64-588 0 0,96-142 248 0 0,-13 21-69 0 0,1 2 0 0 0,2 0 0 0 0,-10 29 0 0 0,20-54 64 0 0,1 1 0 0 0,0 0 0 0 0,0-1 0 0 0,-1 1 1 0 0,1-1-1 0 0,0 1 0 0 0,0 0 0 0 0,0-1 0 0 0,0 1 0 0 0,0 0 0 0 0,0-1 0 0 0,0 1 0 0 0,0-1 0 0 0,0 1 0 0 0,0 0 0 0 0,0-1 0 0 0,0 1 0 0 0,1 0 0 0 0,-1-1 0 0 0,0 1 0 0 0,0-1 0 0 0,1 1 0 0 0,-1 0 0 0 0,0-1 0 0 0,1 1 0 0 0,-1-1 0 0 0,1 1 0 0 0,-1-1 0 0 0,0 0 0 0 0,1 1 0 0 0,-1-1 0 0 0,1 1 0 0 0,-1-1 0 0 0,1 0 1 0 0,0 1-1 0 0,-1-1 0 0 0,2 1 256 0 0,20 4-464 0 0,-16-4 191 0 0,0 1 1 0 0,0 0-1 0 0,0 1 1 0 0,0-1-1 0 0,0 1 1 0 0,6 5-1 0 0,-6-4 32 0 0,0-1 0 0 0,0 0-1 0 0,0 0 1 0 0,0 0 0 0 0,13 3-1 0 0,-5-3 10 0 0,-1 1 0 0 0,0 1-1 0 0,0 0 1 0 0,0 1 0 0 0,12 8-1 0 0,23 9 78 0 0,-44-21 24 0 0,-1 0-165 0 0,1-1 0 0 0,-1 1 0 0 0,1-1 1 0 0,-1 0-1 0 0,1 0 0 0 0,7 1 0 0 0,-10-2-37 0 0,-1-12 175 0 0,1 1 124 0 0,1 0 0 0 0,0 0 0 0 0,1 0 0 0 0,0 1 0 0 0,1-1 0 0 0,4-10 0 0 0,24-60 112 0 0,-14 14 0 0 0,-12 43-238 0 0,10-29 0 0 0,0 18-185 0 0,-12 29 121 0 0,-1 0-1 0 0,1-1 1 0 0,-2 0-1 0 0,1 0 1 0 0,-1 0-1 0 0,0 0 1 0 0,0 0-1 0 0,1-15 0 0 0,-3 22-28 0 0,-5-1-19 0 0,1 0 0 0 0,-1 0 1 0 0,1-1-1 0 0,-1 0 0 0 0,1 0 1 0 0,0 0-1 0 0,-8-5 0 0 0,12 7 3 0 0,-23-6 15 0 0,-8-1 16 0 0,-95 7-146 0 0,126 0 119 0 0,11 5-4338 0 0,-9-5 3987 0 0,1 1 0 0 0,-1-1 0 0 0,0 0 0 0 0,5 1 0 0 0,4-1-1436 0 0,-7 0 517 0 0,-46-7-5064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4:52.75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206 4 2608 0 0,'0'0'5017'0'0,"-21"18"-4570"0"0,-63 57-141 0 0,67-61-160 0 0,0 2 0 0 0,0 0 0 0 0,2 1 0 0 0,-15 20 0 0 0,30-37-165 0 0,-1 1 1 0 0,1-1-1 0 0,0 0 1 0 0,-1 1 0 0 0,1-1-1 0 0,0 1 1 0 0,-1-1-1 0 0,1 0 1 0 0,0 1 0 0 0,0-1-1 0 0,-1 1 1 0 0,1-1-1 0 0,0 1 1 0 0,0-1 0 0 0,0 0-1 0 0,0 1 1 0 0,0-1 0 0 0,-1 1-1 0 0,1-1 1 0 0,0 1-1 0 0,0-1 1 0 0,0 1 0 0 0,0-1-1 0 0,1 1 1 0 0,-1-1-1 0 0,0 1 1 0 0,0-1 0 0 0,0 1-1 0 0,0-1 1 0 0,0 1-1 0 0,14 1-622 0 0,17-11-355 0 0,-5-8 603 0 0,-1-1 0 0 0,-1-1 1 0 0,-1-2-1 0 0,0 0 0 0 0,26-32 0 0 0,-26 27 3007 0 0,-60 52-1481 0 0,-123 131 907 0 0,157-155-2060 0 0,1 0 1 0 0,-1 0-1 0 0,1 1 1 0 0,0-1-1 0 0,0 1 0 0 0,0 0 1 0 0,0 0-1 0 0,1 0 1 0 0,-1-1-1 0 0,1 2 1 0 0,-1-1-1 0 0,1 0 1 0 0,-1 5-1 0 0,20-9-115 0 0,-6-2-26 0 0,-1-1 0 0 0,0 0 0 0 0,0-1-1 0 0,0 0 1 0 0,-1 0 0 0 0,1-2 0 0 0,-1 1 0 0 0,10-10 0 0 0,8-3-199 0 0,-24 16 315 0 0,5-2 2 0 0,0-1 0 0 0,0 0 1 0 0,0-1-1 0 0,-1 0 0 0 0,0 0 0 0 0,0-1 0 0 0,8-11 0 0 0,-15 18 240 0 0,-7 4 286 0 0,-45 48 286 0 0,34-34-336 0 0,0 0 1 0 0,-30 22-1 0 0,42-34-510 0 0,8-4-317 0 0,10-6 253 0 0,-10 3 125 0 0,0 0-1 0 0,0 0 0 0 0,0 0 0 0 0,-1-1 1 0 0,1 1-1 0 0,0-1 0 0 0,-1 1 1 0 0,0-1-1 0 0,1 0 0 0 0,-1 0 1 0 0,0 0-1 0 0,-1 0 0 0 0,1 0 1 0 0,0 0-1 0 0,-1-1 0 0 0,0 1 0 0 0,0-1 1 0 0,0 1-1 0 0,0-1 0 0 0,0 1 1 0 0,-1-1-1 0 0,0 1 0 0 0,1-1 1 0 0,-2-3-1 0 0,-12-152 352 0 0,10 158 402 0 0,-4 5-574 0 0,-7 7-193 0 0,-3 8 130 0 0,1 0 0 0 0,1 1 0 0 0,1 1 0 0 0,1 0 0 0 0,0 1 0 0 0,-11 29 0 0 0,22-47-153 0 0,0 1 1 0 0,0 0-1 0 0,0 0 0 0 0,1 0 0 0 0,0 0 0 0 0,0 0 0 0 0,-1 10 0 0 0,2-15-8 0 0,0-25-1992 0 0,0 23 2024 0 0,0 1 0 0 0,1-1-1 0 0,-1 0 1 0 0,1 0-1 0 0,-1 1 1 0 0,1-1 0 0 0,-1 1-1 0 0,1-1 1 0 0,0 0-1 0 0,0 1 1 0 0,0-1 0 0 0,0 1-1 0 0,2-2 1 0 0,6-14-162 0 0,-9 17 190 0 0,0 0-1 0 0,0 0 0 0 0,0 0 1 0 0,0 0-1 0 0,0 0 1 0 0,0 0-1 0 0,0 0 0 0 0,0 0 1 0 0,0 0-1 0 0,0 1 0 0 0,0-1 1 0 0,0 0-1 0 0,0 0 0 0 0,0 0 1 0 0,0 0-1 0 0,0 0 0 0 0,1 0 1 0 0,-1 0-1 0 0,0 0 0 0 0,0 0 1 0 0,0 0-1 0 0,0 0 0 0 0,0-1 1 0 0,0 1-1 0 0,0 0 0 0 0,0 0 1 0 0,0 0-1 0 0,0 0 0 0 0,0 0 1 0 0,0 0-1 0 0,1 12 389 0 0,-4 17 129 0 0,3-27-501 0 0,-2 5-33 0 0,1-1 0 0 0,0 1-1 0 0,0-1 1 0 0,1 9 0 0 0,0-14 14 0 0,0 0-1 0 0,0 0 0 0 0,0 0 1 0 0,0 0-1 0 0,0 0 0 0 0,1 0 1 0 0,-1 1-1 0 0,0-1 1 0 0,1 0-1 0 0,-1 0 0 0 0,1 0 1 0 0,-1 0-1 0 0,1 0 1 0 0,-1 0-1 0 0,1 0 0 0 0,0 0 1 0 0,-1 0-1 0 0,1-1 1 0 0,0 1-1 0 0,0 0 0 0 0,0 0 1 0 0,0-1-1 0 0,0 1 0 0 0,0 0 1 0 0,0-1-1 0 0,0 1 1 0 0,0-1-1 0 0,0 1 0 0 0,0-1 1 0 0,2 1-1 0 0,15 4-49 0 0,1 1-1 0 0,24 12 0 0 0,-32-14 0 0 0,-9-2 57 0 0,0 0 0 0 0,-1 0-1 0 0,1 0 1 0 0,0 0-1 0 0,-1 0 1 0 0,1 1 0 0 0,-1-1-1 0 0,1 1 1 0 0,-1-1-1 0 0,0 1 1 0 0,0-1-1 0 0,0 1 1 0 0,-1-1 0 0 0,1 1-1 0 0,-1 0 1 0 0,1-1-1 0 0,-1 1 1 0 0,0 4 1550 0 0,-28-6-513 0 0,27 1-1080 0 0,0-1 0 0 0,0 0 0 0 0,0 0 0 0 0,0 0 0 0 0,0 1-1 0 0,0-1 1 0 0,0 0 0 0 0,0 1 0 0 0,0-1 0 0 0,1 1 0 0 0,-1-1 0 0 0,0 1 0 0 0,1 0 0 0 0,0-1 0 0 0,-1 1 0 0 0,1-1-1 0 0,0 1 1 0 0,0 0 0 0 0,0-1 0 0 0,0 1 0 0 0,0 2 0 0 0,1-3-139 0 0,-1-1 0 0 0,1 0 0 0 0,-1 0 0 0 0,1 1 0 0 0,-1-1 0 0 0,1 0-1 0 0,0 0 1 0 0,-1 0 0 0 0,1 1 0 0 0,-1-1 0 0 0,1 0 0 0 0,0 0 0 0 0,-1 0 0 0 0,1 0 0 0 0,0 0 0 0 0,-1 0 0 0 0,1 0 0 0 0,0-1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6:08.85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0 120 420 0 0,'0'0'8276'0'0,"4"-5"-7836"0"0,1 1-283 0 0,12-19 842 0 0,-5 13 3504 0 0,19 1-4374 0 0,-9 2-52 0 0,11-4-140 0 0,1 1-1 0 0,-1 1 1 0 0,70-8-1 0 0,-85 15 66 0 0,36-7-134 0 0,-36 7 916 0 0,-16 1-1706 0 0,-1 1 901 0 0,-1 0 1 0 0,1 0 0 0 0,0 0 0 0 0,-1 0 0 0 0,1-1 0 0 0,0 1 0 0 0,-1 0-1 0 0,1 0 1 0 0,0 0 0 0 0,-1 1 0 0 0,1-1 0 0 0,0 0 0 0 0,-1 0 0 0 0,1 0-1 0 0,0 0 1 0 0,-1 1 0 0 0,1-1 0 0 0,0 0 0 0 0,-1 0 0 0 0,1 1 0 0 0,-1-1-1 0 0,1 0 1 0 0,-1 1 0 0 0,1-1 0 0 0,-1 1 0 0 0,1-1 0 0 0,-1 1 0 0 0,1-1-1 0 0,-1 1 1 0 0,1-1 0 0 0,-1 2 0 0 0,0-1 51 0 0,0 1 1 0 0,-1-1-1 0 0,1 1 1 0 0,-1-1-1 0 0,1 1 1 0 0,-1-1-1 0 0,0 1 0 0 0,1-1 1 0 0,-1 0-1 0 0,0 1 1 0 0,0-1-1 0 0,0 0 1 0 0,0 0-1 0 0,0 0 0 0 0,0 0 1 0 0,-1 1-1 0 0,1-1 1 0 0,0-1-1 0 0,0 1 1 0 0,-1 0-1 0 0,1 0 0 0 0,-1 0 1 0 0,1-1-1 0 0,-2 1 1 0 0,-49 16 155 0 0,27-10-229 0 0,10-4 155 0 0,0 0-1 0 0,0-1 1 0 0,0 0-1 0 0,0-1 0 0 0,-1-1 1 0 0,-27-4-1 0 0,-2-1 521 0 0,45 5-653 0 0,-19 6-175 0 0,12-1-471 0 0,24 3-5337 0 0,-17-8 5991 0 0,-1 0-1 0 0,1 0 1 0 0,0 0 0 0 0,0 0 0 0 0,0 0 0 0 0,0 0 0 0 0,0 0 0 0 0,0 0-1 0 0,0 0 1 0 0,0 0 0 0 0,0 0 0 0 0,0 0 0 0 0,0 0 0 0 0,0 0 0 0 0,0 0-1 0 0,0 0 1 0 0,0 0 0 0 0,0 0 0 0 0,-1 0 0 0 0,1 0 0 0 0,0 0 0 0 0,0 0-1 0 0,0 1 1 0 0,0-1 0 0 0,0 0 0 0 0,0 0 0 0 0,0 0 0 0 0,0 0 0 0 0,0 0-1 0 0,0 0 1 0 0,0 0 0 0 0,0 0 0 0 0,0 0 0 0 0,0 0 0 0 0,0 0 0 0 0,0 0 0 0 0,0 0-1 0 0,0 0 1 0 0,0 0 0 0 0,0 0 0 0 0,0 1 0 0 0,0-1 0 0 0,0 0 0 0 0,0 0-1 0 0,0 0 1 0 0,0 0 0 0 0,0 0 0 0 0,0 0 0 0 0,0 0 0 0 0,0 0 0 0 0,0 0-1 0 0,0 0 1 0 0,0 0 0 0 0,0 0 0 0 0,0 0 0 0 0,0 0 0 0 0,0 0 0 0 0,1 0-1 0 0,-1 0 1 0 0,0 0 0 0 0,0 1 0 0 0,0-1 0 0 0,0 0 0 0 0,0 0 0 0 0,0 0-1 0 0,0 0 1 0 0,0 0 0 0 0,0 0 0 0 0,0 0 0 0 0,-23 4 161 0 0,-7 1 365 0 0,23-3-450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6:09.7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81 1 472 0 0,'0'0'6747'0'0,"-7"2"-6524"0"0,0-1-164 0 0,4-1-40 0 0,1 1 0 0 0,0-1 0 0 0,-1 0 0 0 0,1 1 0 0 0,0 0 0 0 0,-1 0 0 0 0,1 0 0 0 0,0 0 0 0 0,0 0 0 0 0,0 0 0 0 0,0 0 0 0 0,-4 3 0 0 0,4-2 161 0 0,0 0 0 0 0,-1 0 1 0 0,1 0-1 0 0,1 1 0 0 0,-1-1 0 0 0,0 0 0 0 0,0 1 1 0 0,1-1-1 0 0,-1 1 0 0 0,1-1 0 0 0,0 1 1 0 0,0 0-1 0 0,-1 3 0 0 0,-2 1 582 0 0,3-6-730 0 0,1-1 1 0 0,-1 1 0 0 0,1-1-1 0 0,-1 1 1 0 0,1 0-1 0 0,0-1 1 0 0,-1 1 0 0 0,1 0-1 0 0,0-1 1 0 0,0 1-1 0 0,-1 0 1 0 0,1-1 0 0 0,0 1-1 0 0,0 0 1 0 0,0 0-1 0 0,0-1 1 0 0,0 2 0 0 0,22-1-17 0 0,-8-2-57 0 0,0 1 1 0 0,0-2-1 0 0,-1 0 1 0 0,1-1 0 0 0,-1 0-1 0 0,1-1 1 0 0,12-5-1 0 0,-25 9 80 0 0,-1 0 0 0 0,0-1 0 0 0,0 1 0 0 0,1 0 0 0 0,-1 0 0 0 0,0 0 0 0 0,0 0 0 0 0,1 0 0 0 0,-1 0 0 0 0,0-1 0 0 0,0 1 0 0 0,1 0 0 0 0,-1 0 0 0 0,0 0-1 0 0,0-1 1 0 0,0 1 0 0 0,0 0 0 0 0,1 0 0 0 0,-1 0 0 0 0,0-1 0 0 0,0 1 0 0 0,0 0 0 0 0,0-1 0 0 0,0 1 0 0 0,0 0 0 0 0,1 0 0 0 0,-1-1 0 0 0,0 1 0 0 0,0 0 0 0 0,0 0-1 0 0,0-1 1 0 0,0 1 0 0 0,0 0 0 0 0,0-1 0 0 0,0 1 0 0 0,0 0 0 0 0,-1 0 0 0 0,1-1 0 0 0,0 1 0 0 0,0 0 0 0 0,0-1 0 0 0,0 1 0 0 0,0 0 0 0 0,0 0 0 0 0,0 0 0 0 0,-1-1-1 0 0,1 1 1 0 0,0 0 0 0 0,0 0 0 0 0,-1-1 0 0 0,-9-6-1841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6:13.1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0 115 760 0 0,'0'0'9919'0'0,"4"-1"-9480"0"0,15-3 666 0 0,-1-1-1 0 0,0-1 1 0 0,18-9-1 0 0,30-10-1050 0 0,-17 9-91 0 0,-24 7-95 0 0,-1 1 1 0 0,1 1-1 0 0,40-5 1 0 0,-24 5-71 0 0,-38 7-133 0 0,13 1 358 0 0,-15 1 485 0 0,-10 2-439 0 0,-9 3-93 0 0,0 0 0 0 0,-24 14 0 0 0,33-16 74 0 0,0-1 1 0 0,-1 0-1 0 0,1-1 0 0 0,-1 0 1 0 0,0 0-1 0 0,0-1 0 0 0,-13 2 1 0 0,-77-2-38 0 0,69-2-168 0 0,31 0 162 0 0,-26-3 216 0 0,25 3-220 0 0,1 0-1 0 0,0 0 1 0 0,-1 0-1 0 0,1 0 1 0 0,0-1-1 0 0,-1 1 1 0 0,1 0-1 0 0,0 0 1 0 0,0 0-1 0 0,-1 0 0 0 0,1 0 1 0 0,0 0-1 0 0,-1 0 1 0 0,1-1-1 0 0,0 1 1 0 0,0 0-1 0 0,-1 0 1 0 0,1 0-1 0 0,0-1 1 0 0,0 1-1 0 0,-1 0 0 0 0,1 0 1 0 0,0-1-1 0 0,0 1 1 0 0,0 0-1 0 0,0 0 1 0 0,-1-1-1 0 0,1 1 1 0 0,0 0-1 0 0,0-1 1 0 0,0 1-1 0 0,0 0 1 0 0,0-1-1 0 0,0 1 0 0 0,0-16-240 0 0,0 15 227 0 0,1-1-1 0 0,-1 1 1 0 0,0-1 0 0 0,0 0 0 0 0,0 1-1 0 0,0-1 1 0 0,0 0 0 0 0,-1 1-1 0 0,1-1 1 0 0,-1-2 0 0 0,-1 2 11 0 0,0 1 0 0 0,0-1 0 0 0,0 1 1 0 0,0 0-1 0 0,-1-1 0 0 0,1 1 0 0 0,0 0 0 0 0,-1 0 1 0 0,1 1-1 0 0,0-1 0 0 0,-1 0 0 0 0,-4 0 0 0 0,1 0-2 0 0,-3 1-936 0 0,11 5 769 0 0,9 5 257 0 0,-5-7-59 0 0,0-1 1 0 0,1 1 0 0 0,-1-1-1 0 0,0 0 1 0 0,1-1-1 0 0,-1 1 1 0 0,1-1-1 0 0,-1-1 1 0 0,10 1-1 0 0,4-1 35 0 0,37-4 0 0 0,-55 3-56 0 0,0 1 0 0 0,-1-1 1 0 0,1 1-1 0 0,0-1 0 0 0,-1 1 1 0 0,1-1-1 0 0,-1 0 0 0 0,0 0 1 0 0,1 1-1 0 0,-1-1 0 0 0,1 0 1 0 0,-1 0-1 0 0,2-2 0 0 0,-2 2-35 0 0,0 0-1 0 0,0 0 1 0 0,0 0 0 0 0,0 0-1 0 0,0 0 1 0 0,0 1-1 0 0,0-1 1 0 0,1 0 0 0 0,-1 1-1 0 0,0-1 1 0 0,1 1-1 0 0,-1-1 1 0 0,0 1 0 0 0,1 0-1 0 0,-1-1 1 0 0,0 1-1 0 0,3 0 1 0 0,58-7-122 0 0,36-1 11 0 0,-70 10 198 0 0,37 2-865 0 0,-74 8-1850 0 0,-12 2-774 0 0,12-8 952 0 0,50-38-2190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6:38.82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43 2940 0 0,'0'0'7339'0'0,"8"-6"-7104"0"0,25-19-78 0 0,-32 24-123 0 0,0 0 0 0 0,0 0 0 0 0,0 0 0 0 0,1 0 0 0 0,-1 0 0 0 0,0 1 0 0 0,1-1 0 0 0,-1 0 0 0 0,1 1 0 0 0,-1-1 0 0 0,1 1 0 0 0,-1-1 0 0 0,1 1 0 0 0,-1-1 0 0 0,1 1 0 0 0,3 0 0 0 0,-2 0 1172 0 0,-3 10-738 0 0,1 1-284 0 0,-2 1 1 0 0,1 0 0 0 0,-2 0-1 0 0,-2 12 1 0 0,-4 6-379 0 0,-8 38 476 0 0,12-22-3572 0 0,5-46 2926 0 0,1-1 0 0 0,0 1 0 0 0,-1-1 0 0 0,1 1 0 0 0,-1-1 0 0 0,1 0 0 0 0,0 0 0 0 0,-1 0 0 0 0,0 0 0 0 0,3-1 0 0 0,-1-2-454 0 0,-1 3 435 0 0,0-1-1 0 0,0 1 0 0 0,-1-1 1 0 0,1 0-1 0 0,0 0 1 0 0,-1 0-1 0 0,0 0 0 0 0,1 0 1 0 0,-1 0-1 0 0,0 0 0 0 0,1-4 1 0 0,-2 6 328 0 0,-6 3-885 0 0,-29 33 716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7:10.3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 1008 0 0,'0'0'10829'0'0,"37"2"-10138"0"0,-21-3-653 0 0,-1 0 0 0 0,24-6 0 0 0,-24 4-97 0 0,1 0 1 0 0,24 0-1 0 0,-13 4 55 0 0,-14-1-138 0 0,0 1-1 0 0,1-2 1 0 0,-1 0 0 0 0,19-3-1 0 0,-30 3 147 0 0,-2 1-17 0 0,1 0 1 0 0,-1-1-1 0 0,1 1 0 0 0,0 0 0 0 0,-1 0 0 0 0,1 0 1 0 0,-1 0-1 0 0,1-1 0 0 0,0 1 0 0 0,-1 0 1 0 0,1 0-1 0 0,0 0 0 0 0,-1 0 0 0 0,1 0 1 0 0,0 0-1 0 0,-1 1 0 0 0,1-1 0 0 0,-1 0 0 0 0,1 0 1 0 0,0 0-1 0 0,-1 1 0 0 0,1-1 0 0 0,-1 0 1 0 0,1 1-1 0 0,0-1 0 0 0,-1 0 0 0 0,1 1 1 0 0,-1-1-1 0 0,1 1 0 0 0,4 7-98 0 0,-4-7 134 0 0,0 0 0 0 0,-1-1 0 0 0,1 1 0 0 0,0 0 0 0 0,-1-1 0 0 0,1 1 0 0 0,-1 0-1 0 0,0 0 1 0 0,1 0 0 0 0,-1 0 0 0 0,0-1 0 0 0,1 1 0 0 0,-1 0 0 0 0,0 0 0 0 0,0 0-1 0 0,0 0 1 0 0,0 0 0 0 0,0 0 0 0 0,0 0 0 0 0,0 0 0 0 0,0 0 0 0 0,0-1 0 0 0,0 1-1 0 0,0 0 1 0 0,-1 0 0 0 0,1 0 0 0 0,0 0 0 0 0,-1 0 0 0 0,1 0 0 0 0,0-1 0 0 0,-1 1-1 0 0,1 0 1 0 0,-1 0 0 0 0,0 0 0 0 0,-3 6 63 0 0,4-6-77 0 0,-1-1 0 0 0,1 1 0 0 0,0-1-1 0 0,-1 1 1 0 0,1 0 0 0 0,-1-1 0 0 0,1 1 0 0 0,0-1-1 0 0,-1 1 1 0 0,1-1 0 0 0,-1 1 0 0 0,1-1 0 0 0,-1 1 0 0 0,0-1-1 0 0,1 0 1 0 0,-1 1 0 0 0,1-1 0 0 0,-1 0 0 0 0,0 0-1 0 0,1 1 1 0 0,-2-1 0 0 0,-9 5 145 0 0,10-3-151 0 0,-1-1 0 0 0,1-1-1 0 0,-1 1 1 0 0,0 0 0 0 0,0 0-1 0 0,1-1 1 0 0,-1 1 0 0 0,0-1-1 0 0,-4 1 1 0 0,-50 10 658 0 0,44-11-335 0 0,0 0 0 0 0,1-1 0 0 0,-1-1 0 0 0,-22-5 0 0 0,20 3-276 0 0,6 1-106 0 0,-1 1-1 0 0,1 0 0 0 0,-1 0 1 0 0,-10 0-1 0 0,19 2 30 0 0,-29 7-467 0 0,22-4 487 0 0,6-3-18 0 0,0 0-1 0 0,0 0 1 0 0,-1 0-1 0 0,1 1 1 0 0,0-1 0 0 0,0 1-1 0 0,0-1 1 0 0,0 1 0 0 0,0-1-1 0 0,0 1 1 0 0,0 0-1 0 0,0-1 1 0 0,0 1 0 0 0,0 0-1 0 0,0 0 1 0 0,0 0 0 0 0,-1 2-1 0 0,17-1-788 0 0,-7-3-1506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7:14.1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26 332 0 0,'9'0'12585'0'0,"24"1"-12657"0"0,-16-2-273 0 0,0-1 1 0 0,0-1 0 0 0,0-1 0 0 0,19-6-1 0 0,-20 5-193 0 0,15 4 93 0 0,-18 2-101 0 0,-11 1 575 0 0,0-1 0 0 0,0 1 0 0 0,0 0 0 0 0,0-1 0 0 0,0 1 0 0 0,1-1 0 0 0,2 2 0 0 0,31 4 2489 0 0,-69 10-2518 0 0,27-14 85 0 0,-1 1-1 0 0,0-1 0 0 0,0-1 0 0 0,0 0 0 0 0,0 0 0 0 0,0 0 0 0 0,-1-1 1 0 0,1 0-1 0 0,-1 0 0 0 0,1-1 0 0 0,-1 0 0 0 0,1 0 0 0 0,0 0 0 0 0,-14-4 1 0 0,-3 1-160 0 0,-31 0 0 0 0,55 3 64 0 0,-22 4 246 0 0,18-2-340 0 0,1-1 1 0 0,-1 1-1 0 0,1-1 0 0 0,-1 1 0 0 0,1 0 1 0 0,-4 3-1 0 0,6-4 99 0 0,-1 0-1 0 0,1 0 1 0 0,0 0 0 0 0,0 1 0 0 0,0-1-1 0 0,0 0 1 0 0,0 1 0 0 0,0-1 0 0 0,0 0-1 0 0,0 1 1 0 0,1-1 0 0 0,-1 1 0 0 0,1 0-1 0 0,-1-1 1 0 0,1 1 0 0 0,-1-1 0 0 0,1 1-1 0 0,0 2 1 0 0,35-4-222 0 0,44 8 297 0 0,-62-9-555 0 0,32-6 0 0 0,-32 4 273 0 0,34-1 0 0 0,-50 4 272 0 0,25 0 134 0 0,26-2-757 0 0,-51 2 933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7:17.8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218 1 604 0 0,'0'0'3577'0'0,"1"2"-3080"0"0,-1-1-405 0 0,1-1 0 0 0,-1 0 1 0 0,0 1-1 0 0,0-1 0 0 0,0 1 0 0 0,1-1 1 0 0,-1 0-1 0 0,0 1 0 0 0,0-1 0 0 0,0 1 1 0 0,0-1-1 0 0,0 1 0 0 0,0-1 1 0 0,0 0-1 0 0,0 1 0 0 0,0-1 0 0 0,0 1 1 0 0,0-1-1 0 0,0 1 0 0 0,0-1 0 0 0,0 0 1 0 0,0 1-1 0 0,0-1 0 0 0,-1 1 0 0 0,1-1 1 0 0,0 1-1 0 0,0-1 0 0 0,0 0 1 0 0,-1 1-1 0 0,1 0 0 0 0,-15 1 5497 0 0,-5 0-6073 0 0,-12 0 751 0 0,29-2-215 0 0,-1 0 0 0 0,0 0-1 0 0,0 0 1 0 0,1 1 0 0 0,-1-1 0 0 0,0 1 0 0 0,-6 2 0 0 0,4-1-59 0 0,0 0 0 0 0,0-1 1 0 0,0 1-1 0 0,-8-1 0 0 0,8 0-2 0 0,0 0 0 0 0,0 0 0 0 0,0 0 0 0 0,-8 4 0 0 0,12-5-6 0 0,-1 1-1 0 0,1-1 1 0 0,-1 1 0 0 0,1-1-1 0 0,-1 0 1 0 0,1 0 0 0 0,-5 0-1 0 0,-3 0 14 0 0,10 0-27 0 0,-1 1 1 0 0,1-1 0 0 0,-1 0-1 0 0,1 1 1 0 0,0-1 0 0 0,-1 1-1 0 0,1-1 1 0 0,0 1 0 0 0,-1-1-1 0 0,1 1 1 0 0,0 0 0 0 0,0-1-1 0 0,-1 1 1 0 0,1-1 0 0 0,0 1-1 0 0,0 0 1 0 0,0-1 0 0 0,0 1-1 0 0,0-1 1 0 0,0 1 0 0 0,0 0-1 0 0,0-1 1 0 0,0 1 0 0 0,0-1-1 0 0,0 1 1 0 0,0 0 0 0 0,1-1 0 0 0,-1 1-1 0 0,0-1 1 0 0,0 1 0 0 0,1-1-1 0 0,-1 1 1 0 0,0-1 0 0 0,1 1-1 0 0,-1-1 1 0 0,0 1 0 0 0,1-1-1 0 0,-1 1 1 0 0,1-1 0 0 0,-1 1-1 0 0,1-1 1 0 0,-1 0 0 0 0,1 1-1 0 0,-1-1 1 0 0,2 1 0 0 0,-2-1 38 0 0,0 0-8 0 0,1 1 0 0 0,-1-1-1 0 0,1 1 1 0 0,-1-1 0 0 0,0 1-1 0 0,1-1 1 0 0,-1 0 0 0 0,1 1-1 0 0,-1-1 1 0 0,1 0 0 0 0,-1 1-1 0 0,1-1 1 0 0,-1 0 0 0 0,1 0-1 0 0,0 0 1 0 0,-1 1 0 0 0,1-1-1 0 0,-1 0 1 0 0,1 0 0 0 0,-1 0-1 0 0,1 0 1 0 0,0 0 0 0 0,-1 0-1 0 0,1 0 1 0 0,0 0 0 0 0,23-1 139 0 0,-18 1-70 0 0,4 0-39 0 0,-5 0-46 0 0,-1 0 0 0 0,0 0 0 0 0,0 0 0 0 0,0 0 0 0 0,0 1 0 0 0,0 0 0 0 0,0-1 0 0 0,7 4 0 0 0,-6-3 17 0 0,0 0-1 0 0,0 0 1 0 0,1-1 0 0 0,-1 1 0 0 0,6-2 0 0 0,-10 1-38 0 0,0 0 24 0 0,8 3-45 0 0,-6-2 57 0 0,-1 1 18 0 0,0-1 1 0 0,1 0-1 0 0,-1 0 0 0 0,1 0 1 0 0,-1 0-1 0 0,1 0 1 0 0,0-1-1 0 0,-1 1 0 0 0,1-1 1 0 0,0 0-1 0 0,-1 1 0 0 0,1-1 1 0 0,3-1-1 0 0,-6 1-16 0 0,1 0 10 0 0,27-2-44 0 0,-28-3 43 0 0,0 3-6 0 0,0 1 0 0 0,0-1-1 0 0,0 1 1 0 0,0-1 0 0 0,0 1 0 0 0,0-1-1 0 0,0 1 1 0 0,0-1 0 0 0,-1 1 0 0 0,1-1-1 0 0,-1 1 1 0 0,1 0 0 0 0,-1-1 0 0 0,1 1-1 0 0,-1 0 1 0 0,0-1 0 0 0,0 1 0 0 0,1 0-1 0 0,-3-2 1 0 0,3 3-16 0 0,-1 0 0 0 0,0 0 0 0 0,0 0 0 0 0,0-1 0 0 0,1 1 0 0 0,-1 0 0 0 0,0 0 0 0 0,0 1 0 0 0,1-1 0 0 0,-1 0 0 0 0,0 0 0 0 0,0 0 0 0 0,0 0 0 0 0,1 1 0 0 0,-1-1 0 0 0,0 0 0 0 0,1 1 0 0 0,-1-1 0 0 0,0 1 0 0 0,1-1 0 0 0,-1 0 0 0 0,0 1 0 0 0,1 0 0 0 0,-1-1 0 0 0,1 1 0 0 0,-1-1 0 0 0,1 1 0 0 0,-1 0 0 0 0,0 0 0 0 0,-18 22-371 0 0,18-21 370 0 0,-8 13 292 0 0,6-9-2232 0 0,43-55-7976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7:21.5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239 34 836 0 0,'2'-1'11412'0'0,"-7"-2"-11303"0"0,0 1-1 0 0,0 0 0 0 0,-1 0 0 0 0,1 0 0 0 0,-1 1 0 0 0,1 0 0 0 0,-1 0 1 0 0,-11-1-1 0 0,-10-1 87 0 0,7-2-169 0 0,0 2 1 0 0,-37-2 0 0 0,54 5-26 0 0,0 0-29 0 0,-1 0 1 0 0,1 0-1 0 0,-1 0 0 0 0,1 0 1 0 0,-1 1-1 0 0,1-1 0 0 0,0 1 1 0 0,-1 0-1 0 0,-5 3 0 0 0,4-3-8 0 0,5-1 19 0 0,0 0 0 0 0,-1 0 1 0 0,1 0-1 0 0,0 0 0 0 0,-1 0 0 0 0,1 0 0 0 0,0 0 0 0 0,-1 0 0 0 0,1 0 0 0 0,-1 0 0 0 0,1 1 0 0 0,0-1 1 0 0,-1 0-1 0 0,1 0 0 0 0,0 0 0 0 0,0 0 0 0 0,-1 1 0 0 0,1-1 0 0 0,0 0 0 0 0,-1 0 0 0 0,1 1 0 0 0,0-1 1 0 0,0 0-1 0 0,0 1 0 0 0,-1-1 0 0 0,1 0 0 0 0,0 0 0 0 0,0 1 0 0 0,0-1 0 0 0,0 0 0 0 0,-1 1 0 0 0,1 0 3 0 0,0 1-45 0 0,0 0 38 0 0,0 0-1 0 0,0 0 1 0 0,0 0-1 0 0,1 0 1 0 0,-1 0-1 0 0,0 0 1 0 0,1 0-1 0 0,0 0 1 0 0,0 2-1 0 0,8 10 33 0 0,-8-13-10 0 0,-1 0 1 0 0,1 0-1 0 0,-1 0 0 0 0,1 0 0 0 0,0 0 0 0 0,-1 0 1 0 0,1 0-1 0 0,0 0 0 0 0,-1 0 0 0 0,1-1 0 0 0,0 1 1 0 0,0 0-1 0 0,0 0 0 0 0,0-1 0 0 0,0 1 1 0 0,2 1-1 0 0,5 3 26 0 0,-7-5-23 0 0,-1 0 0 0 0,1 1 1 0 0,0-1-1 0 0,-1 1 0 0 0,1-1 1 0 0,0 0-1 0 0,0 1 0 0 0,-1-1 0 0 0,1 0 1 0 0,0 0-1 0 0,0 0 0 0 0,-1 1 0 0 0,1-1 1 0 0,0 0-1 0 0,0 0 0 0 0,0 0 1 0 0,0-1-1 0 0,2 1-25 0 0,-1 1 49 0 0,0-1 0 0 0,0 0 0 0 0,0 0-1 0 0,0 0 1 0 0,0 0 0 0 0,0-1 0 0 0,0 1-1 0 0,0 0 1 0 0,-1-1 0 0 0,1 1 0 0 0,0-1-1 0 0,0 0 1 0 0,0 0 0 0 0,0 0 0 0 0,-1 0-1 0 0,3-1 1 0 0,0 0-73 0 0,0 1-1 0 0,0-1 0 0 0,0 1 1 0 0,1 0-1 0 0,-1 1 1 0 0,0-1-1 0 0,0 1 0 0 0,1 0 1 0 0,-1 0-1 0 0,0 0 1 0 0,7 1-1 0 0,3 0-78 0 0,-13-1 121 0 0,-1 0-1 0 0,1 0 0 0 0,0 0 0 0 0,-1 0 0 0 0,1 0 0 0 0,0 0 1 0 0,-1 1-1 0 0,1-1 0 0 0,0 0 0 0 0,-1 0 0 0 0,1 1 0 0 0,0-1 0 0 0,-1 1 1 0 0,1-1-1 0 0,-1 0 0 0 0,1 1 0 0 0,-1-1 0 0 0,1 1 0 0 0,-1-1 0 0 0,1 1 1 0 0,-1-1-1 0 0,0 1 0 0 0,1 0 0 0 0,-1-1 0 0 0,0 1 0 0 0,1-1 1 0 0,-1 1-1 0 0,0 0 0 0 0,0-1 0 0 0,1 2 0 0 0,-1-1 3 0 0,1 0-1 0 0,0 0 1 0 0,-1 1 0 0 0,1-1-1 0 0,0 0 1 0 0,0 0 0 0 0,0 0-1 0 0,0-1 1 0 0,0 1 0 0 0,0 0-1 0 0,0 0 1 0 0,0 0 0 0 0,1-1-1 0 0,-1 1 1 0 0,0-1 0 0 0,0 1-1 0 0,0-1 1 0 0,1 1 0 0 0,-1-1-1 0 0,0 0 1 0 0,1 1 0 0 0,-1-1-1 0 0,2 0 1 0 0,17 8-46 0 0,-20-8 10 0 0,1 0 25 0 0,0 0 9 0 0,-1 1 5 0 0,3 1-963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7:25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277 8 512 0 0,'0'0'1045'0'0,"9"7"-1272"0"0,-13 8 5297 0 0,4-15-4907 0 0,-10-4 3554 0 0,8 2-3589 0 0,0 1-1 0 0,1 0 1 0 0,-1 0 0 0 0,0 0-1 0 0,0 0 1 0 0,-1 0 0 0 0,1 1-1 0 0,0-1 1 0 0,0 1 0 0 0,-3-1-1 0 0,-28-7 912 0 0,-40 1-519 0 0,54 7-591 0 0,1 1 0 0 0,-30 5 1 0 0,10-2-52 0 0,37-4 100 0 0,0 0 1 0 0,0 0 0 0 0,1 0 0 0 0,-1 1 0 0 0,0-1 0 0 0,0 0 0 0 0,0 0 0 0 0,1 1 0 0 0,-1-1 0 0 0,0 1 0 0 0,1-1 0 0 0,-1 0 0 0 0,0 1-1 0 0,1-1 1 0 0,-1 1 0 0 0,0 0 0 0 0,1-1 0 0 0,-1 1 0 0 0,1-1 0 0 0,-1 1 0 0 0,1 0 0 0 0,-1 0 0 0 0,1-1 0 0 0,0 1 0 0 0,-1 0 0 0 0,1-1-1 0 0,0 1 1 0 0,0 0 0 0 0,-1 0 0 0 0,1 1 0 0 0,6 5-13 0 0,-5-7 33 0 0,-1 1 1 0 0,1-1-1 0 0,0 0 1 0 0,-1 1 0 0 0,1-1-1 0 0,-1 1 1 0 0,1 0 0 0 0,-1-1-1 0 0,1 1 1 0 0,-1-1-1 0 0,1 1 1 0 0,-1 0 0 0 0,0-1-1 0 0,1 1 1 0 0,-1 0-1 0 0,0-1 1 0 0,1 1 0 0 0,-1 0-1 0 0,0-1 1 0 0,0 2-1 0 0,9 7 50 0 0,32-7 32 0 0,83-6-1678 0 0,-123 4 1597 0 0,0 1-1 0 0,0-1 1 0 0,1 0-1 0 0,-1 1 1 0 0,0-1 0 0 0,0 0-1 0 0,0 1 1 0 0,1 0 0 0 0,-1-1-1 0 0,0 1 1 0 0,0 0-1 0 0,0-1 1 0 0,0 1 0 0 0,0 0-1 0 0,0 0 1 0 0,0 0-1 0 0,0 0 1 0 0,0 1 0 0 0,-1-2 30 0 0,1 0-42 0 0,-1 0 18 0 0,0 0 0 0 0,1 0 0 0 0,-1 0 0 0 0,0 0 0 0 0,0 0 0 0 0,1 0 0 0 0,-1 0 0 0 0,0 0 0 0 0,0 0 0 0 0,0 0-1 0 0,1 0 1 0 0,-1 0 0 0 0,0 1 0 0 0,0-1 0 0 0,1 0 0 0 0,-1 0 0 0 0,0 0 0 0 0,0 0 0 0 0,0 0 0 0 0,1 0 0 0 0,-1 1 0 0 0,0-1 0 0 0,0 0-1 0 0,0 0 1 0 0,0 0 0 0 0,0 0 0 0 0,1 1 0 0 0,-1-1 0 0 0,0 0 0 0 0,0 0 0 0 0,0 1 0 0 0,0-1 0 0 0,0 0 0 0 0,0 0 0 0 0,0 0 0 0 0,0 1-1 0 0,0-1 1 0 0,0 0 0 0 0,0 0 0 0 0,0 1 0 0 0,0-1 0 0 0,0 0 0 0 0,0 0 0 0 0,0 1 0 0 0,-4 12 182 0 0,4-13-189 0 0,-1 0 1 0 0,1 0 0 0 0,0 1-1 0 0,0-1 1 0 0,0 0-1 0 0,-1 1 1 0 0,1-1-1 0 0,0 0 1 0 0,0 0-1 0 0,0 1 1 0 0,0-1-1 0 0,-1 0 1 0 0,1 1 0 0 0,0-1-1 0 0,0 0 1 0 0,0 1-1 0 0,0-1 1 0 0,0 0-1 0 0,0 1 1 0 0,0-1-1 0 0,0 0 1 0 0,0 1-1 0 0,0-1 1 0 0,0 0 0 0 0,0 1-1 0 0,0-1 1 0 0,1 0-1 0 0,-1 0 1 0 0,0 1-1 0 0,0-1 1 0 0,0 1-1 0 0,51-1-2696 0 0,-68-3-4317 0 0,34 6 5529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8:36.82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18 864 0 0,'2'-15'11064'0'0,"-15"14"-10792"0"0,11 0-311 0 0,1 1 0 0 0,-1 0 0 0 0,1-1-1 0 0,-1 1 1 0 0,1 0 0 0 0,0 0 0 0 0,-1 0 0 0 0,1 0 0 0 0,-1 0-1 0 0,1 1 1 0 0,-1-1 0 0 0,1 0 0 0 0,0 1 0 0 0,-1-1 0 0 0,1 0 0 0 0,-1 1-1 0 0,1 0 1 0 0,0-1 0 0 0,0 1 0 0 0,-1 0 0 0 0,1 0 0 0 0,0 0 0 0 0,-2 1-1 0 0,-19 22-51 0 0,1 0 0 0 0,1 2 1 0 0,-22 37-1 0 0,-41 89 60 0 0,40-46-44 0 0,40-86-118 0 0,2-11 202 0 0,1-9 9 0 0,0 0 0 0 0,0 0-1 0 0,0 1 1 0 0,0-1 0 0 0,0 0-1 0 0,0 0 1 0 0,0 0 0 0 0,0 0-1 0 0,0 0 1 0 0,0 0 0 0 0,0 0-1 0 0,0 0 1 0 0,0 0 0 0 0,0 0-1 0 0,0 0 1 0 0,0 0 0 0 0,0 1-1 0 0,0-1 1 0 0,-1 0 0 0 0,1 0-1 0 0,0 0 1 0 0,0 0 0 0 0,0 0-1 0 0,0 0 1 0 0,0 0-1 0 0,0 0 1 0 0,0 0 0 0 0,0 0-1 0 0,0 0 1 0 0,0 0 0 0 0,0 0-1 0 0,-1 0 1 0 0,1 0 0 0 0,0 0-1 0 0,0 0 1 0 0,0 0 0 0 0,0 0-1 0 0,0 0 1 0 0,0 0 0 0 0,0 0-1 0 0,0 0 1 0 0,0 0 0 0 0,0 0-1 0 0,-1 0 1 0 0,1 0 0 0 0,0 0-1 0 0,0 0 1 0 0,0 0 0 0 0,0 0-1 0 0,0 0 1 0 0,0 0-1 0 0,0 0 1 0 0,0 0 0 0 0,0-1-1 0 0,0 1 1 0 0,0 0 0 0 0,0 0-1 0 0,0 0 1 0 0,-1 0-45 0 0,1 0 0 0 0,0-1 0 0 0,0 1 0 0 0,0 0 0 0 0,-1 0 0 0 0,1 0 0 0 0,0-1 0 0 0,0 1 0 0 0,0 0 0 0 0,0 0 0 0 0,0-1 0 0 0,0 1 0 0 0,0 0 0 0 0,0-1 0 0 0,0 1 0 0 0,0 0 0 0 0,0 0 0 0 0,-1-1 0 0 0,2 1 0 0 0,-1 0 0 0 0,0 0 0 0 0,0-1 0 0 0,0 1 0 0 0,0 0 0 0 0,0-1 0 0 0,0 1 0 0 0,0 0 0 0 0,0 0 0 0 0,0-1 0 0 0,0 1 0 0 0,1 0 1 0 0,-1 0-1 0 0,0-1 0 0 0,0 1 0 0 0,0 0 0 0 0,0 0 0 0 0,1 0 0 0 0,-1-1 0 0 0,0 1 0 0 0,0 0 0 0 0,1 0 0 0 0,-1 0 0 0 0,0 0 0 0 0,0 0 0 0 0,1-1 0 0 0,-1 1 0 0 0,0 0 0 0 0,0 0 0 0 0,1 0 0 0 0,-1 0 0 0 0,0 0 0 0 0,0 0 0 0 0,1 0 0 0 0,0 0 0 0 0,-1 0 15 0 0,1-1 1 0 0,0 1-1 0 0,0 0 1 0 0,-1 0-1 0 0,1 0 0 0 0,0-1 1 0 0,0 1-1 0 0,-1 0 1 0 0,1 0-1 0 0,0 0 1 0 0,0 0-1 0 0,0 0 0 0 0,-1 1 1 0 0,1-1-1 0 0,0 0 1 0 0,0 0-1 0 0,0 0 1 0 0,-1 1-1 0 0,1-1 0 0 0,0 0 1 0 0,1 2-1 0 0,6 10 27 0 0,0 1-1 0 0,0 0 0 0 0,-1 0 1 0 0,-1 0-1 0 0,0 1 0 0 0,-1 0 1 0 0,4 18-1 0 0,12 31 290 0 0,-8-39-458 0 0,3 10 655 0 0,-9-62 245 0 0,-5 9-662 0 0,0-1 0 0 0,-2 1 0 0 0,-1-26-1 0 0,0-2 34 0 0,-1 30-105 0 0,0 0 0 0 0,0 0 0 0 0,-10-30 0 0 0,7 25-101 0 0,-5-30 0 0 0,6-59-493 0 0,4 106 554 0 0,0 2 22 0 0,0 0 0 0 0,1 0-1 0 0,-1 1 1 0 0,1-1-1 0 0,0 1 1 0 0,0-1-1 0 0,0 0 1 0 0,0 1 0 0 0,1 0-1 0 0,2-5 1 0 0,-3 5 12 0 0,1 0 1 0 0,-1-1 0 0 0,0 1 0 0 0,0 0-1 0 0,0 0 1 0 0,0-1 0 0 0,0 1 0 0 0,0-1-1 0 0,-1 1 1 0 0,2-5 0 0 0,-2 5-43 0 0,1 0-1 0 0,0 0 1 0 0,-1 0 0 0 0,1 0 0 0 0,0 0 0 0 0,0 0-1 0 0,1 0 1 0 0,-1 0 0 0 0,0 1 0 0 0,0-1 0 0 0,1 1-1 0 0,-1-1 1 0 0,1 1 0 0 0,0-1 0 0 0,-1 1 0 0 0,1 0 0 0 0,3-2-1 0 0,35-19-119 0 0,-40 22-42 0 0,0 0 1 0 0,1 0 0 0 0,-1 0-1 0 0,1 0 1 0 0,0-1 0 0 0,-1 1-1 0 0,1 0 1 0 0,-1 0-1 0 0,1 0 1 0 0,-1 0 0 0 0,1 0-1 0 0,-1 0 1 0 0,1 0 0 0 0,-1 1-1 0 0,1-1 1 0 0,-1 0 0 0 0,1 0-1 0 0,-1 0 1 0 0,1 0 0 0 0,-1 1-1 0 0,1-1 1 0 0,-1 0 0 0 0,5 7-2961 0 0,-17-15 525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49:52.02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117 1 444 0 0,'0'0'3874'0'0,"7"17"-4554"0"0,-1-5 878 0 0,-1 0 0 0 0,0 0 0 0 0,4 19 0 0 0,-1-4 198 0 0,3 16 411 0 0,7 19 48 0 0,-15-56-800 0 0,-1-1 1 0 0,1 0 0 0 0,0 0 0 0 0,0 0 0 0 0,0 0 0 0 0,1 0-1 0 0,0-1 1 0 0,0 1 0 0 0,5 3 0 0 0,5 2 10 0 0,1 0 0 0 0,0-1-1 0 0,0 0 1 0 0,1-1 0 0 0,0-1 0 0 0,18 5-1 0 0,-13-5 10 0 0,-1 1 0 0 0,1 2-1 0 0,23 14 1 0 0,82 65-56 0 0,-120-85-27 0 0,0 0-1 0 0,0 0 1 0 0,0 0 0 0 0,1-1-1 0 0,0 0 1 0 0,7 3-1 0 0,-9-3 374 0 0,-9-1 555 0 0,-14-4-355 0 0,8-2-612 0 0,0 0 0 0 0,0 1 0 0 0,0 0-1 0 0,-1 1 1 0 0,0 0 0 0 0,-19 0 0 0 0,16 0-85 0 0,-18 1-353 0 0,-50 2-1 0 0,17 1 359 0 0,63-2 133 0 0,-1-1 0 0 0,0 1-1 0 0,0-1 1 0 0,0 0-1 0 0,1 0 1 0 0,-1 0-1 0 0,0 0 1 0 0,1 0 0 0 0,-1-1-1 0 0,1 1 1 0 0,-1-1-1 0 0,-3-3 1 0 0,-30-29-146 0 0,20 17 115 0 0,-14-10-23 0 0,14 14-5 0 0,1-1 0 0 0,0 0 0 0 0,1-1 0 0 0,1 0 0 0 0,-12-19 0 0 0,22 30 31 0 0,1 0 1 0 0,-1 1 0 0 0,-1 0 0 0 0,1 0 0 0 0,-5-4-1 0 0,5 5-41 0 0,0 0 0 0 0,1 0-1 0 0,-1 0 1 0 0,1-1-1 0 0,0 1 1 0 0,0-1 0 0 0,0 1-1 0 0,0-1 1 0 0,0 0-1 0 0,-2-4 1 0 0,-22-46 28 0 0,3-11-53 0 0,20 56-16 0 0,3 6 101 0 0,0 1 0 0 0,0 0 0 0 0,-1 0 0 0 0,1 0 0 0 0,0 0 0 0 0,-1 0 0 0 0,1-1 0 0 0,-1 1 0 0 0,0 0 0 0 0,1 0 1 0 0,-1 0-1 0 0,0 0 0 0 0,0 1 0 0 0,0-1 0 0 0,-1-2 0 0 0,53 67-1570 0 0,42 40 2425 0 0,-53-57-370 0 0,74 68 0 0 0,-101-104-472 0 0,0-1 1 0 0,1 0 0 0 0,0-1 0 0 0,1-1 0 0 0,0 0-1 0 0,0-1 1 0 0,0 0 0 0 0,1-1 0 0 0,0-1 0 0 0,18 3-1 0 0,-15-2-40 0 0,7 1 54 0 0,39 1 211 0 0,-64-8-226 0 0,-1 0-3 0 0,7 0 61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0:18.6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1552 0 0,'0'0'0'0'0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51:00.37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1515 0 11692,'-1514'795'0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05.10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5 759 1768 0 0,'0'0'7153'0'0,"-1"-4"-6704"0"0,-2-10 819 0 0,5 23-986 0 0,3 10-215 0 0,1 0 1 0 0,16 31-1 0 0,-20-45-75 0 0,1 1 1 0 0,1-1-1 0 0,-1 0 1 0 0,1 0-1 0 0,0 0 1 0 0,5 6-1 0 0,10 11-90 0 0,8 8-11 0 0,-27-30 155 0 0,0 0 0 0 0,-1 0-1 0 0,1-1 1 0 0,0 1 0 0 0,0 0-1 0 0,0-1 1 0 0,0 1 0 0 0,0 0-1 0 0,0-1 1 0 0,0 1 0 0 0,0 0 0 0 0,0-1-1 0 0,0 1 1 0 0,0 0 0 0 0,0 0-1 0 0,0-1 1 0 0,0 1 0 0 0,0 0-1 0 0,1-1 1 0 0,-1 1 0 0 0,0 0-1 0 0,0-1 1 0 0,0 1 0 0 0,0 0-1 0 0,1 0 1 0 0,-1-1 0 0 0,0 1-1 0 0,0 0 1 0 0,0 0 0 0 0,1-1 0 0 0,-1 1-1 0 0,0 0 1 0 0,0 0 0 0 0,1 0-1 0 0,-1 0 1 0 0,0-1 0 0 0,1 1-1 0 0,-1 0 1 0 0,0 0 0 0 0,0 0-1 0 0,1 0 1 0 0,17-10-529 0 0,-15 9 615 0 0,140-69-385 0 0,-100 50 246 0 0,-5 4 3 0 0,26-15 44 0 0,-35 17-66 0 0,0 2 1 0 0,53-16-1 0 0,-33 12-13 0 0,-18 7-2 0 0,-19 6 67 0 0,-1-1 0 0 0,1 0 0 0 0,17-9-1 0 0,-9 3-118 0 0,39-13-1 0 0,-4 1-175 0 0,-1-2-216 0 0,-19 10 207 0 0,-1-2 0 0 0,42-27 1 0 0,-59 33 9 0 0,28-13-1 0 0,-26 14 186 0 0,29-18-1 0 0,34-20-191 0 0,-31 20-279 0 0,-13 7 546 0 0,25-15-32 0 0,-48 24-28 0 0,1 2 1 0 0,20-8 0 0 0,22-3-91 0 0,-52 18 139 0 0,0 0 0 0 0,0 1 1 0 0,0 0-1 0 0,1 0 0 0 0,9 0 1 0 0,-15 1 73 0 0,-1-1 1 0 0,1 1 0 0 0,-1 0-1 0 0,0 0 1 0 0,1-1 0 0 0,-1 1-1 0 0,0 0 1 0 0,1-1 0 0 0,-1 1-1 0 0,0-1 1 0 0,1 1 0 0 0,-1 0 0 0 0,0-1-1 0 0,0 1 1 0 0,1-1 0 0 0,-1 1-1 0 0,0-1 1 0 0,0 1 0 0 0,0-1-1 0 0,0 1 1 0 0,0-1 0 0 0,0 1-1 0 0,0-1 1 0 0,0 1 0 0 0,0-1-1 0 0,0 1 1 0 0,0-1 0 0 0,0 1-1 0 0,0-1 1 0 0,0 1 0 0 0,0-1-1 0 0,-4-25 426 0 0,3 15-372 0 0,0 3-3 0 0,0 0 1 0 0,-1 0 0 0 0,0 0 0 0 0,0 0-1 0 0,-1 1 1 0 0,0-1 0 0 0,-6-11 0 0 0,5 10 1 0 0,-1-1 1 0 0,2 1 0 0 0,-6-20-1 0 0,7 15-33 0 0,-4-39 88 0 0,5 53-190 0 0,1-1 0 0 0,0 1 0 0 0,-1-1-1 0 0,1 1 1 0 0,0-1 0 0 0,-1 1-1 0 0,1-1 1 0 0,0 1 0 0 0,-1 0 0 0 0,1-1-1 0 0,-1 1 1 0 0,1 0 0 0 0,-1 0-1 0 0,1-1 1 0 0,-1 1 0 0 0,1 0-1 0 0,-1 0 1 0 0,1 0 0 0 0,-1-1 0 0 0,1 1-1 0 0,-1 0 1 0 0,0 0 0 0 0,1 0-1 0 0,-1 0 1 0 0,1 0 0 0 0,-1 0 0 0 0,1 0-1 0 0,-1 0 1 0 0,1 0 0 0 0,-1 1-1 0 0,0-1 1 0 0,-18 3 108 0 0,-68 26 35 0 0,-144 72 0 0 0,198-86-93 0 0,-138 79 417 0 0,73-39-210 0 0,-2 1-127 0 0,-231 113 428 0 0,251-140-652 0 0,56-20 16 0 0,18-7 58 0 0,1 0 1 0 0,-1 0 0 0 0,1 0 0 0 0,0 1 0 0 0,-1-1 0 0 0,1 2 0 0 0,-4 2 0 0 0,-15 12-14 0 0,19-16 30 0 0,1 1 1 0 0,0 0-1 0 0,0 0 1 0 0,1 0-1 0 0,-1 0 0 0 0,1 1 1 0 0,-5 5-1 0 0,-33 36-1613 0 0,24-31 1324 0 0,15-13 102 0 0,0 0 0 0 0,0 0 0 0 0,0 0-1 0 0,0 1 1 0 0,0-1 0 0 0,0 1 0 0 0,1-1 0 0 0,-1 1 0 0 0,1 0 0 0 0,-1 0 0 0 0,1 0 0 0 0,-1 0 0 0 0,1-1 0 0 0,-1 4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10.15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1 827 968 0 0,'0'0'7531'0'0,"43"-24"-5619"0"0,21-3-1364 0 0,28-10-514 0 0,183-64 13 0 0,2-16-202 0 0,-142 59-151 0 0,-53 22 48 0 0,15-7-261 0 0,101-34-303 0 0,-118 42 2 0 0,-44 19 546 0 0,-16 8-293 0 0,30-18 1 0 0,-26 18 200 0 0,-21 7 347 0 0,1 0-1 0 0,-1 0 1 0 0,1 0 0 0 0,-1 0-1 0 0,0 0 1 0 0,5-3-1 0 0,23-14-364 0 0,-23 14-77 0 0,0 0-1 0 0,0-1 1 0 0,11-9 0 0 0,-19 14 508 0 0,1 0 0 0 0,-1 0 0 0 0,0 0 0 0 0,0 0-1 0 0,1-1 1 0 0,-1 1 0 0 0,0 0 0 0 0,0 0 0 0 0,0 0 0 0 0,1 0 0 0 0,-1-1 0 0 0,0 1 0 0 0,0 0 0 0 0,0 0 0 0 0,0-1 0 0 0,0 1 0 0 0,1 0 0 0 0,-1 0 0 0 0,0-1 0 0 0,0 1 0 0 0,0 0 0 0 0,0 0 0 0 0,0-1 0 0 0,0 1-1 0 0,0 0 1 0 0,0-1 0 0 0,0 1 0 0 0,0 0 0 0 0,0 0 0 0 0,0-1 0 0 0,0 1 0 0 0,0 0 0 0 0,0 0 0 0 0,0-1 0 0 0,0 1 0 0 0,-1 0 0 0 0,1 0 0 0 0,0-1 0 0 0,0 1 0 0 0,0 0 0 0 0,0 0 0 0 0,-1-1 0 0 0,1 1 0 0 0,0 0 0 0 0,0 0-1 0 0,0 0 1 0 0,-1 0 0 0 0,1-1 0 0 0,0 1 0 0 0,0 0 0 0 0,0 0 0 0 0,-1 0 0 0 0,1 0 0 0 0,-4-5 680 0 0,3 5-600 0 0,-21-10 687 0 0,7 11-499 0 0,0 1 0 0 0,0 0 1 0 0,0 0-1 0 0,-24 8 0 0 0,-58 26 280 0 0,78-29-621 0 0,-77 32 547 0 0,-95 52-1 0 0,-264 147 411 0 0,449-235-929 0 0,-420 208-41 0 0,365-176 44 0 0,42-23-315 0 0,22-11-11 0 0,13-5 369 0 0,44-17-360 0 0,0-2 0 0 0,59-34 0 0 0,-21 11-249 0 0,1-5 511 0 0,141-97-1 0 0,-176 107 18 0 0,410-226-1390 0 0,-438 249 1513 0 0,55-38 0 0 0,-80 47-95 0 0,-8 6 19 0 0,-1 1 1 0 0,0 0-1 0 0,0 0 0 0 0,1 0 1 0 0,-1 1-1 0 0,1-1 1 0 0,0 1-1 0 0,4-3 863 0 0,-10 4-733 0 0,0 0 0 0 0,0 1 1 0 0,1-1-1 0 0,-1 0 0 0 0,0 1 0 0 0,0 0 0 0 0,-3 0 22 0 0,-9 5-27 0 0,0 0 1 0 0,-28 16-1 0 0,6-2-158 0 0,-469 222 235 0 0,22-25 286 0 0,347-147-505 0 0,52-28 172 0 0,100-47-355 0 0,-7 3 200 0 0,0-1-1 0 0,-1 1 1 0 0,1-1-1 0 0,-1-1 1 0 0,0 1 0 0 0,7-6-1 0 0,-7 4-65 0 0,1 1 0 0 0,-1 0 0 0 0,1 0 0 0 0,0 1 1 0 0,0 0-1 0 0,12-3 0 0 0,10-3-14 0 0,92-36 233 0 0,0-1-291 0 0,67-28-1152 0 0,150-101-704 0 0,-182 90 1458 0 0,-16 21-1629 0 0,-115 53 1645 0 0,-23 10 732 0 0,1-1 0 0 0,-1 2 0 0 0,1-1 0 0 0,0 0-1 0 0,0 1 1 0 0,-1-1 0 0 0,1 1 0 0 0,0 0 0 0 0,4 1-1 0 0,14 0-435 0 0,-22-1 231 0 0,1-1-1 0 0,0 1 1 0 0,0 0-1 0 0,-1 0 1 0 0,1 0 0 0 0,0 0-1 0 0,0 0 1 0 0,-1 0-1 0 0,1 1 1 0 0,0-1 0 0 0,0 0-1 0 0,-1 0 1 0 0,1 0 0 0 0,0 1-1 0 0,-1-1 1 0 0,1 0-1 0 0,0 1 1 0 0,-1-1 0 0 0,1 1-1 0 0,0-1 1 0 0,-1 1-1 0 0,2 0 1 0 0,-2 0 15 0 0,0-1 0 0 0,0 1 1 0 0,0 0-1 0 0,-1-1 0 0 0,1 1 0 0 0,0-1 0 0 0,0 1 1 0 0,0 0-1 0 0,0-1 0 0 0,0 1 0 0 0,-1-1 0 0 0,1 1 1 0 0,0 0-1 0 0,-1-1 0 0 0,1 1 0 0 0,0-1 0 0 0,-1 1 1 0 0,1-1-1 0 0,-1 1 0 0 0,1-1 0 0 0,-1 1 0 0 0,-39 31 1268 0 0,27-21-1384 0 0,-17 11 202 0 0,0-2 0 0 0,-48 25 0 0 0,43-25-33 0 0,-184 91 295 0 0,113-60 152 0 0,-72 29 207 0 0,14-7-644 0 0,-57 25 52 0 0,154-67 175 0 0,39-16-222 0 0,6-2-112 0 0,12-9-46 0 0,0 1 0 0 0,1 0 0 0 0,-14 10 0 0 0,23-15-16 0 0,5 1-373 0 0,-1 0 475 0 0,1-1 0 0 0,0 0 0 0 0,0 0 0 0 0,8-1 0 0 0,15-5 33 0 0,-1-2 0 0 0,41-16 0 0 0,-22 6-44 0 0,-34 14-27 0 0,363-138-696 0 0,-334 122 447 0 0,58-37 1 0 0,-29 14 128 0 0,-15 9-278 0 0,-35 21 143 0 0,1 0 1 0 0,0 2 0 0 0,23-10-1 0 0,112-45 350 0 0,-124 52-15 0 0,34-19 1 0 0,-30 14 28 0 0,-32 15-78 0 0,1 1 1 0 0,-1-1-1 0 0,0 0 1 0 0,0 0-1 0 0,0-1 1 0 0,0 1-1 0 0,-1-1 1 0 0,1 1-1 0 0,-1-1 0 0 0,4-11 1 0 0,1 1-117 0 0,-6 13 67 0 0,-1-1 1 0 0,0 1 0 0 0,1 0-1 0 0,-1 0 1 0 0,0-1-1 0 0,-1 1 1 0 0,1 0-1 0 0,0-1 1 0 0,-1 1-1 0 0,1-1 1 0 0,-1 1-1 0 0,0-1 1 0 0,0-4 0 0 0,1 4-96 0 0,-1 1 0 0 0,1-1 1 0 0,0 0-1 0 0,0 0 0 0 0,0 1 0 0 0,0-1 1 0 0,1 0-1 0 0,-1 1 0 0 0,1-1 1 0 0,-1 1-1 0 0,1 0 0 0 0,0-1 1 0 0,0 1-1 0 0,3-3 0 0 0,-2 2 159 0 0,0 0-1 0 0,0 0 0 0 0,-1-1 0 0 0,1 1 1 0 0,3-8-1 0 0,-5 10-27 0 0,0-3 205 0 0,1 0 0 0 0,-1 1 1 0 0,0-1-1 0 0,0 0 0 0 0,0 0 0 0 0,-1 0 1 0 0,1-5-1 0 0,-34 1 1296 0 0,23 6-1336 0 0,0-1 1 0 0,1 2 0 0 0,-1-1 0 0 0,-11 1-1 0 0,21 1-222 0 0,5-9-1176 0 0,-3 9 1231 0 0,0 1 1 0 0,1-1-1 0 0,-1 1 0 0 0,0 0 0 0 0,1-1 0 0 0,-1 1 0 0 0,0 1 0 0 0,0-1 0 0 0,0 0 0 0 0,0 0 1 0 0,0 1-1 0 0,0-1 0 0 0,0 1 0 0 0,-1-1 0 0 0,1 1 0 0 0,0 0 0 0 0,-1 0 0 0 0,1 0 0 0 0,-1 0 1 0 0,0 0-1 0 0,0 0 0 0 0,0 0 0 0 0,0 0 0 0 0,1 3 0 0 0,4 10 106 0 0,0 1-1 0 0,4 23 1 0 0,-4-18 34 0 0,-4-12-77 0 0,0 1-1 0 0,-1-1 0 0 0,0 1 0 0 0,0 14 0 0 0,1 34-2050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17.41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1261 3 1688 0 0,'0'0'9256'0'0,"-6"-3"-6978"0"0,-79 36-1819 0 0,-102 43-742 0 0,117-45 179 0 0,-166 59 127 0 0,95-25-176 0 0,-4 2 150 0 0,-42 17-213 0 0,83-35 157 0 0,81-37 60 0 0,19-9-24 0 0,0-1 1 0 0,0 1 0 0 0,0-1 0 0 0,-1 0 0 0 0,1 0 0 0 0,0-1 0 0 0,-1 1 0 0 0,1-1 0 0 0,-8 1 0 0 0,6 1-34 0 0,6-3 52 0 0,0 1 0 0 0,-1-1 0 0 0,1 1 0 0 0,0-1 0 0 0,-1 0 0 0 0,1 1 0 0 0,-1-1 0 0 0,1 0 0 0 0,-1 0-1 0 0,1 1 1 0 0,-1-1 0 0 0,1 0 0 0 0,0 0 0 0 0,-1 0 0 0 0,1 0 0 0 0,-1 0 0 0 0,0 1 0 0 0,1-1 0 0 0,-1 0 0 0 0,1 0 0 0 0,-1 0-1 0 0,0-1-2 0 0,1 1 0 0 0,0 0 0 0 0,0 0 0 0 0,-1 0 0 0 0,1 0-1 0 0,0 0 1 0 0,-1 0 0 0 0,1 0 0 0 0,0 0 0 0 0,-1 0-1 0 0,1 0 1 0 0,0 0 0 0 0,0 0 0 0 0,-1 0 0 0 0,1 0-1 0 0,0 0 1 0 0,-1 0 0 0 0,1 0 0 0 0,0 1 0 0 0,0-1 0 0 0,-1 0-1 0 0,1 0 1 0 0,0 0 0 0 0,0 0 0 0 0,-1 1 0 0 0,1-1-1 0 0,0 0 1 0 0,0 0 0 0 0,-1 0 0 0 0,1 1 0 0 0,0-1 0 0 0,0 0-1 0 0,0 0 1 0 0,0 1 0 0 0,-1-1 0 0 0,1 0 0 0 0,0 1-1 0 0,0-1 1 0 0,0 0 0 0 0,0 0 0 0 0,0 1 0 0 0,0-1-1 0 0,0 0 1 0 0,0 1 0 0 0,0-1 0 0 0,8 15-131 0 0,-1-2 224 0 0,0 5-76 0 0,-3-11 0 0 0,-2 0-1 0 0,1 0 1 0 0,0 0 0 0 0,-1 1-1 0 0,-1-1 1 0 0,1 1-1 0 0,0 12 1 0 0,0 87 325 0 0,28-112-286 0 0,-12-2-77 0 0,0 1 0 0 0,29-6 1 0 0,-4 2 62 0 0,-22 4-24 0 0,220-59-89 0 0,-210 56-84 0 0,31-14 1 0 0,13-4-68 0 0,-35 4 226 0 0,29-7-166 0 0,20-2-106 0 0,16-5-244 0 0,-85 32 352 0 0,33-13 0 0 0,7-13 171 0 0,-44 25-193 0 0,0 1 0 0 0,-1 1 0 0 0,1 1 1 0 0,1 0-1 0 0,-1 1 0 0 0,22 0 0 0 0,-32 2 205 0 0,1 0 0 0 0,-1-1-1 0 0,0 0 1 0 0,0 0 0 0 0,0-1-1 0 0,-1 1 1 0 0,1-1 0 0 0,7-4 0 0 0,-3-1 443 0 0,-9 7-436 0 0,0 0 1 0 0,-1-1-1 0 0,1 1 1 0 0,0-1-1 0 0,-1 1 1 0 0,1 0-1 0 0,-1-1 1 0 0,1 1-1 0 0,-1-1 1 0 0,1 0-1 0 0,-1 1 0 0 0,1-1 1 0 0,-1 1-1 0 0,0-1 1 0 0,1 0-1 0 0,-1 1 1 0 0,0-1-1 0 0,1 0 1 0 0,-1 0-1 0 0,0 1 1 0 0,0-1-1 0 0,0 0 0 0 0,1 1 1 0 0,-1-1-1 0 0,0 0 1 0 0,0 0-1 0 0,0 1 1 0 0,0-1-1 0 0,0 0 1 0 0,-1 0-1 0 0,1 1 1 0 0,0-2-1 0 0,0 1-46 0 0,0-1 0 0 0,1 1-1 0 0,-1-1 1 0 0,1 1 0 0 0,-1 0 0 0 0,1-1 0 0 0,0 1-1 0 0,-1 0 1 0 0,1-1 0 0 0,0 1 0 0 0,1-1 0 0 0,-1 1 30 0 0,0-1 0 0 0,0 1 0 0 0,0 0 0 0 0,0-1 1 0 0,-1 1-1 0 0,1-1 0 0 0,0 1 0 0 0,-1-1 0 0 0,1 1 1 0 0,-1-1-1 0 0,1-2 0 0 0,-5-82 468 0 0,2 56-526 0 0,1-1 0 0 0,1 1-1 0 0,7-52 1 0 0,-7 81 39 0 0,0 1 0 0 0,0 0 1 0 0,0-1-1 0 0,0 1 0 0 0,1 0 0 0 0,-1-1 0 0 0,0 1 1 0 0,0 0-1 0 0,0-1 0 0 0,0 1 0 0 0,0 0 1 0 0,0-1-1 0 0,0 1 0 0 0,0 0 0 0 0,0-1 0 0 0,0 1 1 0 0,0 0-1 0 0,0-1 0 0 0,0 1 0 0 0,-1 0 0 0 0,1-1 1 0 0,0 1-1 0 0,0 0 0 0 0,0-1 0 0 0,0 1 0 0 0,-1 0 1 0 0,1 0-1 0 0,0-1 0 0 0,-10 4-662 0 0,-1 1 902 0 0,-125 36 716 0 0,120-34-898 0 0,-206 75 297 0 0,-99 29 656 0 0,241-85-837 0 0,-164 64 115 0 0,150-45-58 0 0,38-19 46 0 0,113-27-831 0 0,277-86 113 0 0,-206 50-251 0 0,235-89 9 0 0,-335 116 648 0 0,45-21-77 0 0,-70 31 109 0 0,0 0 1 0 0,0 0-1 0 0,0 0 1 0 0,0 0-1 0 0,0 0 1 0 0,0 0-1 0 0,0 1 1 0 0,5 0-1 0 0,-7 0 73 0 0,0 0-57 0 0,1 0 0 0 0,-1 0 0 0 0,1 0 1 0 0,0 0-1 0 0,-1 0 0 0 0,1 0 0 0 0,-1-1 0 0 0,1 1 1 0 0,-1 0-1 0 0,3-2 0 0 0,3 1-21 0 0,0 0 53 0 0,-1 0 0 0 0,1 0 0 0 0,-1-1 0 0 0,0 1 0 0 0,0-2 0 0 0,9-2 0 0 0,24-9-29 0 0,-28 12 282 0 0,-16 2 163 0 0,-19 4-252 0 0,-327 132 188 0 0,-271 111 777 0 0,606-240-1156 0 0,-2 0-32 0 0,2 1-1 0 0,-1 0 0 0 0,1 1 1 0 0,-23 17-1 0 0,39-26 19 0 0,0 0 0 0 0,-1 0 0 0 0,1 0 0 0 0,0 0 0 0 0,0 0 0 0 0,-1 0 1 0 0,1 0-1 0 0,0 1 0 0 0,0-1 0 0 0,-1 0 0 0 0,1 0 0 0 0,0 0 0 0 0,0 1 0 0 0,-1-1 0 0 0,1 0 0 0 0,0 0 0 0 0,0 1 1 0 0,0-1-1 0 0,-1 0 0 0 0,1 0 0 0 0,0 1 0 0 0,0-1 0 0 0,0 0 0 0 0,0 0 0 0 0,0 1 0 0 0,0-1 0 0 0,0 0 1 0 0,0 1-1 0 0,0-1 0 0 0,0 0 0 0 0,0 1 0 0 0,0-1 0 0 0,0 0 0 0 0,0 1 0 0 0,0-1 0 0 0,0 0 0 0 0,0 0 0 0 0,0 1 1 0 0,0-1-1 0 0,0 0 0 0 0,0 1 0 0 0,0-1 0 0 0,1 0 0 0 0,-1 0 0 0 0,0 1 0 0 0,0-1 0 0 0,19 3 94 0 0,25-8 195 0 0,509-194-1252 0 0,-441 153 581 0 0,215-81 196 0 0,-297 114 283 0 0,-22 9-25 0 0,0 1 0 0 0,0-1 0 0 0,12-2 0 0 0,-18 5 651 0 0,-10 1-578 0 0,-15 5-234 0 0,-726 308 93 0 0,692-289 120 0 0,-67 30 209 0 0,80-21-1071 0 0,78-38 1095 0 0,276-100-1393 0 0,-111 42-172 0 0,-55 16 1105 0 0,115-44 747 0 0,-190 62-371 0 0,-78 32 571 0 0,-2 1-843 0 0,1 0 0 0 0,-1 1 0 0 0,-13 8 0 0 0,5-1 10 0 0,-1-1-1 0 0,-1-1 0 0 0,0 0 1 0 0,-27 8-1 0 0,-33 15-2 0 0,-211 83-188 0 0,141-62 178 0 0,151-53 10 0 0,-76 27 74 0 0,2 4 0 0 0,-110 63 0 0 0,167-82-155 0 0,20-11 138 0 0,10-4 93 0 0,-1-2-101 0 0,-1 0-1 0 0,0-1 1 0 0,19-10 0 0 0,15-7 58 0 0,-1 4-173 0 0,-20 8-88 0 0,38-11 0 0 0,-2 5 290 0 0,-34 9-110 0 0,326-105-2460 0 0,-218 52 918 0 0,-110 50 1492 0 0,-20 9-284 0 0,1-1 0 0 0,-1 1 1 0 0,0-1-1 0 0,0 0 1 0 0,7-5-1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17.73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20 1 380 0 0,'0'0'1044'0'0,"-19"7"-1128"0"0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29.847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26 440 1700 0 0,'0'0'6593'0'0,"-1"-4"-6135"0"0,0 1-280 0 0,-6-16 1441 0 0,3 26-126 0 0,-1 9-1572 0 0,-1 113 105 0 0,4-79-21 0 0,2-45-7 0 0,0-1 0 0 0,1 1 1 0 0,0-1-1 0 0,-1 1 0 0 0,1-1 0 0 0,1 0 1 0 0,-1 1-1 0 0,4 6 0 0 0,-4-9 3 0 0,0-1 1 0 0,0 0-1 0 0,0 0 0 0 0,0 0 1 0 0,0 0-1 0 0,0 0 0 0 0,1 0 1 0 0,-1 0-1 0 0,0 0 0 0 0,1 0 0 0 0,-1-1 1 0 0,1 1-1 0 0,-1-1 0 0 0,1 1 1 0 0,-1-1-1 0 0,1 1 0 0 0,-1-1 1 0 0,1 0-1 0 0,-1 0 0 0 0,1 1 1 0 0,0-1-1 0 0,-1 0 0 0 0,4-1 0 0 0,-5 1 50 0 0,3 2-254 0 0,-3-2 204 0 0,0 0 0 0 0,1 1 0 0 0,-1-1 0 0 0,0 0 0 0 0,0 0-1 0 0,1 1 1 0 0,-1-1 0 0 0,0 0 0 0 0,0 0 0 0 0,1 1 0 0 0,-1-1 0 0 0,0 0 0 0 0,0 1 0 0 0,0-1 0 0 0,0 0 0 0 0,1 1 0 0 0,-1-1 0 0 0,0 0-1 0 0,0 1 1 0 0,0-1 0 0 0,0 0 0 0 0,0 1 0 0 0,0-1 0 0 0,0 0 0 0 0,0 1 0 0 0,0-1 0 0 0,0 1 0 0 0,4 15 27 0 0,9 49 135 0 0,-13-65-129 0 0,0 1-1 0 0,0-1 1 0 0,0 0-1 0 0,0 0 1 0 0,0 1-1 0 0,0-1 1 0 0,0 0-1 0 0,0 1 1 0 0,0-1-1 0 0,0 0 1 0 0,0 1-1 0 0,0-1 1 0 0,0 0-1 0 0,0 0 1 0 0,0 1-1 0 0,1-1 1 0 0,-1 0-1 0 0,0 1 1 0 0,0-1-1 0 0,0 0 1 0 0,0 0 0 0 0,1 1-1 0 0,-1-1 1 0 0,0 0-1 0 0,0 0 1 0 0,0 0-1 0 0,1 1 1 0 0,-1-1-1 0 0,0 0 1 0 0,1 0-1 0 0,-1 0 1 0 0,0 0-1 0 0,0 1 1 0 0,1-1-1 0 0,-1 0 1 0 0,0 0-1 0 0,1 0 1 0 0,-1 0-1 0 0,0 0 1 0 0,0 0-1 0 0,1 0 1 0 0,-1 0-1 0 0,0 0 1 0 0,1 0-1 0 0,-1 0 1 0 0,0 0-1 0 0,1 0 1 0 0,-1 0 0 0 0,0 0-1 0 0,1-1 1 0 0,19-9 2723 0 0,-10 5-3522 0 0,38-15 611 0 0,91-43-334 0 0,-109 49 320 0 0,0 2 0 0 0,36-10-1 0 0,-37 14 154 0 0,-1-2 1 0 0,52-26-1 0 0,13-10-342 0 0,21 4 202 0 0,14-5-156 0 0,-64 21 203 0 0,-12 0 117 0 0,-40 18-15 0 0,0 2 0 0 0,26-10-1 0 0,-23 10-235 0 0,0-1 0 0 0,24-13 0 0 0,-10 4 342 0 0,-22 12-135 0 0,0 0 0 0 0,1 1 1 0 0,-1 0-1 0 0,1 1 1 0 0,11-3-1 0 0,-18 4 46 0 0,1 1-1 0 0,0 0 0 0 0,0-1 1 0 0,0 0-1 0 0,0 1 0 0 0,-1-1 1 0 0,1 0-1 0 0,0 0 0 0 0,2-2 1 0 0,-2 2-28 0 0,0-1-1 0 0,-1 1 1 0 0,1 0 0 0 0,0 0 0 0 0,0 1 0 0 0,0-1 0 0 0,0 0 0 0 0,0 1 0 0 0,0-1 0 0 0,2 0-1 0 0,33-10 575 0 0,4 0-1134 0 0,19 0 451 0 0,-57 10 143 0 0,-1 0-1 0 0,0 0 1 0 0,0 0-1 0 0,0 0 1 0 0,0 0-1 0 0,-1 0 1 0 0,1 0-1 0 0,0-1 0 0 0,0 1 1 0 0,-1-1-1 0 0,3-1 1 0 0,-4 3-34 0 0,3 0-31 0 0,-3 0 62 0 0,1 0 0 0 0,-1 0 0 0 0,0 0 0 0 0,1 0 0 0 0,-1 0 0 0 0,0 0 1 0 0,0 0-1 0 0,1 0 0 0 0,-1 0 0 0 0,0 0 0 0 0,0 0 0 0 0,1 0 0 0 0,-1 0 0 0 0,0 0 0 0 0,1 0 0 0 0,-1 0 0 0 0,0 0 0 0 0,0 0 0 0 0,1 0 1 0 0,-1 0-1 0 0,0 0 0 0 0,0 0 0 0 0,1-1 0 0 0,-1 1 0 0 0,0 0 0 0 0,0 0 0 0 0,1 0 0 0 0,-1 0 0 0 0,0-1 0 0 0,0 1 0 0 0,0 0 1 0 0,0 0-1 0 0,1-1 0 0 0,-1 1 0 0 0,0 0 0 0 0,0 0 0 0 0,0-1 0 0 0,0 1 0 0 0,0 0 0 0 0,0 0 0 0 0,0-1 0 0 0,1 1 0 0 0,-1 0 0 0 0,0-1 1 0 0,0 1-63 0 0,-5-11 1916 0 0,2 9-1757 0 0,0 1 0 0 0,0-2 0 0 0,0 1 0 0 0,0 0 0 0 0,1 0 0 0 0,-1-1-1 0 0,1 0 1 0 0,-1 1 0 0 0,1-1 0 0 0,0 0 0 0 0,0 0 0 0 0,0-1 0 0 0,0 1-1 0 0,1 0 1 0 0,-3-6 0 0 0,-3-10-108 0 0,-7-34 0 0 0,1 6-182 0 0,12 44 177 0 0,0 0 0 0 0,0 0 1 0 0,0 0-1 0 0,0 0 0 0 0,-1 0 1 0 0,1 0-1 0 0,-1 0 0 0 0,0 1 1 0 0,0-1-1 0 0,-2-2 1 0 0,3 5-36 0 0,-17-4-652 0 0,11 4 676 0 0,-1 0 0 0 0,0 0 0 0 0,0 1 0 0 0,0-1 0 0 0,0 2 0 0 0,0-1 0 0 0,1 1 0 0 0,-12 5 0 0 0,-8 2 23 0 0,0 0 0 0 0,-50 8-1 0 0,41-13-16 0 0,26-4-28 0 0,0 1-1 0 0,0 1 1 0 0,-17 4 0 0 0,-90 24-90 0 0,-114 39-203 0 0,164-48 210 0 0,-45 17-161 0 0,52-11 43 0 0,-57 22-234 0 0,102-44 443 0 0,3-1 18 0 0,1 0 1 0 0,0 0 0 0 0,-18 10-1 0 0,-33 14-107 0 0,-1 4 68 0 0,58-27 30 0 0,5-5 16 0 0,0 1 1 0 0,-1-1 0 0 0,1 1-1 0 0,0-1 1 0 0,-1 0-1 0 0,1 1 1 0 0,0-1 0 0 0,-1 0-1 0 0,1 1 1 0 0,-1-1-1 0 0,1 0 1 0 0,0 0 0 0 0,-1 1-1 0 0,1-1 1 0 0,-1 0-1 0 0,1 0 1 0 0,-1 0 0 0 0,1 0-1 0 0,-1 1 1 0 0,1-1-1 0 0,-1 0 1 0 0,1 0 0 0 0,-1 0-1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35.02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1 496 1264 0 0,'0'0'5036'0'0,"5"8"-3055"0"0,35-10 1093 0 0,-22 1-2940 0 0,-1-1-1 0 0,0-1 1 0 0,25-8-1 0 0,199-59-281 0 0,221-76-1015 0 0,-223 53 358 0 0,-226 89 791 0 0,0 0 1 0 0,0 0-1 0 0,25-2 0 0 0,-26 5-170 0 0,-1-1 0 0 0,0 0 0 0 0,0 0 0 0 0,0-1 0 0 0,0-1 0 0 0,16-7 0 0 0,-19 2 1918 0 0,-27 8 896 0 0,8 2-3444 0 0,-15 1 775 0 0,0 2 0 0 0,1 0 1 0 0,0 2-1 0 0,0 1 0 0 0,-26 10 0 0 0,0 0-13 0 0,-239 82 111 0 0,60-19 315 0 0,31 1-322 0 0,188-76-76 0 0,-1 0 46 0 0,-1 1 0 0 0,1 1 0 0 0,-21 14 0 0 0,27-16-111 0 0,-11 9 165 0 0,-27 18-1 0 0,43-30-87 0 0,-1-2-6 0 0,1 1 0 0 0,0-1 0 0 0,0 1 0 0 0,0 0 0 0 0,0-1 1 0 0,0 1-1 0 0,0 0 0 0 0,0 0 0 0 0,0 0 0 0 0,0 0 0 0 0,1 0 0 0 0,-1 0 0 0 0,0 0 1 0 0,0 0-1 0 0,0 2 0 0 0,1-3 15 0 0,0 1 1 0 0,0-1-1 0 0,0 0 0 0 0,0 1 1 0 0,0-1-1 0 0,-1 0 1 0 0,1 1-1 0 0,0-1 0 0 0,0 0 1 0 0,0 1-1 0 0,0-1 0 0 0,0 0 1 0 0,-1 1-1 0 0,1-1 1 0 0,0 0-1 0 0,0 0 0 0 0,-1 1 1 0 0,1-1-1 0 0,0 0 1 0 0,0 0-1 0 0,-1 1 0 0 0,1-1 1 0 0,0 0-1 0 0,-1 0 1 0 0,1 0-1 0 0,0 0 0 0 0,-1 0 1 0 0,1 1-1 0 0,0-1 0 0 0,-1 0 1 0 0,0 0-8 0 0,1 0 1 0 0,0 0-1 0 0,-1 0 1 0 0,1 0-1 0 0,-1 0 1 0 0,1 1-1 0 0,0-1 1 0 0,-1 0-1 0 0,1 0 1 0 0,0 0-1 0 0,-1 1 1 0 0,1-1-1 0 0,0 0 1 0 0,-1 0-1 0 0,1 1 1 0 0,0-1-1 0 0,0 0 1 0 0,-1 1-1 0 0,1-1 1 0 0,0 0 0 0 0,0 1-1 0 0,0-1 1 0 0,-1 0-1 0 0,1 1 1 0 0,0-1-1 0 0,0 1 1 0 0,0-1-1 0 0,0 0 1 0 0,0 1-1 0 0,0-1 1 0 0,0 1-1 0 0,24-2 290 0 0,9-5-229 0 0,0-2-1 0 0,52-20 0 0 0,-31 10-27 0 0,328-125 93 0 0,-75 15-141 0 0,-254 106-202 0 0,80-21-1 0 0,-73 28-48 0 0,-31 9 209 0 0,-1-2-1 0 0,27-11 1 0 0,-33 8-35 0 0,-19 7 275 0 0,-15 3-186 0 0,5 3-10 0 0,0 0 0 0 0,0 0 0 0 0,1 1 1 0 0,0-1-1 0 0,-1 1 0 0 0,1 1 0 0 0,-9 6 0 0 0,-18 8 28 0 0,-505 193 138 0 0,337-126 392 0 0,-4 3-391 0 0,75-35 247 0 0,93-42-219 0 0,31-9-156 0 0,-1-1 0 0 0,1 1 0 0 0,0 0 0 0 0,0 1 0 0 0,-8 3 0 0 0,11-4-8 0 0,-2 1-9 0 0,0 1-1 0 0,0-2 1 0 0,0 1 0 0 0,-9 3-1 0 0,4-2-222 0 0,8-3 91 0 0,1 0 0 0 0,-1 0 0 0 0,0-1-1 0 0,1 1 1 0 0,-1 0 0 0 0,0-1 0 0 0,0 0-1 0 0,0 1 1 0 0,-3-1 0 0 0,-26-2-114 0 0,31 2 229 0 0,0-1 0 0 0,-1 1 0 0 0,1-1 0 0 0,0 0 0 0 0,0 1 0 0 0,0-1 0 0 0,0 1 0 0 0,0-1 0 0 0,1 0 0 0 0,-1 1-1 0 0,0-1 1 0 0,0 1 0 0 0,0-1 0 0 0,0 0 0 0 0,1 1 0 0 0,-1-1 0 0 0,0 1 0 0 0,1-1 0 0 0,-1 1 0 0 0,0-1 0 0 0,1 1 0 0 0,-1-1-1 0 0,1 1 1 0 0,0-1 0 0 0,6-4-246 0 0,22-12-93 0 0,-1-1 0 0 0,45-38 0 0 0,-42 30 428 0 0,-24 21-44 0 0,0 0 0 0 0,-1-1 1 0 0,1 1-1 0 0,-1-1 1 0 0,-1 0-1 0 0,1-1 0 0 0,-1 0 1 0 0,6-8-1 0 0,-10 12-44 0 0,1 0 0 0 0,0 1 0 0 0,0-1 0 0 0,1 1 0 0 0,-1-1-1 0 0,0 1 1 0 0,1 0 0 0 0,-1 0 0 0 0,1 0 0 0 0,0 0 0 0 0,0 1 0 0 0,0-1 0 0 0,5-1-1 0 0,47-14-65 0 0,-29 10 131 0 0,12-8 228 0 0,-1-1 0 0 0,0-2 0 0 0,-1-2 0 0 0,37-26 1 0 0,37-21 192 0 0,-68 47-573 0 0,1 1 0 0 0,83-22 1 0 0,-79 27 97 0 0,32-5 2 0 0,-58 16 101 0 0,1-2 1 0 0,-1-1-1 0 0,-1 0 0 0 0,24-11 0 0 0,-30 6-4 0 0,-12 10-52 0 0,-1 0 1 0 0,0 0-1 0 0,0 0 1 0 0,0 0-1 0 0,1 0 1 0 0,-1 0-1 0 0,0 0 0 0 0,1 1 1 0 0,-1-1-1 0 0,1 1 1 0 0,-1-1-1 0 0,1 1 1 0 0,1-1-1 0 0,0 0-59 0 0,0 1-1 0 0,0-1 0 0 0,0 1 1 0 0,-1-1-1 0 0,1 0 1 0 0,0-1-1 0 0,0 1 1 0 0,-1 0-1 0 0,3-2 0 0 0,-2 1 11 0 0,-1 1 0 0 0,1-1-1 0 0,0 1 1 0 0,-1 0 0 0 0,1 0-1 0 0,0 0 1 0 0,0 0 0 0 0,5 0-1 0 0,19-7 21 0 0,18-1 880 0 0,-65 9-682 0 0,1 2-242 0 0,0 0 0 0 0,0 1 0 0 0,0 2 0 0 0,-23 7 0 0 0,-13 3-32 0 0,-215 52 80 0 0,201-50-5 0 0,-250 70 509 0 0,278-71-425 0 0,1 2 0 0 0,-46 28-1 0 0,21-15-182 0 0,14-8 103 0 0,42-20-23 0 0,0 0-1 0 0,0 1 0 0 0,1 0 1 0 0,-1 1-1 0 0,-14 10 1 0 0,-11 11-433 0 0,34-26 434 0 0,0 0-1 0 0,-1 0 1 0 0,1 1-1 0 0,0-1 1 0 0,-1 0-1 0 0,1 0 0 0 0,0 1 1 0 0,-1-1-1 0 0,1 0 1 0 0,0 0-1 0 0,-1 1 0 0 0,1-1 1 0 0,0 0-1 0 0,0 1 1 0 0,-1-1-1 0 0,1 0 1 0 0,0 1-1 0 0,0-1 0 0 0,0 1 1 0 0,0-1-1 0 0,-1 0 1 0 0,1 1-1 0 0,0-1 0 0 0,0 1 1 0 0,0-1-1 0 0,0 0 1 0 0,0 1-1 0 0,0-1 1 0 0,0 1-1 0 0,0-1 0 0 0,0 0 1 0 0,0 1-1 0 0,0-1 1 0 0,0 1-1 0 0,1-1 0 0 0,-1 0 1 0 0,0 1-1 0 0,0-1 1 0 0,0 1-1 0 0,0-1 0 0 0,1 0 1 0 0,-1 1-1 0 0,0-1 1 0 0,0 0-1 0 0,1 1 1 0 0,-1-1-1 0 0,0 0 0 0 0,1 0 1 0 0,-1 1-1 0 0,0-1 1 0 0,1 0-1 0 0,-1 0 0 0 0,0 1 1 0 0,1-1-1 0 0,-1 0 1 0 0,1 0-1 0 0,-1 0 1 0 0,0 0-1 0 0,1 0 0 0 0,0 0 1 0 0,71-6 250 0 0,-69 5-250 0 0,-4 2-251 0 0,-8 1 158 0 0,-1 0 0 0 0,1 1 0 0 0,0 0-1 0 0,0 1 1 0 0,1-1 0 0 0,-13 9-1 0 0,10-4 84 0 0,0-1-1 0 0,0 0 1 0 0,-1 0 0 0 0,-18 6-1 0 0,73-17-215 0 0,27-21 323 0 0,90-46-1 0 0,21-8 36 0 0,-70 27 175 0 0,-95 47-246 0 0,0 1 1 0 0,1 0 0 0 0,22-1-1 0 0,-16 1-21 0 0,24-5 79 0 0,55-19 0 0 0,-20 4-75 0 0,-54 16-28 0 0,-1-2 0 0 0,29-15 0 0 0,14-5-129 0 0,27-5-247 0 0,-93 34 421 0 0,1 0 1 0 0,-1 0 0 0 0,1 0-1 0 0,-1 1 1 0 0,1 0-1 0 0,8 0 1 0 0,-6 0 6 0 0,-7 0-87 0 0,0 0 0 0 0,0 0 0 0 0,1 0 0 0 0,-1 0 0 0 0,0 0 0 0 0,0 0 0 0 0,0 0-1 0 0,0-1 1 0 0,1 1 0 0 0,-1 0 0 0 0,0 0 0 0 0,0 0 0 0 0,0 0 0 0 0,0 0 0 0 0,1 0 0 0 0,-1 0 0 0 0,0 1 0 0 0,0-1-1 0 0,0 0 1 0 0,0 0 0 0 0,1 0 0 0 0,-1 0 0 0 0,0 0 0 0 0,0 0 0 0 0,0 0 0 0 0,0 0 0 0 0,0 0 0 0 0,0 0 0 0 0,1 0 0 0 0,-1 1-1 0 0,0-1 1 0 0,0 0 0 0 0,0 0 0 0 0,0 0 0 0 0,0 0 0 0 0,0 0 0 0 0,0 1 0 0 0,0-1 0 0 0,1 0 0 0 0,-1 0 0 0 0,0 0-1 0 0,0 0 1 0 0,0 0 0 0 0,0 1 0 0 0,0-1 0 0 0,0 0 0 0 0,0 0 0 0 0,0 0 0 0 0,0 1 0 0 0,-11 5-3520 0 0,-4-3-631 0 0,15-4 4017 0 0,0 0 0 0 0,0 1 1 0 0,0-1-1 0 0,0 0 0 0 0,0 1 0 0 0,0-1 0 0 0,1 0 0 0 0,-1 1 0 0 0,0-1 0 0 0,0 1 0 0 0,1-1 0 0 0,-1 0 0 0 0,0 1 0 0 0,0-1 1 0 0,1 1-1 0 0,-1-1 0 0 0,1 1 0 0 0,-1-1 0 0 0,1 0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445 123 2252 0 0,'0'0'6052'0'0,"19"-22"-3763"0"0,-18 21-2213 0 0,-1 0 0 0 0,1 0 0 0 0,-1 1 0 0 0,0-1 0 0 0,1 0 1 0 0,-1 0-1 0 0,0 0 0 0 0,0 0 0 0 0,0 0 0 0 0,0 0 0 0 0,1 0 0 0 0,-2 0 0 0 0,1 0 0 0 0,0 0 0 0 0,0 0 0 0 0,0 0 1 0 0,0 0-1 0 0,0 0 0 0 0,-1 1 0 0 0,1-1 0 0 0,-1-2 0 0 0,-15-18 597 0 0,14 19-627 0 0,0 0-1 0 0,0-1 1 0 0,0 1-1 0 0,0-1 1 0 0,1 0-1 0 0,-1 0 0 0 0,-1-2 1 0 0,3 3-3 0 0,-1 0-1 0 0,1 1 1 0 0,-1-1-1 0 0,0 0 1 0 0,0 1 0 0 0,0-1-1 0 0,0 1 1 0 0,0 0-1 0 0,0-1 1 0 0,0 1 0 0 0,0 0-1 0 0,-1 0 1 0 0,1-1 0 0 0,-1 1-1 0 0,1 0 1 0 0,0 0-1 0 0,-3 0 1 0 0,0-1-13 0 0,0 0 1 0 0,0 1-1 0 0,0 0 0 0 0,0 0 1 0 0,0 0-1 0 0,-1 0 0 0 0,-4 1 1 0 0,-9 0 58 0 0,1 0 1 0 0,-32 6 0 0 0,38-4 90 0 0,-46 3 758 0 0,56-5-865 0 0,-10 25-340 0 0,-8 16 301 0 0,-1-1 0 0 0,-40 56-1 0 0,30-49-65 0 0,-8 3 11 0 0,25-34 18 0 0,-16 25 0 0 0,28-41 1 0 0,1 0 0 0 0,0 1 0 0 0,0-1-1 0 0,0 0 1 0 0,0 0 0 0 0,0 0-1 0 0,0 0 1 0 0,0 0 0 0 0,0 1 0 0 0,0-1-1 0 0,0 0 1 0 0,0 0 0 0 0,0 0-1 0 0,0 0 1 0 0,0 1 0 0 0,0-1 0 0 0,0 0-1 0 0,0 0 1 0 0,0 0 0 0 0,0 0-1 0 0,1 0 1 0 0,-1 0 0 0 0,0 1 0 0 0,0-1-1 0 0,0 0 1 0 0,0 0 0 0 0,0 0-1 0 0,0 0 1 0 0,0 0 0 0 0,0 0 0 0 0,0 0-1 0 0,1 1 1 0 0,-1-1 0 0 0,0 0-1 0 0,0 0 1 0 0,0 0 0 0 0,0 0 0 0 0,0 0-1 0 0,1 0 1 0 0,-1 0 0 0 0,0 0-1 0 0,0 0 1 0 0,0 0 0 0 0,0 0 0 0 0,13 2-38 0 0,18-1-37 0 0,-25-1 10 0 0,35 2-161 0 0,64 11 0 0 0,-59-6-284 0 0,13 4-259 0 0,-53-10 741 0 0,0 1 0 0 0,0 0 0 0 0,-1 0 1 0 0,1 0-1 0 0,-1 1 0 0 0,0 0 1 0 0,9 6-1 0 0,-12-8-144 0 0,3 4 777 0 0,-5-5-587 0 0,0 0 0 0 0,0 1 0 0 0,0-1 0 0 0,0 0 0 0 0,0 0 0 0 0,0 0 0 0 0,0 0 0 0 0,0 0 0 0 0,0 1 0 0 0,0-1 0 0 0,0 0 0 0 0,0 0 0 0 0,-1 0 0 0 0,1 0 0 0 0,0 0 0 0 0,0 0 0 0 0,0 1 0 0 0,0-1 0 0 0,0 0 0 0 0,0 0 0 0 0,0 0 0 0 0,0 0 0 0 0,0 0 0 0 0,-1 0 0 0 0,1 0 0 0 0,0 0 0 0 0,0 0 0 0 0,0 0 0 0 0,0 0 0 0 0,0 1 0 0 0,0-1 0 0 0,-1 0 0 0 0,1 0 0 0 0,0 0 0 0 0,0 0 0 0 0,0 0 0 0 0,0 0 0 0 0,0 0 0 0 0,-1 0 0 0 0,1 0 0 0 0,0 0 0 0 0,0 0 0 0 0,0 0 0 0 0,0 0 0 0 0,0 0 0 0 0,0-1 0 0 0,-1 1 0 0 0,1 0 0 0 0,0 0 0 0 0,0 0 0 0 0,0 0 0 0 0,-1 0 195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219 16 420 0 0,'0'0'8951'0'0,"-4"-3"-8765"0"0,3 1-176 0 0,0 1 0 0 0,0 0 1 0 0,-1 0-1 0 0,1 0 0 0 0,0 0 0 0 0,-1 1 0 0 0,1-1 1 0 0,-1 0-1 0 0,1 0 0 0 0,-1 1 0 0 0,1-1 0 0 0,-1 1 1 0 0,1-1-1 0 0,-1 1 0 0 0,1 0 0 0 0,-3 0 0 0 0,1 0-1 0 0,0 0-1 0 0,0 1 0 0 0,1 0 1 0 0,-1 0-1 0 0,0-1 0 0 0,1 2 0 0 0,-1-1 1 0 0,1 0-1 0 0,-1 0 0 0 0,-3 4 1 0 0,-47 28 25 0 0,25-17-24 0 0,-40 33 1 0 0,68-49-24 0 0,-1 0-1 0 0,1 0 1 0 0,-1 1-1 0 0,1-1 1 0 0,0 0 0 0 0,-1 0-1 0 0,1 1 1 0 0,0-1-1 0 0,-1 0 1 0 0,1 1 0 0 0,0-1-1 0 0,-1 0 1 0 0,1 1 0 0 0,0-1-1 0 0,0 0 1 0 0,-1 1-1 0 0,1-1 1 0 0,0 1 0 0 0,0-1-1 0 0,0 0 1 0 0,0 1 0 0 0,0-1-1 0 0,-1 1 1 0 0,1-1-1 0 0,0 1 1 0 0,0-1 0 0 0,0 0-1 0 0,0 1 1 0 0,0 0 0 0 0,12 1-203 0 0,20-10-409 0 0,35-24-552 0 0,-32 16 1006 0 0,37-23 1 0 0,-106 65 2735 0 0,-39 28-1969 0 0,66-51-502 0 0,-17 11 267 0 0,23-13-381 0 0,0-1-1 0 0,0 1 0 0 0,1 0 1 0 0,-1-1-1 0 0,0 1 0 0 0,0 0 1 0 0,0 0-1 0 0,0-1 0 0 0,1 1 1 0 0,-1 0-1 0 0,0 0 0 0 0,1 0 0 0 0,-1 0 1 0 0,1 0-1 0 0,-1 0 0 0 0,1 0 1 0 0,-1 1-1 0 0,1-1 14 0 0,0-1 1 0 0,1 1-1 0 0,-1-1 1 0 0,0 0-1 0 0,0 1 1 0 0,1-1-1 0 0,-1 1 1 0 0,0-1-1 0 0,1 0 1 0 0,-1 1-1 0 0,0-1 1 0 0,1 0-1 0 0,-1 1 1 0 0,1-1-1 0 0,-1 0 1 0 0,0 0-1 0 0,1 1 1 0 0,-1-1-1 0 0,1 0 1 0 0,-1 0-1 0 0,1 0 1 0 0,-1 0-1 0 0,1 0 0 0 0,-1 1 1 0 0,1-1-1 0 0,-1 0 1 0 0,1 0-1 0 0,-1 0 1 0 0,1-1-1 0 0,20 2-56 0 0,-17-1-35 0 0,9-1-239 0 0,0 0 0 0 0,0-1 0 0 0,0-1 0 0 0,20-6 0 0 0,7-1-165 0 0,-38 10 502 0 0,-1 0 64 0 0,-10 0 322 0 0,-6 4 5 0 0,0 1-1 0 0,1 0 1 0 0,-21 11 0 0 0,6-2 106 0 0,12-8-226 0 0,12-5-111 0 0,0 1 0 0 0,1 0 0 0 0,-1 0 0 0 0,1 0 1 0 0,-1 1-1 0 0,-4 3 0 0 0,9-6-172 0 0,0 0-1 0 0,0 1 1 0 0,0-1 0 0 0,0 0-1 0 0,0 1 1 0 0,1-1 0 0 0,-1 0-1 0 0,0 1 1 0 0,0-1 0 0 0,0 0-1 0 0,0 0 1 0 0,1 1 0 0 0,-1-1-1 0 0,0 0 1 0 0,0 0 0 0 0,1 1-1 0 0,-1-1 1 0 0,0 0 0 0 0,0 0-1 0 0,1 0 1 0 0,-1 1 0 0 0,0-1-1 0 0,1 0 1 0 0,-1 0 0 0 0,0 0-1 0 0,1 0 1 0 0,-1 0 0 0 0,0 0-1 0 0,1 0 1 0 0,-1 0 0 0 0,0 0-1 0 0,1 0 1 0 0,-1 0 0 0 0,0 0-1 0 0,1 0 1 0 0,0 0 0 0 0,15 3 49 0 0,109-3-1607 0 0,-125 0 1575 0 0,0 0 0 0 0,0 0 1 0 0,1 0-1 0 0,-1 0 0 0 0,0 1 1 0 0,0-1-1 0 0,0 0 0 0 0,0 0 1 0 0,0 0-1 0 0,0 0 0 0 0,0 0 1 0 0,0 0-1 0 0,1 0 1 0 0,-1 0-1 0 0,0 0 0 0 0,0 1 1 0 0,0-1-1 0 0,0 0 0 0 0,0 0 1 0 0,0 0-1 0 0,0 0 0 0 0,0 0 1 0 0,0 0-1 0 0,0 0 1 0 0,0 1-1 0 0,0-1 0 0 0,0 0 1 0 0,0 0-1 0 0,0 0 0 0 0,0 0 1 0 0,0 0-1 0 0,0 0 0 0 0,0 1 1 0 0,0-1-1 0 0,0 0 0 0 0,0 0 1 0 0,0 0-1 0 0,0 0 1 0 0,0 0-1 0 0,0 0 0 0 0,0 0 1 0 0,0 1-1 0 0,-1-1 0 0 0,1 0 1 0 0,0 0-1 0 0,0 0 0 0 0,0 0 1 0 0,0 0-1 0 0,0 0 0 0 0,0 0 1 0 0,0 0-1 0 0,0 0 1 0 0,0 0-1 0 0,-1 0 0 0 0,1 1 1 0 0,0-1-1 0 0,0 0 0 0 0,-5 5 125 0 0,-74 44 1340 0 0,78-48-1481 0 0,0-1-1 0 0,1 1 0 0 0,-1-1 0 0 0,0 1 1 0 0,1-1-1 0 0,-1 1 0 0 0,1-1 1 0 0,-1 1-1 0 0,1 0 0 0 0,-1-1 0 0 0,1 1 1 0 0,-1 0-1 0 0,1-1 0 0 0,-1 1 0 0 0,1 0 1 0 0,0 0-1 0 0,0-1 0 0 0,-1 1 0 0 0,1 0 1 0 0,0 0-1 0 0,0-1 0 0 0,0 1 1 0 0,0 0-1 0 0,0 0 0 0 0,0 0 0 0 0,0-1 1 0 0,0 1-1 0 0,0 1 0 0 0,1-1 10 0 0,0 0 0 0 0,0 1 0 0 0,0-1 0 0 0,-1 0 0 0 0,1 0-1 0 0,0-1 1 0 0,1 1 0 0 0,-1 0 0 0 0,0 0 0 0 0,0 0 0 0 0,0-1 0 0 0,0 1-1 0 0,1 0 1 0 0,1 0 0 0 0,6 2 33 0 0,-1-1 0 0 0,1 0 1 0 0,-1 0-1 0 0,11 0 0 0 0,49-1 141 0 0,-67-1-96 0 0,-10 16 2539 0 0,8-16-2629 0 0,0 0 0 0 0,1 0 0 0 0,-1 0 0 0 0,1 1 0 0 0,-1-1 0 0 0,1 0 0 0 0,-1 1 0 0 0,1-1 0 0 0,-1 1 0 0 0,1-1 1 0 0,-1 0-1 0 0,1 1 0 0 0,0-1 0 0 0,-1 1 0 0 0,1-1 0 0 0,0 1 0 0 0,-1 0 0 0 0,1-1 0 0 0,0 1 0 0 0,-1-1 0 0 0,1 1 0 0 0,0-1 1 0 0,0 1-1 0 0,0 0 0 0 0,0-1 0 0 0,0 1 0 0 0,0 0 0 0 0,0 0 10 0 0,0 0 0 0 0,1 0 0 0 0,-1 0 0 0 0,1 0 0 0 0,-1 0 1 0 0,1-1-1 0 0,0 1 0 0 0,-1 0 0 0 0,1 0 0 0 0,0 0 0 0 0,-1-1 0 0 0,1 1 0 0 0,0-1 0 0 0,0 1 1 0 0,1 0-1 0 0,7 4-92 0 0,0 0 0 0 0,17 5 0 0 0,-15-6-462 0 0,5 3-389 0 0,-12-5-869 0 0,-82-36-8410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3 484 0 0,'0'0'3056'0'0,"23"-2"3233"0"0,-17 2-5860 0 0,0 1-408 0 0,1 1 0 0 0,0 0 0 0 0,-1 0 0 0 0,1 1 0 0 0,-1 0 0 0 0,0 0 0 0 0,0 0 0 0 0,0 1 0 0 0,0 0 0 0 0,10 9 0 0 0,6 3 238 0 0,21 15-110 0 0,45 42 0 0 0,-51-41-91 0 0,-9-8-80 0 0,2 0 1 0 0,0-2 0 0 0,2-1-1 0 0,65 32 1 0 0,-85-48 18 0 0,-4-1 3 0 0,1-1 0 0 0,-1 0 0 0 0,1 0 0 0 0,8 1 0 0 0,0-1-38 0 0,0-1 1 0 0,18 0 0 0 0,-10-2-35 0 0,-2 1-95 0 0,0-2 0 0 0,-1 0 0 0 0,24-5 0 0 0,-45 6 171 0 0,-1 0-1 0 0,1 0 1 0 0,-1 0 0 0 0,1 0-1 0 0,0 0 1 0 0,-1 0-1 0 0,1 0 1 0 0,-1 0-1 0 0,1 0 1 0 0,0 0-1 0 0,-1 0 1 0 0,1-1 0 0 0,-1 1-1 0 0,1 0 1 0 0,-1 0-1 0 0,1-1 1 0 0,-1 1-1 0 0,1 0 1 0 0,-1-1 0 0 0,1 1-1 0 0,-1 0 1 0 0,1-1-1 0 0,-1 1 1 0 0,0-1-1 0 0,1 1 1 0 0,-1-1-1 0 0,1 1 1 0 0,-1-1 0 0 0,0 1-1 0 0,0-1 1 0 0,1 1-1 0 0,-1-1 1 0 0,0 1-1 0 0,0-1 1 0 0,0 0 0 0 0,0 1-1 0 0,0-1 1 0 0,1 1-1 0 0,-1-1 1 0 0,0 0-1 0 0,0 1 1 0 0,-1-1-1 0 0,1 1 1 0 0,0-1 0 0 0,0 0-1 0 0,0 1 1 0 0,0-1-1 0 0,0 1 1 0 0,-1-2-1 0 0,-1-13-1126 0 0,2 14 1101 0 0,-1 1-1 0 0,1-1 1 0 0,0 0 0 0 0,-1 1-1 0 0,1-1 1 0 0,0 1 0 0 0,-1 0 0 0 0,1-1-1 0 0,-1 1 1 0 0,1-1 0 0 0,-1 1 0 0 0,1 0-1 0 0,-1-1 1 0 0,0 1 0 0 0,1 0-1 0 0,-1-1 1 0 0,1 1 0 0 0,-1 0 0 0 0,0 0-1 0 0,1 0 1 0 0,-1 0 0 0 0,1 0 0 0 0,-1 0-1 0 0,0-1 1 0 0,1 1 0 0 0,-1 1 0 0 0,0-1-1 0 0,1 0 1 0 0,-1 0 0 0 0,0 0-1 0 0,0 0 1 0 0,-22 4-15 0 0,-27 17 120 0 0,31-12 29 0 0,0-1-1 0 0,-34 10 1 0 0,15-8-108 0 0,29-6 62 0 0,0-1-1 0 0,1-1 1 0 0,-1 0-1 0 0,0 0 1 0 0,-1-1-1 0 0,1 0 1 0 0,0 0-1 0 0,0-1 1 0 0,-17-2-1 0 0,22 1-35 0 0,1 0 0 0 0,-1-1 0 0 0,1 1 1 0 0,0-1-1 0 0,-1 0 0 0 0,1 0 0 0 0,0 0 0 0 0,0-1 0 0 0,0 1 0 0 0,-4-6 0 0 0,-27-32-34 0 0,26 28 45 0 0,7 11-39 0 0,-3-5 37 0 0,0 0-1 0 0,-1 0 1 0 0,1 1 0 0 0,-1 0 0 0 0,0 0-1 0 0,-1 0 1 0 0,1 0 0 0 0,-1 1 0 0 0,0 0-1 0 0,0 0 1 0 0,0 0 0 0 0,-14-5 0 0 0,-27-4 279 0 0,35 10-335 0 0,1 0 1 0 0,-1-1-1 0 0,-16-7 0 0 0,24 9-6 0 0,0-1-1 0 0,0 1 0 0 0,0-1 0 0 0,0 0 0 0 0,1 0 0 0 0,-1-1 1 0 0,1 1-1 0 0,0-1 0 0 0,0 1 0 0 0,0-1 0 0 0,0 0 0 0 0,-3-7 1 0 0,-2-3 11 0 0,-1 0-1 0 0,-1 1 1 0 0,0 0 0 0 0,-1 0 0 0 0,0 1 0 0 0,-25-21 0 0 0,19 27-43 0 0,-3-4-255 0 0,20 10 290 0 0,28 8-1766 0 0,-13 0-2375 0 0,-21-10 1849 0 0,-35-14 701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297 325 1164 0 0,'4'-2'13963'0'0,"-88"-14"-13195"0"0,73 13-604 0 0,0 1-1 0 0,0-1 1 0 0,1-1-1 0 0,-1 0 1 0 0,1-1-1 0 0,0 0 0 0 0,0 0 1 0 0,1-1-1 0 0,-15-11 1 0 0,20 13-128 0 0,0 0 0 0 0,0 0 0 0 0,0-1 1 0 0,1 1-1 0 0,0-1 0 0 0,-5-8 1 0 0,7 10-41 0 0,-1 1 0 0 0,1-1 1 0 0,0 0-1 0 0,0 0 1 0 0,0 0-1 0 0,0 0 0 0 0,1 0 1 0 0,-1 0-1 0 0,1 0 0 0 0,0-1 1 0 0,0 1-1 0 0,0 0 1 0 0,0-5-1 0 0,2 5-29 0 0,-1 0-1 0 0,1 0 1 0 0,-1-1-1 0 0,1 1 1 0 0,0 1-1 0 0,0-1 1 0 0,0 0 0 0 0,1 0-1 0 0,-1 1 1 0 0,0-1-1 0 0,1 1 1 0 0,4-3 0 0 0,36-22-311 0 0,-27 22 343 0 0,-1 0-1 0 0,1 1 1 0 0,0 0 0 0 0,1 2 0 0 0,-1 0 0 0 0,19 0-1 0 0,-10 0-30 0 0,-20 1 15 0 0,4 0-22 0 0,0 1 1 0 0,0-1 0 0 0,0 1-1 0 0,17 3 1 0 0,-25-2 29 0 0,1 0 1 0 0,0 0 0 0 0,-1 0-1 0 0,1 0 1 0 0,-1 1-1 0 0,1-1 1 0 0,-1 0-1 0 0,1 1 1 0 0,-1-1-1 0 0,0 1 1 0 0,0-1-1 0 0,0 1 1 0 0,0 0 0 0 0,0 0-1 0 0,1 3 1 0 0,11 28 0 0 0,-12-29 18 0 0,1 1-1 0 0,-1 0 0 0 0,0-1 1 0 0,0 1-1 0 0,-1 0 0 0 0,1 0 1 0 0,-1 0-1 0 0,0 0 0 0 0,0 0 1 0 0,-1 0-1 0 0,1-1 0 0 0,-1 1 1 0 0,0 0-1 0 0,0 0 1 0 0,-1-1-1 0 0,0 1 0 0 0,1-1 1 0 0,-2 1-1 0 0,1-1 0 0 0,0 0 1 0 0,-1 1-1 0 0,0-1 0 0 0,0-1 1 0 0,0 1-1 0 0,0 0 0 0 0,-1-1 1 0 0,1 1-1 0 0,-5 2 1 0 0,1 0 17 0 0,0 1 1 0 0,0-2 0 0 0,0 1-1 0 0,-1-1 1 0 0,0 0 0 0 0,0 0 0 0 0,0-1-1 0 0,0 0 1 0 0,-1-1 0 0 0,0 0 0 0 0,-11 3-1 0 0,0-3 87 0 0,0-1 0 0 0,0 0 0 0 0,-33-2 0 0 0,48 0-92 0 0,-1-1 0 0 0,1 0-1 0 0,-1 0 1 0 0,1 0 0 0 0,-1-1 0 0 0,1 0 0 0 0,0 0 0 0 0,0 0 0 0 0,0 0-1 0 0,0-1 1 0 0,0 0 0 0 0,1 0 0 0 0,-1 0 0 0 0,1 0 0 0 0,0-1-1 0 0,0 0 1 0 0,0 0 0 0 0,-4-5 0 0 0,4 4-37 0 0,0-1 1 0 0,0 0-1 0 0,0 0 0 0 0,0 0 1 0 0,1 0-1 0 0,0-1 1 0 0,1 0-1 0 0,-1 1 0 0 0,1-1 1 0 0,1 0-1 0 0,-1 0 1 0 0,1 0-1 0 0,-1-13 0 0 0,3 17-15 0 0,-1 1 0 0 0,1-1 0 0 0,0 0 0 0 0,-1 1 0 0 0,1-1 0 0 0,0 1 0 0 0,1-1 0 0 0,-1 1 0 0 0,0-1 0 0 0,1 1 0 0 0,-1 0 0 0 0,1 0 0 0 0,0 0 0 0 0,0 0 0 0 0,-1 0 0 0 0,2 0-1 0 0,-1 0 1 0 0,0 1 0 0 0,0-1 0 0 0,4-1 0 0 0,7-5-53 0 0,0 1-1 0 0,20-8 0 0 0,-25 12 61 0 0,9-5-45 0 0,1 1-1 0 0,1 0 1 0 0,-1 2 0 0 0,1 0-1 0 0,0 1 1 0 0,0 1 0 0 0,27-1-1 0 0,-43 5 58 0 0,1 0 0 0 0,-1 0 0 0 0,0 0 0 0 0,0 0 0 0 0,0 0 1 0 0,1 1-1 0 0,-1 0 0 0 0,0-1 0 0 0,-1 1 0 0 0,1 0 0 0 0,0 0 0 0 0,-1 1 0 0 0,1-1 0 0 0,3 5 0 0 0,-2-3 11 0 0,-1-1 0 0 0,1 2-1 0 0,-1-1 1 0 0,0 0 0 0 0,-1 1 0 0 0,1-1-1 0 0,-1 1 1 0 0,1 0 0 0 0,0 5-1 0 0,-2-6 19 0 0,0 0 0 0 0,0 1-1 0 0,-1-1 1 0 0,0 1-1 0 0,0 0 1 0 0,0-1 0 0 0,0 1-1 0 0,-1-1 1 0 0,0 1-1 0 0,0-1 1 0 0,0 0 0 0 0,0 1-1 0 0,-1-1 1 0 0,0 0-1 0 0,0 0 1 0 0,-3 5-1 0 0,0-1-5 0 0,-1-1 0 0 0,0 1-1 0 0,0-1 1 0 0,-1-1-1 0 0,0 1 1 0 0,-15 9 0 0 0,16-11-4 0 0,-7 4 41 0 0,-1 1 0 0 0,-20 10 0 0 0,31-19-22 0 0,0 1 0 0 0,0-1 1 0 0,-1 0-1 0 0,1 0 0 0 0,0 0 0 0 0,0 0 0 0 0,-1 0 1 0 0,1-1-1 0 0,0 1 0 0 0,-1-1 0 0 0,1 0 0 0 0,0 0 0 0 0,-1 0 1 0 0,1 0-1 0 0,-1-1 0 0 0,1 1 0 0 0,0-1 0 0 0,-5-2 1 0 0,5 1-4 0 0,-1 0 0 0 0,1-1 1 0 0,0 1-1 0 0,0-1 0 0 0,0 0 1 0 0,0 0-1 0 0,1 0 0 0 0,-1 0 1 0 0,1-1-1 0 0,-3-5 0 0 0,0 2-14 0 0,1-1 0 0 0,1 0 0 0 0,-5-16-1 0 0,5 13-47 0 0,1-1-1 0 0,0 1 1 0 0,0-1-1 0 0,2 1 0 0 0,0-24 1 0 0,1 33 13 0 0,-1-1 0 0 0,1 1 0 0 0,0-1 0 0 0,0 1-1 0 0,0-1 1 0 0,0 1 0 0 0,1 0 0 0 0,-1-1 0 0 0,1 1 0 0 0,-1 0 0 0 0,1 0 0 0 0,0 0 0 0 0,-1 0 0 0 0,1 0 0 0 0,0 1-1 0 0,0-1 1 0 0,1 0 0 0 0,-1 1 0 0 0,0 0 0 0 0,0-1 0 0 0,1 1 0 0 0,-1 0 0 0 0,1 0 0 0 0,3 0 0 0 0,2-2-36 0 0,1 0 0 0 0,0 1 0 0 0,0 1 0 0 0,0-1 0 0 0,16 1 0 0 0,-20 1 36 0 0,0 0 0 0 0,-1 0-1 0 0,1 1 1 0 0,0 0 0 0 0,0 0 0 0 0,0 0 0 0 0,-1 1-1 0 0,1-1 1 0 0,0 1 0 0 0,-1 0 0 0 0,6 3-1 0 0,-8-3 26 0 0,1 0-1 0 0,0 1 0 0 0,0-1 1 0 0,-1 0-1 0 0,0 1 0 0 0,1 0 1 0 0,-1-1-1 0 0,0 1 0 0 0,0 0 1 0 0,-1 0-1 0 0,1 0 0 0 0,0 0 1 0 0,-1 1-1 0 0,0-1 0 0 0,0 0 1 0 0,1 7-1 0 0,0-5 22 0 0,-2 1-1 0 0,1-1 0 0 0,0 1 1 0 0,-1-1-1 0 0,0 1 1 0 0,-1-1-1 0 0,1 1 1 0 0,-1-1-1 0 0,-3 10 0 0 0,4-13-20 0 0,-1 0 0 0 0,0 0 0 0 0,0 0 0 0 0,0 0 0 0 0,0 0 0 0 0,0 0 0 0 0,0-1 0 0 0,-1 1 0 0 0,1-1 0 0 0,-1 1 0 0 0,1-1 0 0 0,-1 1 0 0 0,0-1 0 0 0,1 0 0 0 0,-1 0 0 0 0,0 1 0 0 0,0-1-1 0 0,0-1 1 0 0,0 1 0 0 0,0 0 0 0 0,0 0 0 0 0,0-1 0 0 0,0 1 0 0 0,0-1 0 0 0,0 0 0 0 0,0 1 0 0 0,0-1 0 0 0,-4 0 0 0 0,4 0-2 0 0,-1 0 1 0 0,0 0-1 0 0,0 0 0 0 0,0 0 1 0 0,0-1-1 0 0,0 1 0 0 0,0-1 1 0 0,0 1-1 0 0,1-1 1 0 0,-1 0-1 0 0,0 0 0 0 0,0 0 1 0 0,1-1-1 0 0,-1 1 0 0 0,1-1 1 0 0,-1 1-1 0 0,1-1 1 0 0,0 0-1 0 0,0 0 0 0 0,-1 0 1 0 0,1 0-1 0 0,1 0 0 0 0,-1-1 1 0 0,0 1-1 0 0,0-1 1 0 0,1 1-1 0 0,0-1 0 0 0,-1 1 1 0 0,1-1-1 0 0,0 0 0 0 0,0 0 1 0 0,0 1-1 0 0,1-1 1 0 0,-1 0-1 0 0,1 0 0 0 0,-1 0 1 0 0,1 0-1 0 0,0-3 0 0 0,1 6-46 0 0,0-1 0 0 0,-1 0 0 0 0,1 0 0 0 0,0 1 0 0 0,0-1-1 0 0,0 0 1 0 0,-1 1 0 0 0,1-1 0 0 0,0 1 0 0 0,0 0 0 0 0,0-1-1 0 0,0 1 1 0 0,0-1 0 0 0,0 1 0 0 0,0 0 0 0 0,0 0-1 0 0,0 0 1 0 0,0 0 0 0 0,0-1 0 0 0,2 2 0 0 0,24-3 25 0 0,-16 1 17 0 0,8 2-201 0 0,-18-1 227 0 0,-1 0 0 0 0,1 0 0 0 0,0 1 1 0 0,-1-1-1 0 0,1 0 0 0 0,-1 1 0 0 0,0-1 1 0 0,1 0-1 0 0,-1 1 0 0 0,1-1 0 0 0,-1 1 1 0 0,0-1-1 0 0,1 1 0 0 0,-1-1 0 0 0,0 1 1 0 0,1-1-1 0 0,-1 1 0 0 0,0-1 1 0 0,0 1-1 0 0,1-1 0 0 0,-1 1 0 0 0,0-1 1 0 0,0 1-1 0 0,0 0 0 0 0,0-1 0 0 0,0 1 1 0 0,0-1-1 0 0,0 1 0 0 0,0 1 0 0 0,-1-1-15 0 0,1-1-1 0 0,-1 1 0 0 0,0 0 1 0 0,0 0-1 0 0,0 0 0 0 0,0-1 0 0 0,0 1 1 0 0,0 0-1 0 0,0-1 0 0 0,0 1 0 0 0,0-1 1 0 0,0 1-1 0 0,0-1 0 0 0,0 0 1 0 0,0 1-1 0 0,-2-1 0 0 0,-20 6-168 0 0,22-6 161 0 0,-4 0-15 0 0,-1 1-1 0 0,0-1 1 0 0,1 1 0 0 0,-1-2 0 0 0,-10 0-1 0 0,16 0-4 0 0,-1 1 0 0 0,1 0-1 0 0,0 0 1 0 0,-1-1 0 0 0,1 1 0 0 0,0 0-1 0 0,0-1 1 0 0,-1 1 0 0 0,1 0-1 0 0,0-1 1 0 0,0 1 0 0 0,-1 0-1 0 0,1-1 1 0 0,0 1 0 0 0,0-1-1 0 0,0 1 1 0 0,0 0 0 0 0,0-1 0 0 0,0 1-1 0 0,-1-1 1 0 0,1 1 0 0 0,0-1-1 0 0,0 1 1 0 0,0 0 0 0 0,0-1-1 0 0,1 1 1 0 0,-1-1 0 0 0,0 1-1 0 0,0-1 1 0 0,0 1 0 0 0,0 0 0 0 0,0-1-1 0 0,0 1 1 0 0,1-1 0 0 0,-1 1-1 0 0,0-1 1 0 0,9-12-921 0 0,-5 11 905 0 0,0-1 0 0 0,-1 0 1 0 0,1 0-1 0 0,-1 0 0 0 0,0 0 1 0 0,0 0-1 0 0,0-1 0 0 0,-1 1 1 0 0,1-1-1 0 0,3-8 0 0 0,-5 10 55 0 0,0-1-1 0 0,-1 1 1 0 0,1-1-1 0 0,-1 1 1 0 0,0-1 0 0 0,0 1-1 0 0,0-1 1 0 0,0 1-1 0 0,0-1 1 0 0,0 1-1 0 0,-1-1 1 0 0,0 1-1 0 0,1-1 1 0 0,-1 1 0 0 0,0-1-1 0 0,0 1 1 0 0,0 0-1 0 0,0 0 1 0 0,-1-1-1 0 0,-2-3 1 0 0,-19-28 109 0 0,22 33-141 0 0,4-7-651 0 0,-2 7 636 0 0,-1 0-1 0 0,0 0 0 0 0,0 0 1 0 0,1 1-1 0 0,-1-1 1 0 0,0 0-1 0 0,1 0 0 0 0,-1 1 1 0 0,1-1-1 0 0,-1 0 0 0 0,1 1 1 0 0,-1-1-1 0 0,1 0 1 0 0,0 1-1 0 0,-1-1 0 0 0,1 1 1 0 0,1-2-1 0 0,4-1 18 0 0,0 0 0 0 0,1 1 0 0 0,-1-1 0 0 0,1 1 0 0 0,-1 1 0 0 0,1-1 0 0 0,0 1 0 0 0,0 0-1 0 0,0 1 1 0 0,0-1 0 0 0,-1 2 0 0 0,1-1 0 0 0,0 1 0 0 0,0 0 0 0 0,0 0 0 0 0,-1 0 0 0 0,1 1 0 0 0,8 3 0 0 0,-13-3 23 0 0,0-1-1 0 0,0 0 1 0 0,0 1 0 0 0,0 0 0 0 0,0-1-1 0 0,-1 1 1 0 0,1 0 0 0 0,0 0 0 0 0,-1 0 0 0 0,0 0-1 0 0,1 0 1 0 0,-1 0 0 0 0,0 1 0 0 0,0-1-1 0 0,0 0 1 0 0,0 1 0 0 0,0-1 0 0 0,-1 1 0 0 0,1-1-1 0 0,-1 0 1 0 0,1 1 0 0 0,-1-1 0 0 0,0 1-1 0 0,0 0 1 0 0,-1 3 0 0 0,1-1 17 0 0,0 1-1 0 0,-1 0 1 0 0,0 0-1 0 0,0-1 1 0 0,-1 1 0 0 0,1-1-1 0 0,-1 1 1 0 0,0-1 0 0 0,-1 0-1 0 0,-4 8 1 0 0,2-6 30 0 0,-1-1 1 0 0,1 0-1 0 0,-1 0 1 0 0,-1 0 0 0 0,1-1-1 0 0,-1 0 1 0 0,0 0-1 0 0,0 0 1 0 0,0-1-1 0 0,-1 0 1 0 0,0-1-1 0 0,0 0 1 0 0,0 0-1 0 0,0 0 1 0 0,0-1 0 0 0,0 0-1 0 0,0-1 1 0 0,-1 0-1 0 0,1 0 1 0 0,-1-1-1 0 0,1 0 1 0 0,-1-1-1 0 0,1 1 1 0 0,0-2-1 0 0,-16-3 1 0 0,16 3-40 0 0,1-1 0 0 0,-1 1 0 0 0,1-1 1 0 0,0-1-1 0 0,0 0 0 0 0,0 0 0 0 0,0 0 0 0 0,1-1 0 0 0,0 1 0 0 0,0-2 1 0 0,0 1-1 0 0,0-1 0 0 0,-6-8 0 0 0,11 12-43 0 0,1 0 0 0 0,-1 0 0 0 0,0 0 1 0 0,1 0-1 0 0,0 0 0 0 0,-1 0 0 0 0,1 0 0 0 0,0-1 0 0 0,0 1 0 0 0,0 0 1 0 0,0 0-1 0 0,1 0 0 0 0,-1 0 0 0 0,1 0 0 0 0,-1 0 0 0 0,1 0 0 0 0,0 0 1 0 0,-1 0-1 0 0,1 0 0 0 0,0 0 0 0 0,0 0 0 0 0,0 0 0 0 0,1 1 1 0 0,-1-1-1 0 0,0 0 0 0 0,1 1 0 0 0,-1-1 0 0 0,1 1 0 0 0,2-2 0 0 0,-1 0-78 0 0,1-1 0 0 0,0 1-1 0 0,0 0 1 0 0,0 1 0 0 0,0-1-1 0 0,0 1 1 0 0,0 0 0 0 0,1 0-1 0 0,-1 0 1 0 0,1 0 0 0 0,7-1-1 0 0,35 3-7573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92 160 1088 0 0,'0'0'5735'0'0,"0"-3"-5189"0"0,1 0-308 0 0,-1 0 1 0 0,0 0-1 0 0,0 0 0 0 0,0 0 0 0 0,-1 0 0 0 0,1 0 0 0 0,-1 0 0 0 0,0 0 0 0 0,-1-4 0 0 0,0-14 430 0 0,3 19-514 0 0,-1 1-1 0 0,0-1 1 0 0,0 1-1 0 0,0-1 1 0 0,0 1-1 0 0,0-1 1 0 0,0 0-1 0 0,-1 1 1 0 0,1-1-1 0 0,0 1 1 0 0,-1-1 0 0 0,1 1-1 0 0,-1-1 1 0 0,0 1-1 0 0,-1-3 1 0 0,2 5-86 0 0,-1-1 1 0 0,0 0-1 0 0,0 1 1 0 0,1-1 0 0 0,-1 1-1 0 0,0-1 1 0 0,0 1-1 0 0,1-1 1 0 0,-1 1-1 0 0,0-1 1 0 0,1 1 0 0 0,-1 0-1 0 0,1-1 1 0 0,-1 1-1 0 0,1 0 1 0 0,-1-1 0 0 0,1 1-1 0 0,0 0 1 0 0,-1 0-1 0 0,1 0 1 0 0,-1 0 0 0 0,-12 26-179 0 0,11-23 243 0 0,-19 47-88 0 0,16-36-57 0 0,-1 0 1 0 0,-9 18-1 0 0,15-33 18 0 0,0 0 0 0 0,0-1 0 0 0,0 1 0 0 0,0 0 0 0 0,0 0 0 0 0,0 0 0 0 0,0 0 0 0 0,0 0-1 0 0,0 0 1 0 0,0 0 0 0 0,0 0 0 0 0,0 0 0 0 0,0 0 0 0 0,0 0 0 0 0,0 0 0 0 0,0-1 0 0 0,0 1 0 0 0,0 0-1 0 0,-1 0 1 0 0,1 0 0 0 0,0 0 0 0 0,0 0 0 0 0,0 0 0 0 0,0 0 0 0 0,0 0 0 0 0,0 0 0 0 0,0 0-1 0 0,0 0 1 0 0,0 0 0 0 0,0 0 0 0 0,0 0 0 0 0,0 0 0 0 0,0 0 0 0 0,0 0 0 0 0,0 0 0 0 0,0 0 0 0 0,-1-1-1 0 0,1 1 1 0 0,0 0 0 0 0,0 0 0 0 0,0 0 0 0 0,0 0 0 0 0,0 0 0 0 0,0 0 0 0 0,0 0 0 0 0,0 0 0 0 0,0 0-1 0 0,0 0 1 0 0,0 0 0 0 0,0 1 0 0 0,-1-1 0 0 0,1 0 0 0 0,0 0 0 0 0,0 0 0 0 0,0 0 0 0 0,0 0 0 0 0,0 0-1 0 0,0 0 1 0 0,0 0 0 0 0,0 0 0 0 0,-1-13-131 0 0,4-17-206 0 0,66-135-340 0 0,-69 184 671 0 0,1-8 89 0 0,0 0 0 0 0,-1 0 0 0 0,-1 0 0 0 0,1-1 0 0 0,-5 18 0 0 0,-2-5 6 0 0,3-11-128 0 0,0 0 1 0 0,-11 20 0 0 0,18-40 58 0 0,0 0 0 0 0,0-1 0 0 0,-1 1 0 0 0,0-1 0 0 0,0-11 0 0 0,5-56-51 0 0,-6 61 7 0 0,1-31-111 0 0,-3 42 95 0 0,-2 4 6 0 0,-5 23 1 0 0,-7 22-18 0 0,-18 66-143 0 0,29-81 384 0 0,7-49-333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4 1532 0 0,'0'0'7996'0'0,"-9"-4"-3925"0"0,82 17-4017 0 0,1-13 73 0 0,-50-1-184 0 0,-1 0 0 0 0,0 2 0 0 0,33 5 1 0 0,-40-1 16 0 0,0 1 1 0 0,0 1 0 0 0,0 0 0 0 0,-1 1 0 0 0,0 1 0 0 0,24 17 0 0 0,-31-20 16 0 0,20 15 11 0 0,29 29 1 0 0,-16-14-25 0 0,-49-33-115 0 0,0 0 0 0 0,0-1 0 0 0,0 1-1 0 0,-11 0 1 0 0,12-2 28 0 0,-3 1-72 0 0,8-2 128 0 0,1 0 1 0 0,-1 0 0 0 0,0 0 0 0 0,1 1 0 0 0,-1-1-1 0 0,0 0 1 0 0,1 1 0 0 0,-1 0 0 0 0,1-1 0 0 0,-1 1-1 0 0,1 0 1 0 0,-1 0 0 0 0,1 0 0 0 0,-3 1 0 0 0,-40 32-57 0 0,34-27 217 0 0,-40 32 72 0 0,46-35-177 0 0,0 0 0 0 0,0 0 0 0 0,0 1 0 0 0,0-1 0 0 0,1 1 0 0 0,-1 0 0 0 0,1 0 0 0 0,-3 7 0 0 0,5-10 45 0 0,0 0 0 0 0,0 0 0 0 0,-1 0 0 0 0,1 0 0 0 0,-1 0 0 0 0,1 0 0 0 0,-1-1 0 0 0,0 1 0 0 0,0 0 0 0 0,-3 1 0 0 0,4-2-42 0 0,1-1-13 0 0,0-1 0 0 0,0 1 0 0 0,0-1-1 0 0,0 1 1 0 0,-1-1 0 0 0,1 1 0 0 0,0 0 0 0 0,0-1 0 0 0,0 1 0 0 0,-1-1 0 0 0,1 1 0 0 0,0 0 0 0 0,0-1 0 0 0,-1 1 0 0 0,1-1 0 0 0,0 1 0 0 0,-1 0 0 0 0,1 0 0 0 0,-1-1 0 0 0,1 1 0 0 0,0 0-1 0 0,-1 0 1 0 0,1-1 0 0 0,-1 1 0 0 0,1 0 0 0 0,-1 0 0 0 0,1 0 0 0 0,0 0 0 0 0,-1-1 0 0 0,1 1 0 0 0,-1 0 0 0 0,1 0 0 0 0,-1 0 0 0 0,1 0 0 0 0,-1 0 0 0 0,1 0 0 0 0,-1 0 0 0 0,1 1 0 0 0,-1-1-1 0 0,1 0 1 0 0,-1 0 0 0 0,1 0 0 0 0,0 0 0 0 0,-1 1 0 0 0,1-1 0 0 0,-1 0 0 0 0,1 0 0 0 0,0 1 0 0 0,-1-1 0 0 0,1 0 0 0 0,-1 1 0 0 0,1-1 0 0 0,0 0 0 0 0,-1 1 0 0 0,-1 1-16 0 0,-6 5-247 0 0,8-7 285 0 0,0 0 0 0 0,0 0-1 0 0,0 0 1 0 0,0 0-1 0 0,0 0 1 0 0,0 0 0 0 0,0 1-1 0 0,0-1 1 0 0,0 0 0 0 0,0 0-1 0 0,0 0 1 0 0,0 0-1 0 0,0 0 1 0 0,0 0 0 0 0,0 1-1 0 0,0-1 1 0 0,0 0-1 0 0,0 0 1 0 0,0 0 0 0 0,0 0-1 0 0,0 0 1 0 0,0 1-1 0 0,0-1 1 0 0,0 0 0 0 0,0 0-1 0 0,0 0 1 0 0,0 0-1 0 0,0 0 1 0 0,1 0 0 0 0,-1 0-1 0 0,0 1 1 0 0,0-1 0 0 0,0 0-1 0 0,0 0 1 0 0,0 0-1 0 0,0 0 1 0 0,0 0 0 0 0,0 0-1 0 0,1 0 1 0 0,-1 0-1 0 0,0 0 1 0 0,0 0 0 0 0,0 0-1 0 0,0 0 1 0 0,0 0-1 0 0,1 0 1 0 0,-1 1 0 0 0,0-1-1 0 0,0 0 1 0 0,0 0-1 0 0,0 0 1 0 0,0 0 0 0 0,0-1-1 0 0,1 1 1 0 0,-1 0 0 0 0,0 0-1 0 0,0 0 1 0 0,0 0-1 0 0,0 0 1 0 0,2 0 529 0 0,-4 2-791 0 0,1 1 182 0 0,0-1 0 0 0,0 1 0 0 0,0 0 0 0 0,0-1 0 0 0,0 1 0 0 0,1 0 0 0 0,-1 3 1 0 0,1-6 115 0 0,-17 1 1390 0 0,8-2-4818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8 404 0 0,'-15'-7'11486'0'0,"16"7"-11474"0"0,0 0 0 0 0,-1 1 0 0 0,1-1 0 0 0,0 1 0 0 0,0-1 0 0 0,-1 1 0 0 0,1-1 0 0 0,-1 1 0 0 0,1-1 0 0 0,0 1 0 0 0,-1-1 0 0 0,1 1 0 0 0,-1 0 0 0 0,1-1 0 0 0,-1 1 0 0 0,1 0 0 0 0,-1-1 0 0 0,0 1 0 0 0,1 0 0 0 0,-1 0-1 0 0,0 0 1 0 0,0-1 0 0 0,0 1 0 0 0,1 0 0 0 0,-1 0 0 0 0,0 0 0 0 0,0-1 0 0 0,0 1 0 0 0,0 2 0 0 0,0 32 179 0 0,0-27-142 0 0,-1 5-21 0 0,-1 0-1 0 0,0 0 1 0 0,0 0-1 0 0,-2-1 1 0 0,-5 15-1 0 0,5-14-122 0 0,0 0 1 0 0,1-1-1 0 0,0 1 0 0 0,1 0 0 0 0,-1 17 1 0 0,3-21 308 0 0,-1-8-257 0 0,1-1 0 0 0,0 1 0 0 0,0 0 1 0 0,0 0-1 0 0,0-1 0 0 0,0 1 0 0 0,0 0 0 0 0,0 0 0 0 0,0-1 1 0 0,0 1-1 0 0,1 0 0 0 0,-1 0 0 0 0,0-1 0 0 0,0 1 0 0 0,1 0 0 0 0,-1-1 1 0 0,1 2-1 0 0,16-7-2185 0 0,-13 3 1579 0 0,-1 0 1 0 0,0 0-1 0 0,0-1 1 0 0,1 1-1 0 0,-2-1 1 0 0,5-4-1 0 0,3-3-3339 0 0,-9 8 3403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0 380 0 0,'-5'12'14184'0'0,"4"-7"-15199"0"0,2 18 1043 0 0,2-1 0 0 0,0 0 0 0 0,1 0 0 0 0,9 24 0 0 0,2 14 16 0 0,-6-36-3962 0 0,-3-39-873 0 0,-6 36-233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16 2408 0 0,'0'0'6760'0'0,"-3"-1"-6589"0"0,24-1 421 0 0,0 1 1 0 0,-1 1-1 0 0,34 4 0 0 0,-42-2-556 0 0,1-1 0 0 0,0-1 0 0 0,15 0 0 0 0,-1-1 1007 0 0,-27 0-1167 0 0,-1 0 1 0 0,1 0-1 0 0,0 0 0 0 0,0 0 1 0 0,0-1-1 0 0,-1 1 0 0 0,1 0 0 0 0,0 0 1 0 0,-1 0-1 0 0,1 0 0 0 0,-1 0 1 0 0,0 1-1 0 0,1-1 0 0 0,-1 0 0 0 0,0-1 1 0 0,0 1-140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6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158 6 424 0 0,'0'0'4987'0'0,"6"-1"-4507"0"0,3-1-279 0 0,3 0 4505 0 0,-35 16-4613 0 0,-40 31 0 0 0,44-31-144 0 0,6-4-120 0 0,6-6-55 0 0,0 1 1 0 0,1-1-1 0 0,0 1 1 0 0,0 1 0 0 0,0-1-1 0 0,0 1 1 0 0,1 0-1 0 0,0 0 1 0 0,-8 14-1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5 892 0 0,'0'0'4844'0'0,"6"-1"-4667"0"0,19-2 123 0 0,-25 3-262 0 0,0 0-1 0 0,0 0 1 0 0,0 0-1 0 0,0 1 0 0 0,0-1 1 0 0,1 0-1 0 0,-1 0 1 0 0,0 1-1 0 0,0-1 1 0 0,0 0-1 0 0,0 0 1 0 0,0 1-1 0 0,0-1 0 0 0,0 0 1 0 0,0 1-1 0 0,0-1 1 0 0,0 0-1 0 0,0 0 1 0 0,0 1-1 0 0,0-1 1 0 0,0 0-1 0 0,0 0 0 0 0,-1 1 1 0 0,1-1-1 0 0,0 0 1 0 0,0 0-1 0 0,0 1 1 0 0,0-1-1 0 0,0 0 1 0 0,-1 0-1 0 0,1 0 0 0 0,0 1 1 0 0,0-1-1 0 0,0 0 1 0 0,-1 0-1 0 0,1 0 1 0 0,0 0-1 0 0,0 0 1 0 0,0 1-1 0 0,-1-1 0 0 0,1 0 1 0 0,0 0-1 0 0,-11 12 427 0 0,-109 76 798 0 0,31-26-1357 0 0,82-56 44 0 0,-4 1-75 0 0,0 1-1 0 0,1 1 1 0 0,1-1 0 0 0,-1 1 0 0 0,1 1-1 0 0,1 0 1 0 0,-10 13 0 0 0,18-22-96 0 0,0 0 0 0 0,-1-1 0 0 0,1 1 0 0 0,0-1 0 0 0,0 1 0 0 0,0 0 0 0 0,-1-1 0 0 0,1 1 0 0 0,0-1 0 0 0,0 1 0 0 0,0 0 0 0 0,0-1 0 0 0,0 1 0 0 0,0 0 1 0 0,0-1-1 0 0,1 1 0 0 0,-1 0 0 0 0,0-1 0 0 0,0 1 0 0 0,0-1 0 0 0,1 1 0 0 0,-1-1 0 0 0,0 1 0 0 0,0 0 0 0 0,1-1 0 0 0,-1 1 0 0 0,1 0 0 0 0,7-1-1952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7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338 0 1100 0 0,'0'0'5645'0'0,"-20"17"-5375"0"0,-124 100 196 0 0,99-84-584 0 0,-26 23 22 0 0,63-49-103 0 0,0 1-1 0 0,1 0 1 0 0,0 0 0 0 0,0 0 0 0 0,1 1 0 0 0,-6 10 0 0 0,9-8-1862 0 0,3-5 421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263 1 680 0 0,'0'0'5757'0'0,"-19"13"-5396"0"0,-3 2-291 0 0,-97 73 121 0 0,97-70-256 0 0,-28 24-83 0 0,47-38 76 0 0,0-1-1 0 0,0 1 0 0 0,0 0 0 0 0,0-1 1 0 0,1 1-1 0 0,-1 0 0 0 0,1 1 0 0 0,0-1 0 0 0,0 0 1 0 0,-2 9-1 0 0,4 4-4352 0 0,0-13 3412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0 1000 0 0,'0'0'6240'0'0,"-2"2"-5930"0"0,0-1-225 0 0,-11 6 361 0 0,5-1 1003 0 0,5 1-3594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148 0 2368 0 0,'9'1'13462'0'0,"-10"3"-13444"0"0,1 1 0 0 0,-1-1 0 0 0,0 1 0 0 0,0-1-1 0 0,0 1 1 0 0,0-1 0 0 0,-1 0 0 0 0,0 1 0 0 0,0-1 0 0 0,-4 6-1 0 0,-32 40-3 0 0,5-7-13 0 0,15-15-10 0 0,12-20-32 0 0,1-1 0 0 0,-1 1 0 0 0,1 1 0 0 0,1-1 1 0 0,0 1-1 0 0,0 0 0 0 0,1 0 0 0 0,0 0 1 0 0,0 0-1 0 0,1 0 0 0 0,0 1 0 0 0,0 10 0 0 0,2 15 139 0 0,0-34-9 0 0,0 25-380 0 0,1-23 293 0 0,0 0 0 0 0,0 0 0 0 0,0 0 1 0 0,-1 0-1 0 0,1 0 0 0 0,-1 0 0 0 0,0 0 1 0 0,0 1-1 0 0,-1 4 0 0 0,1 11 413 0 0,-4-17-292 0 0,4-2-120 0 0,0 0 0 0 0,0 1 1 0 0,-1-1-1 0 0,1 0 0 0 0,0 0 1 0 0,0 1-1 0 0,0-1 0 0 0,1 0 1 0 0,-1 0-1 0 0,0 1 0 0 0,0-1 1 0 0,0 0-1 0 0,0 0 0 0 0,0 1 1 0 0,0-1-1 0 0,0 0 0 0 0,0 0 0 0 0,0 0 1 0 0,0 1-1 0 0,1-1 0 0 0,-1 0 1 0 0,0 0-1 0 0,0 0 0 0 0,0 1 1 0 0,1-1-1 0 0,-1 0 0 0 0,0 0 1 0 0,0 0-1 0 0,0 0 0 0 0,1 1 1 0 0,-1-1-1 0 0,0 0 0 0 0,0 0 1 0 0,0 0-1 0 0,1 0 0 0 0,-1 0 0 0 0,40-6 315 0 0,-37 5-338 0 0,0 0 1 0 0,1 0-1 0 0,-1 0 0 0 0,1 1 0 0 0,-1-1 1 0 0,1 1-1 0 0,-1-1 0 0 0,1 1 0 0 0,0 0 1 0 0,-1 1-1 0 0,1-1 0 0 0,-1 1 0 0 0,1-1 1 0 0,-1 1-1 0 0,1 0 0 0 0,-1 0 0 0 0,0 1 1 0 0,0-1-1 0 0,1 1 0 0 0,-1 0 1 0 0,4 2-1 0 0,24 19-17 0 0,-22-17 36 0 0,0 0-1 0 0,-1 1 1 0 0,0 0 0 0 0,12 12 0 0 0,6 3 471 0 0,-25-26-470 0 0,0 1 1 0 0,0-1 0 0 0,0 1 0 0 0,1 0-1 0 0,0 0 1 0 0,0-1 0 0 0,0 1 0 0 0,0 0-1 0 0,0 0 1 0 0,0 1 0 0 0,5-5 0 0 0,5-8 34 0 0,-3-1 1 0 0,0 0-1 0 0,-1-1 1 0 0,0 0 0 0 0,6-22-1 0 0,0 0-5 0 0,-11 28-11 0 0,-1 1 1 0 0,0-1-1 0 0,-1 1 0 0 0,0-1 1 0 0,-1 0-1 0 0,0 1 0 0 0,-1-13 1 0 0,0-9-239 0 0,1 27 191 0 0,1 0-1 0 0,-1 0 0 0 0,1 0 1 0 0,3-9-1 0 0,-2 9 22 0 0,-1 0-1 0 0,0 0 1 0 0,0 0-1 0 0,1-11 1 0 0,-3 5-110 0 0,1 8 54 0 0,-1 0-1 0 0,1-1 1 0 0,0 1-1 0 0,0 0 1 0 0,0 0-1 0 0,1 0 1 0 0,-1-1 0 0 0,1 1-1 0 0,-1 0 1 0 0,1 0-1 0 0,0 0 1 0 0,0 0-1 0 0,0 0 1 0 0,3-4-1 0 0,-4 6 6 0 0,0 0 44 0 0,0 0 10 0 0,-25 3-6577 0 0,-11 5 6464 0 0,27-5 596 0 0,-1-1-1 0 0,1 0 1 0 0,-1-1-1 0 0,1 0 1 0 0,-12-2-1 0 0,-11 1 394 0 0,-7 1 424 0 0,38 0-1352 0 0,29 2-3242 0 0,-17 0 1235 0 0,3 1-934 0 0,-63-10-2183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187 60 852 0 0,'0'0'6929'0'0,"-14"6"-6804"0"0,11-5-119 0 0,-24 12 90 0 0,0 0 0 0 0,-25 18 0 0 0,44-26-78 0 0,6-4-36 0 0,0-1-1 0 0,0 1 0 0 0,1 0 0 0 0,-1 0 1 0 0,0 1-1 0 0,1-1 0 0 0,-1 0 0 0 0,1 1 1 0 0,-1-1-1 0 0,1 0 0 0 0,-1 1 0 0 0,-1 3 1 0 0,11-5-437 0 0,-1 0 340 0 0,0 0 0 0 0,1-1 0 0 0,-1-1 0 0 0,1 1 0 0 0,-1-1 0 0 0,0 0 0 0 0,0-1 0 0 0,0 1 0 0 0,0-1 0 0 0,0-1 0 0 0,-1 0 0 0 0,1 1 0 0 0,10-10 1029 0 0,-31 29 413 0 0,10-10-1117 0 0,-72 70 1753 0 0,25-27-992 0 0,46-40-1102 0 0,14-9-168 0 0,13-9-61 0 0,-4-1 289 0 0,-1-1-1 0 0,0 0 0 0 0,-1-2 1 0 0,-1 0-1 0 0,0 0 1 0 0,0-1-1 0 0,-1-1 0 0 0,-1-1 1 0 0,17-26-1 0 0,-30 42 91 0 0,0 0 0 0 0,0 0 0 0 0,0 1 0 0 0,1-1 0 0 0,-1 0-1 0 0,0 0 1 0 0,0 0 0 0 0,0 0 0 0 0,0 0 0 0 0,0 0 0 0 0,0 0 0 0 0,0 0-1 0 0,0 0 1 0 0,0 0 0 0 0,1 0 0 0 0,-1 0 0 0 0,0 0 0 0 0,0 0 0 0 0,0 0 0 0 0,0 0-1 0 0,0 1 1 0 0,0-1 0 0 0,0 0 0 0 0,1 0 0 0 0,-1 0 0 0 0,0 0 0 0 0,0-1-1 0 0,0 1 1 0 0,0 0 0 0 0,0 0 0 0 0,0 0 0 0 0,1 0 0 0 0,-5 14 270 0 0,-52 77 976 0 0,40-68-929 0 0,2 0-1 0 0,0 1 0 0 0,-21 50 1 0 0,35-74-347 0 0,0 1 1 0 0,0-1 0 0 0,0 0-1 0 0,0 0 1 0 0,-1 1 0 0 0,1-1-1 0 0,0 0 1 0 0,0 0 0 0 0,0 1-1 0 0,0-1 1 0 0,0 0 0 0 0,0 0-1 0 0,0 1 1 0 0,0-1 0 0 0,0 0-1 0 0,0 1 1 0 0,0-1 0 0 0,0 0-1 0 0,0 0 1 0 0,0 1 0 0 0,1-1 0 0 0,-1 0-1 0 0,0 0 1 0 0,0 1 0 0 0,0-1-1 0 0,0 0 1 0 0,0 0 0 0 0,1 1-1 0 0,-1-1 1 0 0,0 0 0 0 0,0 0-1 0 0,0 0 1 0 0,1 1 0 0 0,-1-1-1 0 0,0 0 1 0 0,1 0 0 0 0,11 0-106 0 0,14-11-286 0 0,-7-4 178 0 0,-2 0 0 0 0,0-1 0 0 0,0-1 0 0 0,-2 0 0 0 0,0-1 0 0 0,-1-1 0 0 0,14-25 0 0 0,-42 64 918 0 0,-21 25 0 0 0,-15 22-171 0 0,45-60-502 0 0,4-6-44 0 0,-1 1 0 0 0,1 0 0 0 0,0 0 0 0 0,0 0 0 0 0,0 0 0 0 0,0 0 0 0 0,0 0 0 0 0,0 0-1 0 0,0 0 1 0 0,1 0 0 0 0,-1 1 0 0 0,1 1 0 0 0,19-6 48 0 0,-15 1-65 0 0,-1-1 0 0 0,0 0 0 0 0,1 1 0 0 0,-1-1-1 0 0,0 0 1 0 0,0-1 0 0 0,0 1 0 0 0,-1-1 0 0 0,1 1 0 0 0,0-1 0 0 0,-1 0 0 0 0,0 0 0 0 0,1 0 0 0 0,-1 0 0 0 0,0 0 0 0 0,-1 0 0 0 0,1 0 0 0 0,-1-1 0 0 0,1 1 0 0 0,-1-1-1 0 0,1-6 1 0 0,-2 9 49 0 0,-1 0-1 0 0,1 0 1 0 0,-1 0-1 0 0,1 1 1 0 0,-1-1-1 0 0,0 0 0 0 0,1 0 1 0 0,-1 0-1 0 0,0 0 1 0 0,0 1-1 0 0,1-1 1 0 0,-1 0-1 0 0,0 1 0 0 0,0-1 1 0 0,0 1-1 0 0,0-1 1 0 0,0 1-1 0 0,0-1 1 0 0,-1 1-1 0 0,0-1 3 0 0,1 0-1 0 0,-1 1 1 0 0,1-1 0 0 0,-1 0 0 0 0,1 0-1 0 0,-1 0 1 0 0,1 0 0 0 0,0 0-1 0 0,-1 0 1 0 0,1-1 0 0 0,0 1 0 0 0,0 0-1 0 0,-2-3 1 0 0,1-8-20 0 0,0 1-1 0 0,0-1 0 0 0,1 0 1 0 0,1 0-1 0 0,0 0 1 0 0,1 0-1 0 0,2-15 0 0 0,-2 24-3 0 0,0-1 0 0 0,0 1 0 0 0,1-1 0 0 0,-1 1-1 0 0,1 0 1 0 0,0 0 0 0 0,0 0 0 0 0,0 0 0 0 0,0 0-1 0 0,4-4 1 0 0,8-10 70 0 0,4-8-105 0 0,-9 15 55 0 0,-10 8 453 0 0,-6-5-274 0 0,-6-6-202 0 0,-4-5 18 0 0,17 18-4 0 0,0-1-1 0 0,0 1 1 0 0,0-1 0 0 0,-1 1-1 0 0,1-1 1 0 0,0 0 0 0 0,0 1 0 0 0,-1-1-1 0 0,1 1 1 0 0,0-1 0 0 0,-1 1-1 0 0,1-1 1 0 0,-1 1 0 0 0,1 0-1 0 0,0-1 1 0 0,-1 1 0 0 0,1 0-1 0 0,-1-1 1 0 0,1 1 0 0 0,-1 0-1 0 0,1-1 1 0 0,-1 1 0 0 0,1 0-1 0 0,-1 0 1 0 0,0-1 0 0 0,1 1-1 0 0,-1 0 1 0 0,1 0 0 0 0,-1 0-1 0 0,1 0 1 0 0,-1 0 0 0 0,0 0-1 0 0,1 0 1 0 0,-1 0 0 0 0,1 0-1 0 0,-1 0 1 0 0,0 0 0 0 0,1 0-1 0 0,-1 1 1 0 0,1-1 0 0 0,-2 1-1 0 0,-9 14-5052 0 0,25-32-2043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0 115 760 0 0,'0'0'9919'0'0,"4"-1"-9480"0"0,15-3 666 0 0,-1-1-1 0 0,0-1 1 0 0,18-9-1 0 0,30-10-1050 0 0,-17 9-91 0 0,-24 7-95 0 0,-1 1 1 0 0,1 1-1 0 0,40-5 1 0 0,-24 5-71 0 0,-38 7-133 0 0,13 1 358 0 0,-15 1 485 0 0,-10 2-439 0 0,-9 3-93 0 0,0 0 0 0 0,-24 14 0 0 0,33-16 74 0 0,0-1 1 0 0,-1 0-1 0 0,1-1 0 0 0,-1 0 1 0 0,0 0-1 0 0,0-1 0 0 0,-13 2 1 0 0,-77-2-38 0 0,69-2-168 0 0,31 0 162 0 0,-26-3 216 0 0,25 3-220 0 0,1 0-1 0 0,0 0 1 0 0,-1 0-1 0 0,1 0 1 0 0,0-1-1 0 0,-1 1 1 0 0,1 0-1 0 0,0 0 1 0 0,0 0-1 0 0,-1 0 0 0 0,1 0 1 0 0,0 0-1 0 0,-1 0 1 0 0,1-1-1 0 0,0 1 1 0 0,0 0-1 0 0,-1 0 1 0 0,1 0-1 0 0,0-1 1 0 0,0 1-1 0 0,-1 0 0 0 0,1 0 1 0 0,0-1-1 0 0,0 1 1 0 0,0 0-1 0 0,0 0 1 0 0,-1-1-1 0 0,1 1 1 0 0,0 0-1 0 0,0-1 1 0 0,0 1-1 0 0,0 0 1 0 0,0-1-1 0 0,0 1 0 0 0,0-16-240 0 0,0 15 227 0 0,1-1-1 0 0,-1 1 1 0 0,0-1 0 0 0,0 0 0 0 0,0 1-1 0 0,0-1 1 0 0,0 0 0 0 0,-1 1-1 0 0,1-1 1 0 0,-1-2 0 0 0,-1 2 11 0 0,0 1 0 0 0,0-1 0 0 0,0 1 1 0 0,0 0-1 0 0,-1-1 0 0 0,1 1 0 0 0,0 0 0 0 0,-1 0 1 0 0,1 1-1 0 0,0-1 0 0 0,-1 0 0 0 0,-4 0 0 0 0,1 0-2 0 0,-3 1-936 0 0,11 5 769 0 0,9 5 257 0 0,-5-7-59 0 0,0-1 1 0 0,1 1 0 0 0,-1-1-1 0 0,0 0 1 0 0,1-1-1 0 0,-1 1 1 0 0,1-1-1 0 0,-1-1 1 0 0,10 1-1 0 0,4-1 35 0 0,37-4 0 0 0,-55 3-56 0 0,0 1 0 0 0,-1-1 1 0 0,1 1-1 0 0,0-1 0 0 0,-1 1 1 0 0,1-1-1 0 0,-1 0 0 0 0,0 0 1 0 0,1 1-1 0 0,-1-1 0 0 0,1 0 1 0 0,-1 0-1 0 0,2-2 0 0 0,-2 2-35 0 0,0 0-1 0 0,0 0 1 0 0,0 0 0 0 0,0 0-1 0 0,0 0 1 0 0,0 1-1 0 0,0-1 1 0 0,1 0 0 0 0,-1 1-1 0 0,0-1 1 0 0,1 1-1 0 0,-1-1 1 0 0,0 1 0 0 0,1 0-1 0 0,-1-1 1 0 0,0 1-1 0 0,3 0 1 0 0,58-7-122 0 0,36-1 11 0 0,-70 10 198 0 0,37 2-865 0 0,-74 8-1850 0 0,-12 2-774 0 0,12-8 952 0 0,50-38-2190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277 8 512 0 0,'0'0'1045'0'0,"9"7"-1272"0"0,-13 8 5297 0 0,4-15-4907 0 0,-10-4 3554 0 0,8 2-3589 0 0,0 1-1 0 0,1 0 1 0 0,-1 0 0 0 0,0 0-1 0 0,0 0 1 0 0,-1 0 0 0 0,1 1-1 0 0,0-1 1 0 0,0 1 0 0 0,-3-1-1 0 0,-28-7 912 0 0,-40 1-519 0 0,54 7-591 0 0,1 1 0 0 0,-30 5 1 0 0,10-2-52 0 0,37-4 100 0 0,0 0 1 0 0,0 0 0 0 0,1 0 0 0 0,-1 1 0 0 0,0-1 0 0 0,0 0 0 0 0,0 0 0 0 0,1 1 0 0 0,-1-1 0 0 0,0 1 0 0 0,1-1 0 0 0,-1 0 0 0 0,0 1-1 0 0,1-1 1 0 0,-1 1 0 0 0,0 0 0 0 0,1-1 0 0 0,-1 1 0 0 0,1-1 0 0 0,-1 1 0 0 0,1 0 0 0 0,-1 0 0 0 0,1-1 0 0 0,0 1 0 0 0,-1 0 0 0 0,1-1-1 0 0,0 1 1 0 0,0 0 0 0 0,-1 0 0 0 0,1 1 0 0 0,6 5-13 0 0,-5-7 33 0 0,-1 1 1 0 0,1-1-1 0 0,0 0 1 0 0,-1 1 0 0 0,1-1-1 0 0,-1 1 1 0 0,1 0 0 0 0,-1-1-1 0 0,1 1 1 0 0,-1-1-1 0 0,1 1 1 0 0,-1 0 0 0 0,0-1-1 0 0,1 1 1 0 0,-1 0-1 0 0,0-1 1 0 0,1 1 0 0 0,-1 0-1 0 0,0-1 1 0 0,0 2-1 0 0,9 7 50 0 0,32-7 32 0 0,83-6-1678 0 0,-123 4 1597 0 0,0 1-1 0 0,0-1 1 0 0,1 0-1 0 0,-1 1 1 0 0,0-1 0 0 0,0 0-1 0 0,0 1 1 0 0,1 0 0 0 0,-1-1-1 0 0,0 1 1 0 0,0 0-1 0 0,0-1 1 0 0,0 1 0 0 0,0 0-1 0 0,0 0 1 0 0,0 0-1 0 0,0 0 1 0 0,0 1 0 0 0,-1-2 30 0 0,1 0-42 0 0,-1 0 18 0 0,0 0 0 0 0,1 0 0 0 0,-1 0 0 0 0,0 0 0 0 0,0 0 0 0 0,1 0 0 0 0,-1 0 0 0 0,0 0 0 0 0,0 0 0 0 0,0 0-1 0 0,1 0 1 0 0,-1 0 0 0 0,0 1 0 0 0,0-1 0 0 0,1 0 0 0 0,-1 0 0 0 0,0 0 0 0 0,0 0 0 0 0,0 0 0 0 0,1 0 0 0 0,-1 1 0 0 0,0-1 0 0 0,0 0-1 0 0,0 0 1 0 0,0 0 0 0 0,0 0 0 0 0,1 1 0 0 0,-1-1 0 0 0,0 0 0 0 0,0 0 0 0 0,0 1 0 0 0,0-1 0 0 0,0 0 0 0 0,0 0 0 0 0,0 0 0 0 0,0 1-1 0 0,0-1 1 0 0,0 0 0 0 0,0 0 0 0 0,0 1 0 0 0,0-1 0 0 0,0 0 0 0 0,0 0 0 0 0,0 1 0 0 0,-4 12 182 0 0,4-13-189 0 0,-1 0 1 0 0,1 0 0 0 0,0 1-1 0 0,0-1 1 0 0,0 0-1 0 0,-1 1 1 0 0,1-1-1 0 0,0 0 1 0 0,0 0-1 0 0,0 1 1 0 0,0-1-1 0 0,-1 0 1 0 0,1 1 0 0 0,0-1-1 0 0,0 0 1 0 0,0 1-1 0 0,0-1 1 0 0,0 0-1 0 0,0 1 1 0 0,0-1-1 0 0,0 0 1 0 0,0 1-1 0 0,0-1 1 0 0,0 0 0 0 0,0 1-1 0 0,0-1 1 0 0,1 0-1 0 0,-1 0 1 0 0,0 1-1 0 0,0-1 1 0 0,0 1-1 0 0,51-1-2696 0 0,-68-3-4317 0 0,34 6 5529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92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26 440 1700 0 0,'0'0'6593'0'0,"-1"-4"-6135"0"0,0 1-280 0 0,-6-16 1441 0 0,3 26-126 0 0,-1 9-1572 0 0,-1 113 105 0 0,4-79-21 0 0,2-45-7 0 0,0-1 0 0 0,1 1 1 0 0,0-1-1 0 0,-1 1 0 0 0,1-1 0 0 0,1 0 1 0 0,-1 1-1 0 0,4 6 0 0 0,-4-9 3 0 0,0-1 1 0 0,0 0-1 0 0,0 0 0 0 0,0 0 1 0 0,0 0-1 0 0,0 0 0 0 0,1 0 1 0 0,-1 0-1 0 0,0 0 0 0 0,1 0 0 0 0,-1-1 1 0 0,1 1-1 0 0,-1-1 0 0 0,1 1 1 0 0,-1-1-1 0 0,1 1 0 0 0,-1-1 1 0 0,1 0-1 0 0,-1 0 0 0 0,1 1 1 0 0,0-1-1 0 0,-1 0 0 0 0,4-1 0 0 0,-5 1 50 0 0,3 2-254 0 0,-3-2 204 0 0,0 0 0 0 0,1 1 0 0 0,-1-1 0 0 0,0 0 0 0 0,0 0-1 0 0,1 1 1 0 0,-1-1 0 0 0,0 0 0 0 0,0 0 0 0 0,1 1 0 0 0,-1-1 0 0 0,0 0 0 0 0,0 1 0 0 0,0-1 0 0 0,0 0 0 0 0,1 1 0 0 0,-1-1 0 0 0,0 0-1 0 0,0 1 1 0 0,0-1 0 0 0,0 0 0 0 0,0 1 0 0 0,0-1 0 0 0,0 0 0 0 0,0 1 0 0 0,0-1 0 0 0,0 1 0 0 0,4 15 27 0 0,9 49 135 0 0,-13-65-129 0 0,0 1-1 0 0,0-1 1 0 0,0 0-1 0 0,0 0 1 0 0,0 1-1 0 0,0-1 1 0 0,0 0-1 0 0,0 1 1 0 0,0-1-1 0 0,0 0 1 0 0,0 1-1 0 0,0-1 1 0 0,0 0-1 0 0,0 0 1 0 0,0 1-1 0 0,1-1 1 0 0,-1 0-1 0 0,0 1 1 0 0,0-1-1 0 0,0 0 1 0 0,0 0 0 0 0,1 1-1 0 0,-1-1 1 0 0,0 0-1 0 0,0 0 1 0 0,0 0-1 0 0,1 1 1 0 0,-1-1-1 0 0,0 0 1 0 0,1 0-1 0 0,-1 0 1 0 0,0 0-1 0 0,0 1 1 0 0,1-1-1 0 0,-1 0 1 0 0,0 0-1 0 0,1 0 1 0 0,-1 0-1 0 0,0 0 1 0 0,0 0-1 0 0,1 0 1 0 0,-1 0-1 0 0,0 0 1 0 0,1 0-1 0 0,-1 0 1 0 0,0 0-1 0 0,1 0 1 0 0,-1 0 0 0 0,0 0-1 0 0,1-1 1 0 0,19-9 2723 0 0,-10 5-3522 0 0,38-15 611 0 0,91-43-334 0 0,-109 49 320 0 0,0 2 0 0 0,36-10-1 0 0,-37 14 154 0 0,-1-2 1 0 0,52-26-1 0 0,13-10-342 0 0,21 4 202 0 0,14-5-156 0 0,-64 21 203 0 0,-12 0 117 0 0,-40 18-15 0 0,0 2 0 0 0,26-10-1 0 0,-23 10-235 0 0,0-1 0 0 0,24-13 0 0 0,-10 4 342 0 0,-22 12-135 0 0,0 0 0 0 0,1 1 1 0 0,-1 0-1 0 0,1 1 1 0 0,11-3-1 0 0,-18 4 46 0 0,1 1-1 0 0,0 0 0 0 0,0-1 1 0 0,0 0-1 0 0,0 1 0 0 0,-1-1 1 0 0,1 0-1 0 0,0 0 0 0 0,2-2 1 0 0,-2 2-28 0 0,0-1-1 0 0,-1 1 1 0 0,1 0 0 0 0,0 0 0 0 0,0 1 0 0 0,0-1 0 0 0,0 0 0 0 0,0 1 0 0 0,0-1 0 0 0,2 0-1 0 0,33-10 575 0 0,4 0-1134 0 0,19 0 451 0 0,-57 10 143 0 0,-1 0-1 0 0,0 0 1 0 0,0 0-1 0 0,0 0 1 0 0,0 0-1 0 0,-1 0 1 0 0,1 0-1 0 0,0-1 0 0 0,0 1 1 0 0,-1-1-1 0 0,3-1 1 0 0,-4 3-34 0 0,3 0-31 0 0,-3 0 62 0 0,1 0 0 0 0,-1 0 0 0 0,0 0 0 0 0,1 0 0 0 0,-1 0 0 0 0,0 0 1 0 0,0 0-1 0 0,1 0 0 0 0,-1 0 0 0 0,0 0 0 0 0,0 0 0 0 0,1 0 0 0 0,-1 0 0 0 0,0 0 0 0 0,1 0 0 0 0,-1 0 0 0 0,0 0 0 0 0,0 0 0 0 0,1 0 1 0 0,-1 0-1 0 0,0 0 0 0 0,0 0 0 0 0,1-1 0 0 0,-1 1 0 0 0,0 0 0 0 0,0 0 0 0 0,1 0 0 0 0,-1 0 0 0 0,0-1 0 0 0,0 1 0 0 0,0 0 1 0 0,0 0-1 0 0,1-1 0 0 0,-1 1 0 0 0,0 0 0 0 0,0 0 0 0 0,0-1 0 0 0,0 1 0 0 0,0 0 0 0 0,0 0 0 0 0,0-1 0 0 0,1 1 0 0 0,-1 0 0 0 0,0-1 1 0 0,0 1-63 0 0,-5-11 1916 0 0,2 9-1757 0 0,0 1 0 0 0,0-2 0 0 0,0 1 0 0 0,0 0 0 0 0,1 0 0 0 0,-1-1-1 0 0,1 0 1 0 0,-1 1 0 0 0,1-1 0 0 0,0 0 0 0 0,0 0 0 0 0,0-1 0 0 0,0 1-1 0 0,1 0 1 0 0,-3-6 0 0 0,-3-10-108 0 0,-7-34 0 0 0,1 6-182 0 0,12 44 177 0 0,0 0 0 0 0,0 0 1 0 0,0 0-1 0 0,0 0 0 0 0,-1 0 1 0 0,1 0-1 0 0,-1 0 0 0 0,0 1 1 0 0,0-1-1 0 0,-2-2 1 0 0,3 5-36 0 0,-17-4-652 0 0,11 4 676 0 0,-1 0 0 0 0,0 0 0 0 0,0 1 0 0 0,0-1 0 0 0,0 2 0 0 0,0-1 0 0 0,1 1 0 0 0,-12 5 0 0 0,-8 2 23 0 0,0 0 0 0 0,-50 8-1 0 0,41-13-16 0 0,26-4-28 0 0,0 1-1 0 0,0 1 1 0 0,-17 4 0 0 0,-90 24-90 0 0,-114 39-203 0 0,164-48 210 0 0,-45 17-161 0 0,52-11 43 0 0,-57 22-234 0 0,102-44 443 0 0,3-1 18 0 0,1 0 1 0 0,0 0 0 0 0,-18 10-1 0 0,-33 14-107 0 0,-1 4 68 0 0,58-27 30 0 0,5-5 16 0 0,0 1 1 0 0,-1-1 0 0 0,1 1-1 0 0,0-1 1 0 0,-1 0-1 0 0,1 1 1 0 0,0-1 0 0 0,-1 0-1 0 0,1 1 1 0 0,-1-1-1 0 0,1 0 1 0 0,0 0 0 0 0,-1 1-1 0 0,1-1 1 0 0,-1 0-1 0 0,1 0 1 0 0,-1 0 0 0 0,1 0-1 0 0,-1 1 1 0 0,1-1-1 0 0,-1 0 1 0 0,1 0 0 0 0,-1 0-1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1:55.093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1 496 1264 0 0,'0'0'5036'0'0,"5"8"-3055"0"0,35-10 1093 0 0,-22 1-2940 0 0,-1-1-1 0 0,0-1 1 0 0,25-8-1 0 0,199-59-281 0 0,221-76-1015 0 0,-223 53 358 0 0,-226 89 791 0 0,0 0 1 0 0,0 0-1 0 0,25-2 0 0 0,-26 5-170 0 0,-1-1 0 0 0,0 0 0 0 0,0 0 0 0 0,0-1 0 0 0,0-1 0 0 0,16-7 0 0 0,-19 2 1918 0 0,-27 8 896 0 0,8 2-3444 0 0,-15 1 775 0 0,0 2 0 0 0,1 0 1 0 0,0 2-1 0 0,0 1 0 0 0,-26 10 0 0 0,0 0-13 0 0,-239 82 111 0 0,60-19 315 0 0,31 1-322 0 0,188-76-76 0 0,-1 0 46 0 0,-1 1 0 0 0,1 1 0 0 0,-21 14 0 0 0,27-16-111 0 0,-11 9 165 0 0,-27 18-1 0 0,43-30-87 0 0,-1-2-6 0 0,1 1 0 0 0,0-1 0 0 0,0 1 0 0 0,0 0 0 0 0,0-1 1 0 0,0 1-1 0 0,0 0 0 0 0,0 0 0 0 0,0 0 0 0 0,0 0 0 0 0,1 0 0 0 0,-1 0 0 0 0,0 0 1 0 0,0 0-1 0 0,0 2 0 0 0,1-3 15 0 0,0 1 1 0 0,0-1-1 0 0,0 0 0 0 0,0 1 1 0 0,0-1-1 0 0,-1 0 1 0 0,1 1-1 0 0,0-1 0 0 0,0 0 1 0 0,0 1-1 0 0,0-1 0 0 0,0 0 1 0 0,-1 1-1 0 0,1-1 1 0 0,0 0-1 0 0,0 0 0 0 0,-1 1 1 0 0,1-1-1 0 0,0 0 1 0 0,0 0-1 0 0,-1 1 0 0 0,1-1 1 0 0,0 0-1 0 0,-1 0 1 0 0,1 0-1 0 0,0 0 0 0 0,-1 0 1 0 0,1 1-1 0 0,0-1 0 0 0,-1 0 1 0 0,0 0-8 0 0,1 0 1 0 0,0 0-1 0 0,-1 0 1 0 0,1 0-1 0 0,-1 0 1 0 0,1 1-1 0 0,0-1 1 0 0,-1 0-1 0 0,1 0 1 0 0,0 0-1 0 0,-1 1 1 0 0,1-1-1 0 0,0 0 1 0 0,-1 0-1 0 0,1 1 1 0 0,0-1-1 0 0,0 0 1 0 0,-1 1-1 0 0,1-1 1 0 0,0 0 0 0 0,0 1-1 0 0,0-1 1 0 0,-1 0-1 0 0,1 1 1 0 0,0-1-1 0 0,0 1 1 0 0,0-1-1 0 0,0 0 1 0 0,0 1-1 0 0,0-1 1 0 0,0 1-1 0 0,24-2 290 0 0,9-5-229 0 0,0-2-1 0 0,52-20 0 0 0,-31 10-27 0 0,328-125 93 0 0,-75 15-141 0 0,-254 106-202 0 0,80-21-1 0 0,-73 28-48 0 0,-31 9 209 0 0,-1-2-1 0 0,27-11 1 0 0,-33 8-35 0 0,-19 7 275 0 0,-15 3-186 0 0,5 3-10 0 0,0 0 0 0 0,0 0 0 0 0,1 1 1 0 0,0-1-1 0 0,-1 1 0 0 0,1 1 0 0 0,-9 6 0 0 0,-18 8 28 0 0,-505 193 138 0 0,337-126 392 0 0,-4 3-391 0 0,75-35 247 0 0,93-42-219 0 0,31-9-156 0 0,-1-1 0 0 0,1 1 0 0 0,0 0 0 0 0,0 1 0 0 0,-8 3 0 0 0,11-4-8 0 0,-2 1-9 0 0,0 1-1 0 0,0-2 1 0 0,0 1 0 0 0,-9 3-1 0 0,4-2-222 0 0,8-3 91 0 0,1 0 0 0 0,-1 0 0 0 0,0-1-1 0 0,1 1 1 0 0,-1 0 0 0 0,0-1 0 0 0,0 0-1 0 0,0 1 1 0 0,-3-1 0 0 0,-26-2-114 0 0,31 2 229 0 0,0-1 0 0 0,-1 1 0 0 0,1-1 0 0 0,0 0 0 0 0,0 1 0 0 0,0-1 0 0 0,0 1 0 0 0,0-1 0 0 0,1 0 0 0 0,-1 1-1 0 0,0-1 1 0 0,0 1 0 0 0,0-1 0 0 0,0 0 0 0 0,1 1 0 0 0,-1-1 0 0 0,0 1 0 0 0,1-1 0 0 0,-1 1 0 0 0,0-1 0 0 0,1 1 0 0 0,-1-1-1 0 0,1 1 1 0 0,0-1 0 0 0,6-4-246 0 0,22-12-93 0 0,-1-1 0 0 0,45-38 0 0 0,-42 30 428 0 0,-24 21-44 0 0,0 0 0 0 0,-1-1 1 0 0,1 1-1 0 0,-1-1 1 0 0,-1 0-1 0 0,1-1 0 0 0,-1 0 1 0 0,6-8-1 0 0,-10 12-44 0 0,1 0 0 0 0,0 1 0 0 0,0-1 0 0 0,1 1 0 0 0,-1-1-1 0 0,0 1 1 0 0,1 0 0 0 0,-1 0 0 0 0,1 0 0 0 0,0 0 0 0 0,0 1 0 0 0,0-1 0 0 0,5-1-1 0 0,47-14-65 0 0,-29 10 131 0 0,12-8 228 0 0,-1-1 0 0 0,0-2 0 0 0,-1-2 0 0 0,37-26 1 0 0,37-21 192 0 0,-68 47-573 0 0,1 1 0 0 0,83-22 1 0 0,-79 27 97 0 0,32-5 2 0 0,-58 16 101 0 0,1-2 1 0 0,-1-1-1 0 0,-1 0 0 0 0,24-11 0 0 0,-30 6-4 0 0,-12 10-52 0 0,-1 0 1 0 0,0 0-1 0 0,0 0 1 0 0,0 0-1 0 0,1 0 1 0 0,-1 0-1 0 0,0 0 0 0 0,1 1 1 0 0,-1-1-1 0 0,1 1 1 0 0,-1-1-1 0 0,1 1 1 0 0,1-1-1 0 0,0 0-59 0 0,0 1-1 0 0,0-1 0 0 0,0 1 1 0 0,-1-1-1 0 0,1 0 1 0 0,0-1-1 0 0,0 1 1 0 0,-1 0-1 0 0,3-2 0 0 0,-2 1 11 0 0,-1 1 0 0 0,1-1-1 0 0,0 1 1 0 0,-1 0 0 0 0,1 0-1 0 0,0 0 1 0 0,0 0 0 0 0,5 0-1 0 0,19-7 21 0 0,18-1 880 0 0,-65 9-682 0 0,1 2-242 0 0,0 0 0 0 0,0 1 0 0 0,0 2 0 0 0,-23 7 0 0 0,-13 3-32 0 0,-215 52 80 0 0,201-50-5 0 0,-250 70 509 0 0,278-71-425 0 0,1 2 0 0 0,-46 28-1 0 0,21-15-182 0 0,14-8 103 0 0,42-20-23 0 0,0 0-1 0 0,0 1 0 0 0,1 0 1 0 0,-1 1-1 0 0,-14 10 1 0 0,-11 11-433 0 0,34-26 434 0 0,0 0-1 0 0,-1 0 1 0 0,1 1-1 0 0,0-1 1 0 0,-1 0-1 0 0,1 0 0 0 0,0 1 1 0 0,-1-1-1 0 0,1 0 1 0 0,0 0-1 0 0,-1 1 0 0 0,1-1 1 0 0,0 0-1 0 0,0 1 1 0 0,-1-1-1 0 0,1 0 1 0 0,0 1-1 0 0,0-1 0 0 0,0 1 1 0 0,0-1-1 0 0,-1 0 1 0 0,1 1-1 0 0,0-1 0 0 0,0 1 1 0 0,0-1-1 0 0,0 0 1 0 0,0 1-1 0 0,0-1 1 0 0,0 1-1 0 0,0-1 0 0 0,0 0 1 0 0,0 1-1 0 0,0-1 1 0 0,0 1-1 0 0,1-1 0 0 0,-1 0 1 0 0,0 1-1 0 0,0-1 1 0 0,0 1-1 0 0,0-1 0 0 0,1 0 1 0 0,-1 1-1 0 0,0-1 1 0 0,0 0-1 0 0,1 1 1 0 0,-1-1-1 0 0,0 0 0 0 0,1 0 1 0 0,-1 1-1 0 0,0-1 1 0 0,1 0-1 0 0,-1 0 0 0 0,0 1 1 0 0,1-1-1 0 0,-1 0 1 0 0,1 0-1 0 0,-1 0 1 0 0,0 0-1 0 0,1 0 0 0 0,0 0 1 0 0,71-6 250 0 0,-69 5-250 0 0,-4 2-251 0 0,-8 1 158 0 0,-1 0 0 0 0,1 1 0 0 0,0 0-1 0 0,0 1 1 0 0,1-1 0 0 0,-13 9-1 0 0,10-4 84 0 0,0-1-1 0 0,0 0 1 0 0,-1 0 0 0 0,-18 6-1 0 0,73-17-215 0 0,27-21 323 0 0,90-46-1 0 0,21-8 36 0 0,-70 27 175 0 0,-95 47-246 0 0,0 1 1 0 0,1 0 0 0 0,22-1-1 0 0,-16 1-21 0 0,24-5 79 0 0,55-19 0 0 0,-20 4-75 0 0,-54 16-28 0 0,-1-2 0 0 0,29-15 0 0 0,14-5-129 0 0,27-5-247 0 0,-93 34 421 0 0,1 0 1 0 0,-1 0 0 0 0,1 0-1 0 0,-1 1 1 0 0,1 0-1 0 0,8 0 1 0 0,-6 0 6 0 0,-7 0-87 0 0,0 0 0 0 0,0 0 0 0 0,1 0 0 0 0,-1 0 0 0 0,0 0 0 0 0,0 0 0 0 0,0 0-1 0 0,0-1 1 0 0,1 1 0 0 0,-1 0 0 0 0,0 0 0 0 0,0 0 0 0 0,0 0 0 0 0,0 0 0 0 0,1 0 0 0 0,-1 0 0 0 0,0 1 0 0 0,0-1-1 0 0,0 0 1 0 0,0 0 0 0 0,1 0 0 0 0,-1 0 0 0 0,0 0 0 0 0,0 0 0 0 0,0 0 0 0 0,0 0 0 0 0,0 0 0 0 0,0 0 0 0 0,1 0 0 0 0,-1 1-1 0 0,0-1 1 0 0,0 0 0 0 0,0 0 0 0 0,0 0 0 0 0,0 0 0 0 0,0 0 0 0 0,0 1 0 0 0,0-1 0 0 0,1 0 0 0 0,-1 0 0 0 0,0 0-1 0 0,0 0 1 0 0,0 0 0 0 0,0 1 0 0 0,0-1 0 0 0,0 0 0 0 0,0 0 0 0 0,0 0 0 0 0,0 1 0 0 0,-11 5-3520 0 0,-4-3-631 0 0,15-4 4017 0 0,0 0 0 0 0,0 1 1 0 0,0-1-1 0 0,0 0 0 0 0,0 1 0 0 0,0-1 0 0 0,1 0 0 0 0,-1 1 0 0 0,0-1 0 0 0,0 1 0 0 0,1-1 0 0 0,-1 0 0 0 0,0 1 0 0 0,0-1 1 0 0,1 1-1 0 0,-1-1 0 0 0,1 1 0 0 0,-1-1 0 0 0,1 0 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4T14:53:00.97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0 14543,'0'545'0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2:57.4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 11 760 0 0,'-2'-11'11142'0'0,"5"26"-8392"0"0,3-3-3920 0 0,13 13 1234 0 0,30 29 0 0 0,-30-34-88 0 0,0 1-1 0 0,18 27 1 0 0,-35-45 31 0 0,0 0 1 0 0,0 0-1 0 0,1-1 0 0 0,-1 1 0 0 0,1-1 1 0 0,0 1-1 0 0,-1-1 0 0 0,1 0 0 0 0,0 0 0 0 0,0 0 1 0 0,7 3 456 0 0,-22-15-3656 0 0,5-1-1000 0 0,26 32-2505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2:58.1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1072 0 0,'0'0'11800'0'0,"4"13"-11795"0"0,34 53 704 0 0,53 83-49 0 0,-75-128-730 0 0,1 0 1 0 0,1-2-1 0 0,27 24 1 0 0,-43-41 878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2:58.87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1 996 0 0,'4'6'10964'0'0,"16"21"-10455"0"0,53 59 473 0 0,26 26-328 0 0,-86-100-632 0 0,1 0 1 0 0,-1-1-1 0 0,2-1 1 0 0,-1 0-1 0 0,1-1 1 0 0,23 10-1 0 0,-14-14 86 0 0,-24-5-86 0 0,4-9-440 0 0,-16-10-2803 0 0,24 47-7532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2:59.98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16 620 0 0,'22'-16'13780'0'0,"-21"27"-10772"0"0,0 20-5226 0 0,-1-23 3356 0 0,-2 41-1110 0 0,1-28-55 0 0,0 0 0 0 0,2-1 0 0 0,0 1-1 0 0,1 0 1 0 0,8 34 0 0 0,11 1-34 0 0,-11-30 15 0 0,9 33 0 0 0,-19-58-32 0 0,0-1 0 0 0,0 0 0 0 0,0 1 0 0 0,0-1 0 0 0,0 0 0 0 0,0 1 0 0 0,0-1 0 0 0,0 0 0 0 0,0 1 0 0 0,0-1 0 0 0,0 0 0 0 0,0 1 0 0 0,0-1 0 0 0,1 0 0 0 0,-1 1 1 0 0,0-1-1 0 0,0 0 0 0 0,0 1 0 0 0,1-1 0 0 0,-1 0 0 0 0,0 0 0 0 0,0 1 0 0 0,1-1 0 0 0,-1 0 0 0 0,0 0 0 0 0,0 0 0 0 0,1 1 0 0 0,-1-1 0 0 0,0 0 0 0 0,1 0 0 0 0,-1 0 0 0 0,0 0 0 0 0,1 0 0 0 0,-1 1 0 0 0,0-1 0 0 0,1 0 0 0 0,-1 0 0 0 0,0 0 0 0 0,1 0 0 0 0,-1 0 0 0 0,0 0 0 0 0,1 0 0 0 0,-1 0 0 0 0,0 0 0 0 0,1-1 0 0 0,-1 1 0 0 0,0 0 0 0 0,1 0 0 0 0,-1 0 0 0 0,0 0 0 0 0,1 0 0 0 0,-1-1 0 0 0,0 1 0 0 0,1 0 0 0 0,-1 0 0 0 0,0 0 0 0 0,0-1 0 0 0,1 1 0 0 0,-1 0 1 0 0,0 0-1 0 0,0-1 0 0 0,0 1 0 0 0,1 0 0 0 0,-1-1 0 0 0,0 1 0 0 0,0-1 0 0 0,2 0-542 0 0,-1-1 0 0 0,0 0 0 0 0,0 0 0 0 0,0 1 0 0 0,0-1 0 0 0,0 0 0 0 0,0 0 0 0 0,-1 0 0 0 0,1 0 0 0 0,-1 0 0 0 0,1-4 0 0 0,-23 38-2756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02.2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73 1412 0 0,'0'0'4152'0'0,"9"-5"-3941"0"0,65-36 1035 0 0,-73 40-1077 0 0,1 0-1 0 0,-1 0 1 0 0,0 0-1 0 0,0 0 1 0 0,1 0-1 0 0,-1 0 1 0 0,0 0-1 0 0,0 0 1 0 0,0 0-1 0 0,0-1 1 0 0,1-1-1 0 0,3 1-246 0 0,-5 2 126 0 0,0 0 0 0 0,1 0 0 0 0,-1 0 0 0 0,0 0 1 0 0,0 0-1 0 0,1 0 0 0 0,-1 0 0 0 0,0 0 0 0 0,1 0 1 0 0,-1 0-1 0 0,0-1 0 0 0,0 1 0 0 0,1 0 1 0 0,-1 0-1 0 0,0 0 0 0 0,0 0 0 0 0,1 0 0 0 0,-1 0 1 0 0,0-1-1 0 0,0 1 0 0 0,1 0 0 0 0,-1 0 0 0 0,0 0 1 0 0,0-1-1 0 0,0 1 0 0 0,1 0 0 0 0,-1 0 0 0 0,0-1 1 0 0,0 1-1 0 0,0 0 0 0 0,0 0 0 0 0,0-1 1 0 0,0 1-1 0 0,1 0 0 0 0,-1 0 0 0 0,0-1 0 0 0,0 1 1 0 0,0 0-1 0 0,0-1 0 0 0,0 1-63 0 0,7-3-923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03.3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34 604 0 0,'0'0'5233'0'0,"0"-5"-4775"0"0,0-24 6606 0 0,0 43-6945 0 0,1 15 6 0 0,1 0 1 0 0,1 1-1 0 0,1-1 0 0 0,1-1 1 0 0,19 55-1 0 0,-17-60-120 0 0,2-1 1 0 0,0-1-1 0 0,1 0 1 0 0,1 0-1 0 0,23 33 1 0 0,-33-54-1 0 0,-1 1 1 0 0,1 0-1 0 0,0 0 0 0 0,-1-1 1 0 0,1 1-1 0 0,0-1 1 0 0,-1 1-1 0 0,1 0 1 0 0,0-1-1 0 0,0 1 1 0 0,-1-1-1 0 0,1 0 1 0 0,0 1-1 0 0,0-1 0 0 0,0 0 1 0 0,0 1-1 0 0,-1-1 1 0 0,1 0-1 0 0,0 0 1 0 0,0 0-1 0 0,1 1 1 0 0,-43-3-9559 0 0,33 3 6693 0 0,35-8 890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03.43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 1768 0 0,'0'0'576'0'0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05.4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65 1596 0 0,'0'0'6619'0'0,"7"31"-3562"0"0,-6-29-3015 0 0,-1 0 0 0 0,1-1 0 0 0,-1 1 0 0 0,1 0 0 0 0,0-1 0 0 0,0 1 0 0 0,0-1 0 0 0,0 1 0 0 0,0-1 0 0 0,0 0 0 0 0,0 1 0 0 0,0-1 0 0 0,1 0 0 0 0,-1 0 0 0 0,0 1 0 0 0,1-1 0 0 0,-1-1 0 0 0,1 1 0 0 0,-1 0-1 0 0,1 0 1 0 0,0 0 0 0 0,-1-1 0 0 0,1 1 0 0 0,0-1 0 0 0,-1 1 0 0 0,4-1 0 0 0,-4 1-54 0 0,0-1-1 0 0,0 0 0 0 0,0 0 1 0 0,0 1-1 0 0,0-1 1 0 0,0 1-1 0 0,-1-1 0 0 0,1 1 1 0 0,0-1-1 0 0,0 1 1 0 0,-1-1-1 0 0,1 1 1 0 0,0 0-1 0 0,-1-1 0 0 0,1 1 1 0 0,0 0-1 0 0,-1 0 1 0 0,1-1-1 0 0,-1 1 1 0 0,1 0-1 0 0,-1 0 0 0 0,0 0 1 0 0,1 1-1 0 0,-1-1 10 0 0,1 0 0 0 0,-1-1 0 0 0,0 1 0 0 0,0 0-1 0 0,1-1 1 0 0,-1 1 0 0 0,1-1 0 0 0,-1 1 0 0 0,0 0 0 0 0,1-1-1 0 0,-1 1 1 0 0,1-1 0 0 0,-1 1 0 0 0,1-1 0 0 0,0 1 0 0 0,-1-1 0 0 0,1 0-1 0 0,-1 1 1 0 0,1-1 0 0 0,0 0 0 0 0,0 1 0 0 0,10-1 610 0 0,0-1 1 0 0,-1-1-1 0 0,19-3 1 0 0,62-27-1270 0 0,-41 13 405 0 0,-30 11-9 0 0,27-14 1 0 0,-32 13-158 0 0,2 2 1 0 0,24-10-1 0 0,-36 16 190 0 0,-1-1 1 0 0,1 0-1 0 0,-1-1 0 0 0,0 1 0 0 0,7-6 0 0 0,11-7-595 0 0,-20 15 1395 0 0,-10 0-425 0 0,0 0 1 0 0,0 1 0 0 0,0 0 0 0 0,0 0-1 0 0,0 1 1 0 0,0 0 0 0 0,-12 5 0 0 0,-29 5-196 0 0,-186-3 1229 0 0,212-9-1175 0 0,18 0 0 0 0,0 0 1 0 0,0 1-1 0 0,0-1 1 0 0,0 1-1 0 0,0 0 1 0 0,0 0 0 0 0,0 1-1 0 0,1-1 1 0 0,-9 5-1 0 0,40-10-3755 0 0,-5 2-4306 0 0,-75 8 7505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06.94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133 1 1832 0 0,'-4'0'10935'0'0,"4"2"-10904"0"0,-1-1 0 0 0,1 1 0 0 0,-1-1 1 0 0,1 1-1 0 0,-1-1 0 0 0,0 1 1 0 0,1-1-1 0 0,-1 1 0 0 0,0-1 1 0 0,0 1-1 0 0,0-1 0 0 0,0 0 1 0 0,0 0-1 0 0,0 0 0 0 0,-1 0 0 0 0,-1 2 1 0 0,-28 19 56 0 0,15-12-78 0 0,-46 32 6 0 0,61-42-19 0 0,1 0 1 0 0,0 0 0 0 0,0 0-1 0 0,0 0 1 0 0,0 0 0 0 0,0 0 0 0 0,0 1-1 0 0,0-1 1 0 0,-1 0 0 0 0,1 0-1 0 0,0 0 1 0 0,0 0 0 0 0,0 0 0 0 0,0 0-1 0 0,0 0 1 0 0,0 0 0 0 0,0 0-1 0 0,0 0 1 0 0,0 0 0 0 0,0 0 0 0 0,-1 0-1 0 0,1 0 1 0 0,0 0 0 0 0,0 1-1 0 0,0-1 1 0 0,0 0 0 0 0,0 0 0 0 0,0 0-1 0 0,0 0 1 0 0,0 0 0 0 0,0 0 0 0 0,0 0-1 0 0,0 0 1 0 0,0 1 0 0 0,0-1-1 0 0,0 0 1 0 0,0 0 0 0 0,0 0 0 0 0,0 0-1 0 0,0 0 1 0 0,0 0 0 0 0,0 0-1 0 0,0 1 1 0 0,0-1 0 0 0,0 0 0 0 0,0 0-1 0 0,0 0 1 0 0,0 0 0 0 0,0 0-1 0 0,0 0 1 0 0,0 0 0 0 0,0 0 0 0 0,0 0-1 0 0,1 1 1 0 0,-1-1 0 0 0,0 0-1 0 0,0 0 1 0 0,0 0 0 0 0,0 0 0 0 0,0 0-1 0 0,10 3-11 0 0,12-1 16 0 0,-6-1-52 0 0,0 0 0 0 0,31 8 0 0 0,0 0 37 0 0,-39-9 91 0 0,0 0 0 0 0,1 0 0 0 0,12-2 0 0 0,8 0-339 0 0,-29 2 210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09.2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10 640 0 0,'0'0'3142'0'0,"4"-1"-2714"0"0,14-7 4406 0 0,-17 9-4664 0 0,0 1-1 0 0,1-1 1 0 0,-1 1-1 0 0,0-1 1 0 0,1 0 0 0 0,-1 0-1 0 0,1 0 1 0 0,-1 0-1 0 0,1 0 1 0 0,-1 0-1 0 0,1 0 1 0 0,3 1 0 0 0,6 4 201 0 0,68 56 626 0 0,48 64-908 0 0,-2-1-25 0 0,-114-116-42 0 0,0-1 0 0 0,24 12 1 0 0,-17-10-65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12.9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 11 460 0 0,'-3'-11'13601'0'0,"6"15"-13542"0"0,1 0 1 0 0,-1-1 0 0 0,0 1-1 0 0,0 0 1 0 0,-1 1 0 0 0,4 5-1 0 0,15 22-48 0 0,11 6-51 0 0,50 78 0 0 0,-34-45-10 0 0,-45-65 48 0 0,1 0 1 0 0,0 0-1 0 0,0-1 1 0 0,1 0-1 0 0,-1 0 1 0 0,1 0-1 0 0,0 0 1 0 0,1-1-1 0 0,-1 0 1 0 0,1 0-1 0 0,0 0 1 0 0,8 3-1 0 0,-9-7-1088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13.94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 1348 0 0,'0'0'2853'0'0,"5"-3"-2646"0"0,14-11 53 0 0,-18 14-218 0 0,0-1 1 0 0,0 1 0 0 0,1-1-1 0 0,-1 1 1 0 0,0-1 0 0 0,0 1-1 0 0,0-1 1 0 0,1 1 0 0 0,-1 0-1 0 0,0 0 1 0 0,0 0 0 0 0,1 0-1 0 0,-1 0 1 0 0,0 0 0 0 0,1 0-1 0 0,-1 0 1 0 0,0 1-1 0 0,0-1 1 0 0,0 0 0 0 0,1 1-1 0 0,1 0 1 0 0,21 14 41 0 0,-6-4 4989 0 0,-28-11-2517 0 0,2-4-1773 0 0,8 4-786 0 0,0 0 1 0 0,0-1 0 0 0,-1 1-1 0 0,1 0 1 0 0,0 0 0 0 0,0 0 0 0 0,0-1-1 0 0,-1 1 1 0 0,1 0 0 0 0,0 0-1 0 0,0 0 1 0 0,-1-1 0 0 0,1 1-1 0 0,0 0 1 0 0,0 0 0 0 0,-1 0-1 0 0,1 0 1 0 0,0 0 0 0 0,0 0-1 0 0,-1 0 1 0 0,1 0 0 0 0,0 0 0 0 0,0 0-1 0 0,-1 0 1 0 0,1 0 0 0 0,0 0-1 0 0,-1 0 1 0 0,1 0 0 0 0,0 0-1 0 0,0 0 1 0 0,-1 0 0 0 0,1 0-1 0 0,0 0 1 0 0,-1 0 0 0 0,1 0 0 0 0,0 0-1 0 0,0 0 1 0 0,-1 1 0 0 0,1-1-1 0 0,0 0 1 0 0,0 0 0 0 0,0 0-1 0 0,-1 1 1 0 0,1-1 0 0 0,0 0-1 0 0,0 0 1 0 0,0 0 0 0 0,0 1-1 0 0,-1-1 1 0 0,1 0 0 0 0,0 0 0 0 0,0 1-1 0 0,0-1 1 0 0,0 0 0 0 0,0 1-1 0 0,0-1 1 0 0,0 0 0 0 0,0 0-1 0 0,0 1 1 0 0,0-1 0 0 0,0 0-1 0 0,0 1 1 0 0,0-1 0 0 0,0 0 0 0 0,0 0-1 0 0,0 1 1 0 0,0-1 0 0 0,0 0-1 0 0,0 1 1 0 0,0 5-35 0 0,-1 0 1 0 0,-1 1-1 0 0,1-1 1 0 0,-4 8-1 0 0,-3 20 48 0 0,1 24 82 0 0,-6 96 241 0 0,13-145-335 0 0,0 0 1 0 0,1 0-1 0 0,0 0 1 0 0,0 0-1 0 0,1 0 1 0 0,0 0 0 0 0,1 0-1 0 0,0-1 1 0 0,0 1-1 0 0,1-1 1 0 0,7 13-1 0 0,-11-21-63 0 0,1 1 0 0 0,-1 0 0 0 0,1 0 0 0 0,-1-1 0 0 0,1 1 0 0 0,-1-1 0 0 0,1 1 0 0 0,0-1 0 0 0,-1 1 0 0 0,1-1 0 0 0,0 1 0 0 0,0-1 0 0 0,-1 1 0 0 0,1-1 0 0 0,0 0 0 0 0,0 1 0 0 0,1-1 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14.5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6 1636 0 0,'0'0'6884'0'0,"-6"-6"-4686"0"0,10 165 466 0 0,-2-136-2540 0 0,1 1 0 0 0,1-1 0 0 0,1 0 0 0 0,9 24 1 0 0,-14-44-126 0 0,1 1 1 0 0,0-1-1 0 0,1 0 1 0 0,-1 0-1 0 0,1 0 1 0 0,-1 0 0 0 0,1 0-1 0 0,0 0 1 0 0,0 0-1 0 0,0 0 1 0 0,3 3-1 0 0,-4-6-169 0 0,-1 0 0 0 0,1 0-1 0 0,-1-1 1 0 0,1 1-1 0 0,-1 0 1 0 0,1 0 0 0 0,-1 0-1 0 0,1 0 1 0 0,-1 0 0 0 0,1-1-1 0 0,-1 1 1 0 0,1 0-1 0 0,-1-1 1 0 0,0 1 0 0 0,3-4-1534 0 0,-2 4 1534 0 0,-1-1-1 0 0,0 1 1 0 0,0-1 0 0 0,0 1-1 0 0,0-1 1 0 0,0 1-1 0 0,1-1 1 0 0,-1 0 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15.94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61 1 1676 0 0,'0'0'5145'0'0,"18"4"-3055"0"0,-16 6 1156 0 0,-10-5-3182 0 0,-14 5 5 0 0,15-8-111 0 0,0 1 1 0 0,0 0-1 0 0,1 0 0 0 0,-1 1 0 0 0,-7 5 1 0 0,14-9 31 0 0,0 1 1 0 0,-1-1 0 0 0,1 0-1 0 0,0 0 1 0 0,0 1-1 0 0,0-1 1 0 0,-1 0-1 0 0,1 0 1 0 0,0 1 0 0 0,0-1-1 0 0,0 0 1 0 0,0 1-1 0 0,0-1 1 0 0,-1 0-1 0 0,1 1 1 0 0,0-1 0 0 0,0 0-1 0 0,0 1 1 0 0,0-1-1 0 0,0 0 1 0 0,0 1 0 0 0,0-1-1 0 0,0 0 1 0 0,0 1-1 0 0,0-1 1 0 0,1 0-1 0 0,-1 1 1 0 0,0-1 0 0 0,0 0-1 0 0,0 1 1 0 0,0-1-1 0 0,0 0 1 0 0,0 0-1 0 0,1 1 1 0 0,-1-1 0 0 0,0 0-1 0 0,0 0 1 0 0,1 1-1 0 0,-1-1 1 0 0,11 7 148 0 0,-7-6-65 0 0,1 0-1 0 0,-1 1 1 0 0,1-1 0 0 0,-1 1 0 0 0,0 0-1 0 0,0 0 1 0 0,0 0 0 0 0,0 1 0 0 0,0 0 0 0 0,0-1-1 0 0,-1 1 1 0 0,1 0 0 0 0,-1 1 0 0 0,4 3 0 0 0,-6-6-42 0 0,0 0 1 0 0,0 0 0 0 0,0 0-1 0 0,1 0 1 0 0,-1-1 0 0 0,0 1-1 0 0,1-1 1 0 0,-1 1 0 0 0,0-1-1 0 0,1 1 1 0 0,-1-1 0 0 0,1 0-1 0 0,-1 1 1 0 0,1-1 0 0 0,-1 0-1 0 0,0 0 1 0 0,1 0 0 0 0,-1 0-1 0 0,3-1 1 0 0,1 1-114 0 0,-5 0 35 0 0,33-3-2530 0 0,-26 2 1042 0 0,-38 5-7791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29.6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 13 996 0 0,'-3'-2'9377'0'0,"-11"-7"-9952"0"0,1 8 656 0 0,12 6 1979 0 0,17 17 130 0 0,-14-20-2605 0 0,2 3 451 0 0,0 1 0 0 0,-1 0 0 0 0,0 0 0 0 0,0 0 0 0 0,0 0 0 0 0,-1 1 0 0 0,3 7 0 0 0,7 18 241 0 0,52 112 72 0 0,-56-128-394 0 0,0-1-1 0 0,11 14 1 0 0,-16-24 46 0 0,1-1 0 0 0,0 1 1 0 0,0-1-1 0 0,0 0 0 0 0,0-1 0 0 0,0 1 0 0 0,1-1 1 0 0,0 0-1 0 0,0 0 0 0 0,5 3 0 0 0,6 2-134 0 0,-25-20-1442 0 0,3 5 1683 0 0,0 1 0 0 0,0 0 0 0 0,0 0 0 0 0,0 1 0 0 0,-1-1 0 0 0,0 1 0 0 0,-15-8 0 0 0,8 6-237 0 0,-9-4 132 0 0,0-1 0 0 0,1-2 0 0 0,-25-18 1 0 0,45 30-1 0 0,1 0 1 0 0,0 0-1 0 0,-1 0 1 0 0,1 0 0 0 0,0 0-1 0 0,0 0 1 0 0,0-1-1 0 0,0 1 1 0 0,0 0 0 0 0,1 0-1 0 0,-1-1 1 0 0,1 1 0 0 0,-1 0-1 0 0,1-1 1 0 0,0-2-1 0 0,-6-23 143 0 0,3 22-570 0 0,-3-6 1057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30.63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 19 656 0 0,'0'0'7318'0'0,"-2"-3"-6977"0"0,-8-9-111 0 0,7 9 685 0 0,4 6-682 0 0,-1 0 0 0 0,1 0-1 0 0,-1 1 1 0 0,0-1 0 0 0,0 0 0 0 0,0 0-1 0 0,-1 5 1 0 0,0-2-7 0 0,1-2-143 0 0,1 0 0 0 0,-1 0 0 0 0,1 0 0 0 0,0 0 0 0 0,0 0 0 0 0,0-1 0 0 0,1 1 0 0 0,0 0 1 0 0,-1-1-1 0 0,4 5 0 0 0,27 35 174 0 0,-5-7-234 0 0,-3-3-81 0 0,2 0 1 0 0,1-2-1 0 0,52 46 1 0 0,-76-73-10 0 0,1-1 1 0 0,0 0 0 0 0,0 0-1 0 0,1-1 1 0 0,-1 1-1 0 0,0-1 1 0 0,1 0-1 0 0,0 0 1 0 0,-1 0-1 0 0,1-1 1 0 0,0 1 0 0 0,0-1-1 0 0,0 0 1 0 0,0-1-1 0 0,0 1 1 0 0,7-1-1 0 0,-11 0-5 0 0,-1-1 0 0 0,1 1 0 0 0,0 0 0 0 0,0-1 0 0 0,0 1-1 0 0,-1 0 1 0 0,1-1 0 0 0,0 1 0 0 0,-1-1 0 0 0,1 0 0 0 0,0 1 0 0 0,-1-1-1 0 0,1 1 1 0 0,-1-1 0 0 0,1 0 0 0 0,-1 1 0 0 0,1-1 0 0 0,-1 0-1 0 0,0 0 1 0 0,1 1 0 0 0,-1-1 0 0 0,0 0 0 0 0,1 0 0 0 0,-1 0 0 0 0,0 1-1 0 0,0-1 1 0 0,0 0 0 0 0,0 0 0 0 0,0 0 0 0 0,0 0 0 0 0,0 1 0 0 0,0-1-1 0 0,0-2 1 0 0,0 3-128 0 0,0-1 0 0 0,0 0 1 0 0,0 1-1 0 0,-1-1 0 0 0,1 0 0 0 0,0 1 0 0 0,0-1 0 0 0,0 0 0 0 0,-1 1 0 0 0,1-1 0 0 0,0 1 0 0 0,-1-1 1 0 0,1 1-1 0 0,0-1 0 0 0,-1 0 0 0 0,1 1 0 0 0,-1-1 0 0 0,1 1 0 0 0,-1 0 0 0 0,1-1 0 0 0,-1 1 1 0 0,1-1-1 0 0,-1 1 0 0 0,1 0 0 0 0,-1-1 0 0 0,0 1 0 0 0,1 0 0 0 0,-2-1 0 0 0,2 1 166 0 0,0 0 0 0 0,-1 0 0 0 0,1 0 0 0 0,0 0 0 0 0,0 0 0 0 0,0 0 0 0 0,0 0 0 0 0,-1 1 0 0 0,1-1 0 0 0,0 0 0 0 0,0 0 0 0 0,0 0 0 0 0,0 0 0 0 0,-1 0 0 0 0,1 0 0 0 0,0 0 0 0 0,0 0 0 0 0,0 0 0 0 0,0 0 0 0 0,0 1 0 0 0,-1-1 0 0 0,1 0 0 0 0,0 0 0 0 0,0 0 0 0 0,0 0 0 0 0,0 0-1 0 0,0 0 1 0 0,0 1 0 0 0,0-1 0 0 0,0 0 0 0 0,0 0 0 0 0,0 0 0 0 0,-1 0 0 0 0,1 1 0 0 0,0-1 0 0 0,0 0 0 0 0,0 0 0 0 0,0 0 0 0 0,0 1 0 0 0,0-1 0 0 0,0 0 0 0 0,0 0 0 0 0,0 0 0 0 0,0 0 0 0 0,1 1 0 0 0,-1-1 0 0 0,0 0 0 0 0,0 0 0 0 0,0 0 0 0 0,0 1 0 0 0,4 31-1363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31.6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57 11 316 0 0,'0'0'1900'0'0,"-24"-6"2824"0"0,23 6-4636 0 0,1-1 1 0 0,-1 1-1 0 0,1-1 0 0 0,-1 1 1 0 0,1 0-1 0 0,-1-1 0 0 0,1 1 1 0 0,-1 0-1 0 0,1-1 0 0 0,-1 1 1 0 0,0 0-1 0 0,1 0 0 0 0,-1 0 1 0 0,0 0-1 0 0,1 0 0 0 0,-1-1 1 0 0,1 1-1 0 0,-1 0 0 0 0,0 0 1 0 0,1 0-1 0 0,-1 1 0 0 0,0-1 1 0 0,1 0-1 0 0,-1 0 0 0 0,1 0 1 0 0,-1 0-1 0 0,0 1 0 0 0,1-1 1 0 0,-1 0-1 0 0,1 0 0 0 0,-1 1 1 0 0,1-1-1 0 0,-1 1 0 0 0,1-1 1 0 0,-1 0-1 0 0,0 1 0 0 0,0 1-105 0 0,0-1 0 0 0,0 0-1 0 0,0 1 1 0 0,0-1-1 0 0,0 1 1 0 0,0-1 0 0 0,1 1-1 0 0,-1-1 1 0 0,0 1-1 0 0,1-1 1 0 0,-1 4 0 0 0,1-2 45 0 0,0 1 1 0 0,0-1-1 0 0,0 0 1 0 0,0 1 0 0 0,1-1-1 0 0,0 1 1 0 0,-1-1-1 0 0,1 0 1 0 0,0 0 0 0 0,1 1-1 0 0,-1-1 1 0 0,1 0-1 0 0,-1 0 1 0 0,1 0 0 0 0,0 0-1 0 0,0-1 1 0 0,0 1-1 0 0,1 0 1 0 0,2 2 0 0 0,7 6 69 0 0,-1-1 0 0 0,27 16 0 0 0,-36-24-86 0 0,75 40 95 0 0,-57-32-159 0 0,0 1 0 0 0,0 1 1 0 0,26 20-1 0 0,-31-17 23 0 0,-13-13 50 0 0,1 1 1 0 0,0 0 0 0 0,0-1-1 0 0,0 1 1 0 0,0-1-1 0 0,0 0 1 0 0,7 4 1270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32.52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29 150 496 0 0,'0'0'619'0'0,"-3"-11"-626"0"0,-9-32 2 0 0,5 19-260 0 0,6 22 240 0 0,0 0 1 0 0,0-1 0 0 0,0 1-1 0 0,0-1 1 0 0,1 1-1 0 0,-1-1 1 0 0,1 1-1 0 0,-1-1 1 0 0,1 0-1 0 0,0 1 1 0 0,0-1 0 0 0,0 1-1 0 0,0-1 1 0 0,1 0-1 0 0,-1 1 1 0 0,1-1-1 0 0,0 1 1 0 0,0-3-1 0 0,2-13-19 0 0,-3 15-45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33.1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 6 292 0 0,'0'0'2404'0'0,"-4"-6"-1656"0"0,4 61 2735 0 0,10-12-1920 0 0,-8-29-1435 0 0,0 1 0 0 0,1-1 0 0 0,0 0 0 0 0,1 0 0 0 0,9 21-1 0 0,-7-17-54 0 0,1 0-46 0 0,0 0 0 0 0,13 23 1 0 0,-17-35-36 0 0,1 0 0 0 0,0 0 0 0 0,0-1 1 0 0,1 0-1 0 0,-1 0 0 0 0,1 0 0 0 0,0 0 1 0 0,0-1-1 0 0,1 1 0 0 0,5 3 0 0 0,-8-6 12 0 0,12 6 61 0 0,-15-8 31 0 0,0 0-38 0 0,0 2-39 0 0,1-1-55 0 0,0 1 0 0 0,-1-1 0 0 0,1 0 0 0 0,0 0 0 0 0,0 1 0 0 0,0-1 0 0 0,0 0 0 0 0,0 0 0 0 0,1 0 0 0 0,1 2 0 0 0,8 8-1579 0 0,-10-8 1225 0 0,-17-25-6777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38.7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15 892 0 0,'11'-15'15055'0'0,"0"31"-13756"0"0,8 21-1936 0 0,5 32 628 0 0,36 72 0 0 0,-57-133 7 0 0,6 10-21 0 0,24 34 0 0 0,-5-10 14 0 0,-28-42-33 0 0,0 0 1 0 0,0 0 0 0 0,0 0 0 0 0,0 0-1 0 0,0 0 1 0 0,0 0 0 0 0,0 0 0 0 0,0 0 0 0 0,0-1-1 0 0,0 1 1 0 0,0 0 0 0 0,0 0 0 0 0,0 0-42 0 0,5-18-5601 0 0,-6-6-3984 0 0,2 73 9105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39.7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41 772 0 0,'0'0'3034'0'0,"0"-5"-2714"0"0,0 1-493 0 0,0 1 638 0 0,1-1 1 0 0,-1 1-1 0 0,0-1 0 0 0,-8-13 6363 0 0,2 61-5629 0 0,7-5-1069 0 0,2-1 1 0 0,2 1-1 0 0,1-1 1 0 0,22 69-1 0 0,-23-91-122 0 0,4 17-17 0 0,2 0 1 0 0,18 38-1 0 0,-18-52-398 0 0,-5-15-939 0 0,-3-14-519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42.01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89 23 288 0 0,'0'0'4248'0'0,"1"6"-3538"0"0,-6 42 1091 0 0,1-16-126 0 0,-1 67-1 0 0,1-13-791 0 0,3-71-764 0 0,0 1 0 0 0,2 23 0 0 0,0-33-122 0 0,0 1-1 0 0,0-1 0 0 0,1 0 1 0 0,-1 0-1 0 0,1-1 1 0 0,1 1-1 0 0,-1 0 1 0 0,1-1-1 0 0,4 7 0 0 0,-3-6-62 0 0,0 1 47 0 0,1 1 0 0 0,1-1 0 0 0,-1-1 0 0 0,12 11 0 0 0,-17-16 12 0 0,0-1-1 0 0,0 0 1 0 0,0 0 0 0 0,0 0 0 0 0,0 0-1 0 0,1 0 1 0 0,-1 1 0 0 0,0-1-1 0 0,0 0 1 0 0,0 0 0 0 0,0 0 0 0 0,0 0-1 0 0,1 0 1 0 0,-1 0 0 0 0,0 0-1 0 0,0 0 1 0 0,0 0 0 0 0,1 0-1 0 0,-1 1 1 0 0,0-1 0 0 0,0 0 0 0 0,0 0-1 0 0,0 0 1 0 0,1 0 0 0 0,-1 0-1 0 0,0 0 1 0 0,0 0 0 0 0,0 0 0 0 0,0-1-1 0 0,1 1 1 0 0,-1 0 0 0 0,0 0-1 0 0,0 0 1 0 0,0 0 0 0 0,0 0-1 0 0,1 0 1 0 0,-1 0 0 0 0,0 0 0 0 0,0 0-1 0 0,0 0 1 0 0,1-1 0 0 0,0-8-840 0 0,-1 8 861 0 0,3-21 82 0 0,-3 15-127 0 0,0 2 53 0 0,0 1 0 0 0,0-1 0 0 0,0 1 0 0 0,-1 0 0 0 0,1-1 1 0 0,-1 1-1 0 0,0-1 0 0 0,-1 1 0 0 0,-1-6 0 0 0,-3-5 5 0 0,0 0 0 0 0,2 0 0 0 0,0 0 0 0 0,0-1 0 0 0,2 0 0 0 0,0 0 0 0 0,1 0 0 0 0,1-28 0 0 0,-7-20-69 0 0,3 38-125 0 0,0-42-1145 0 0,4 68 1299 0 0,2-34-333 0 0,5 28 259 0 0,-6 4 33 0 0,1 0 1 0 0,0 1-1 0 0,-1-1 1 0 0,1 1 0 0 0,0 0-1 0 0,0 0 1 0 0,0-1-1 0 0,3 0 1 0 0,1-2-47 0 0,-5 3 97 0 0,0 0 0 0 0,0 1 0 0 0,0-1 0 0 0,0 0 0 0 0,0 1 1 0 0,0-1-1 0 0,0 1 0 0 0,0-1 0 0 0,0 1 0 0 0,0 0 0 0 0,1 0 0 0 0,-1-1 0 0 0,0 1 0 0 0,0 0 0 0 0,0 0 0 0 0,2 0 0 0 0,-20 0 23 0 0,1 1 0 0 0,-1 0 0 0 0,1 1 1 0 0,0 1-1 0 0,-30 8 0 0 0,40-9-181 0 0,5-2 103 0 0,1 0-1 0 0,-1 0 1 0 0,1 0-1 0 0,-1 0 0 0 0,1 0 1 0 0,-1 1-1 0 0,0-1 1 0 0,1 0-1 0 0,-1 0 1 0 0,1 0-1 0 0,-1 0 1 0 0,1 1-1 0 0,-1-1 0 0 0,1 0 1 0 0,0 1-1 0 0,-1-1 1 0 0,1 0-1 0 0,-1 1 1 0 0,1-1-1 0 0,0 0 0 0 0,-1 1 1 0 0,1-1-1 0 0,0 1 1 0 0,-1-1-1 0 0,1 1 1 0 0,0-1-1 0 0,0 1 0 0 0,-1-1 1 0 0,1 1-1 0 0,0-1 1 0 0,0 1-1 0 0,0 0 1 0 0,15 8-5542 0 0,-30-20 4941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44.8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 50 1048 0 0,'0'0'6634'0'0,"5"28"-1496"0"0,0-26-5107 0 0,0-1 0 0 0,-1 1 0 0 0,1-1 1 0 0,0 1-1 0 0,0-2 0 0 0,0 1 0 0 0,0 0 0 0 0,7-1 0 0 0,47-2-17 0 0,-44 1-9 0 0,17-4-472 0 0,0-1 0 0 0,-1-1 0 0 0,58-22 0 0 0,-67 22 112 0 0,31-20-525 0 0,-49 26 816 0 0,0 0 0 0 0,1 1 0 0 0,-1-1 0 0 0,0 1 0 0 0,0 0-1 0 0,1 0 1 0 0,-1 0 0 0 0,0 0 0 0 0,9 3 0 0 0,-13-3 117 0 0,0 0 0 0 0,0 0-1 0 0,1 0 1 0 0,-1 0 0 0 0,0 0 0 0 0,0 0 0 0 0,0 0 0 0 0,1 0 0 0 0,-1 0-1 0 0,0 0 1 0 0,0 0 0 0 0,1 1 0 0 0,-1-1 0 0 0,0 0 0 0 0,0 0 0 0 0,0 0 0 0 0,1 0-1 0 0,-1 1 1 0 0,0-1 0 0 0,0 0 0 0 0,0 0 0 0 0,0 0 0 0 0,0 1 0 0 0,1-1-1 0 0,-1 0 1 0 0,0 0 0 0 0,0 1 0 0 0,0-1 0 0 0,0 0 0 0 0,0 0 0 0 0,0 1-1 0 0,0-1 1 0 0,0 0 0 0 0,0 0 0 0 0,0 1 0 0 0,0-1 0 0 0,0 0 0 0 0,0 0 0 0 0,0 1-1 0 0,0-1 1 0 0,0 0 0 0 0,0 1 0 0 0,-13 8 780 0 0,-36 10-1198 0 0,22-9 464 0 0,-8 4 66 0 0,-65 18 0 0 0,79-26-55 0 0,-21 4 184 0 0,24-6-228 0 0,0 0 0 0 0,-19 9 0 0 0,33-12-40 0 0,0 0 0 0 0,-1-1 0 0 0,1 1 0 0 0,0-1 0 0 0,0 0 0 0 0,-1 0 0 0 0,1 0 0 0 0,-5-1-1 0 0,7 0-69 0 0,-1 1-1 0 0,0 0 1 0 0,0-1-1 0 0,0 1 0 0 0,0 0 1 0 0,0 1-1 0 0,0-1 1 0 0,0 0-1 0 0,0 1 0 0 0,0-1 1 0 0,0 1-1 0 0,1 0 0 0 0,-6 3 1 0 0,3 7-622 0 0,5-11 680 0 0,0 0 1 0 0,0 0 0 0 0,0 0-1 0 0,0 0 1 0 0,0 0 0 0 0,1 0-1 0 0,-1 0 1 0 0,0 0 0 0 0,0 0-1 0 0,0 0 1 0 0,0 0 0 0 0,0 0-1 0 0,0 0 1 0 0,1 0 0 0 0,-1 0-1 0 0,0 0 1 0 0,0 0 0 0 0,0 0-1 0 0,0 0 1 0 0,0 0 0 0 0,0 0-1 0 0,1 0 1 0 0,-1 0 0 0 0,0 0-1 0 0,0 0 1 0 0,0 0 0 0 0,0 0-1 0 0,0 1 1 0 0,0-1 0 0 0,0 0-1 0 0,0 0 1 0 0,0 0 0 0 0,0 0-1 0 0,1 0 1 0 0,-1 0 0 0 0,0 0-1 0 0,0 1 1 0 0,0-1 0 0 0,0 0-1 0 0,0 0 1 0 0,0 0 0 0 0,0 0-1 0 0,0 0 1 0 0,0 0 0 0 0,0 0-1 0 0,0 1 1 0 0,0-1 0 0 0,0 0-1 0 0,0 0 1 0 0,0 0 0 0 0,0 0-1 0 0,0 0 1 0 0,0 0 0 0 0,0 1-1 0 0,0-1 1 0 0,0 0 0 0 0,0 0-1 0 0,0 0 1 0 0,-1 0 0 0 0,1 0-1 0 0,0 0 1 0 0,0 0 0 0 0,0 1 0 0 0,0-1-1 0 0,0 0 1 0 0,0 0 0 0 0,62-55-495 0 0,-62 55 464 0 0,1 0 1 0 0,-1 0-1 0 0,0-1 0 0 0,1 1 1 0 0,-1 0-1 0 0,0 0 0 0 0,1 0 1 0 0,-1 0-1 0 0,0 0 0 0 0,1 0 1 0 0,-1 0-1 0 0,0 0 0 0 0,1 0 1 0 0,-1 0-1 0 0,0 0 0 0 0,1 1 1 0 0,-1-1-1 0 0,0 0 0 0 0,1 0 0 0 0,-1 0 1 0 0,0 0-1 0 0,1 0 0 0 0,-1 1 1 0 0,0-1-1 0 0,0 0 0 0 0,1 0 1 0 0,-1 1-1 0 0,0-1 0 0 0,0 0 1 0 0,1 0-1 0 0,-1 1 0 0 0,0-1 1 0 0,0 0-1 0 0,0 0 0 0 0,0 1 0 0 0,1-1 1 0 0,-1 0-1 0 0,0 1 0 0 0,0 0 1 0 0,11 21 189 0 0,1 1-85 0 0,-7-21-57 0 0,0 0 1 0 0,0 0-1 0 0,-1-1 0 0 0,1 1 0 0 0,0-1 1 0 0,0 0-1 0 0,0-1 0 0 0,0 1 0 0 0,1-1 1 0 0,-1 0-1 0 0,0-1 0 0 0,0 1 0 0 0,6-2 0 0 0,2-1-311 0 0,1 0-1 0 0,0-1 0 0 0,-1-1 1 0 0,0 0-1 0 0,0-1 0 0 0,0-1 0 0 0,-1 0 1 0 0,0 0-1 0 0,0-1 0 0 0,0-1 0 0 0,12-12 1 0 0,0-7-5987 0 0,-20 22 3860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46.5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 4 420 0 0,'-2'-3'13365'0'0,"-3"17"-13312"0"0,1 0 0 0 0,0 0 0 0 0,1 1 0 0 0,0 0 0 0 0,1-1 0 0 0,1 1 0 0 0,0 0 0 0 0,1 0-1 0 0,1 0 1 0 0,4 25 0 0 0,-1 12-131 0 0,-3-33 78 0 0,6 36 1 0 0,-5-50-12 0 0,-1 1 0 0 0,1-1 0 0 0,0 1 0 0 0,0-1 0 0 0,1 1-1 0 0,-1-1 1 0 0,1 0 0 0 0,0 0 0 0 0,1 0 0 0 0,4 5 0 0 0,2-2 3 0 0,-6-10-1578 0 0,-8-20-4627 0 0,1 12 3776 0 0,8 39-1487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47.59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65 0 668 0 0,'0'0'3323'0'0,"0"4"-2881"0"0,0 1-80 0 0,0-1 0 0 0,0 1 0 0 0,0-1 0 0 0,-1 1 0 0 0,1 0 0 0 0,-1-1 0 0 0,-1 1 0 0 0,1-1 0 0 0,0 0 0 0 0,-1 1 0 0 0,-3 4 0 0 0,-3 7 9 0 0,0 0 0 0 0,2 0-1 0 0,-1 0 1 0 0,2 1 0 0 0,0 0-1 0 0,-4 31 1 0 0,8-35-353 0 0,-1 0 0 0 0,2 0-1 0 0,-1 0 1 0 0,2 1 0 0 0,0-1 0 0 0,0 0 0 0 0,2 0 0 0 0,4 18 0 0 0,-2-6-6 0 0,3 12-137 0 0,-7-35 109 0 0,0 0 0 0 0,0 0 1 0 0,0 0-1 0 0,0-1 0 0 0,0 1 0 0 0,1 0 0 0 0,-1-1 0 0 0,0 1 0 0 0,1-1 0 0 0,-1 1 1 0 0,1-1-1 0 0,-1 0 0 0 0,1 0 0 0 0,0 0 0 0 0,0 0 0 0 0,2 2 0 0 0,-3-3-44 0 0,0 1 0 0 0,0-1 0 0 0,-1 0 0 0 0,1 1 0 0 0,0-1 0 0 0,0 0 0 0 0,0 1 0 0 0,0-1 0 0 0,0 0 0 0 0,0 0 1 0 0,0 0-1 0 0,0 0 0 0 0,0 0 0 0 0,0 0 0 0 0,0 0 0 0 0,0 0 0 0 0,-1 0 0 0 0,1 0 0 0 0,0-1 0 0 0,0 1 0 0 0,0 0 0 0 0,0-1 0 0 0,0 1 0 0 0,0 0 0 0 0,0-1 0 0 0,-1 1 0 0 0,1-1 0 0 0,1 0 0 0 0,-1-1 70 0 0,0 0 1 0 0,0 0-1 0 0,0 0 1 0 0,0 0 0 0 0,-1 1-1 0 0,1-1 1 0 0,0 0-1 0 0,-1 0 1 0 0,0 0 0 0 0,1 0-1 0 0,-1 0 1 0 0,0 0-1 0 0,0-4 1 0 0,0 5-7 0 0,0 0-1 0 0,-1 0 1 0 0,1 0 0 0 0,0 0-1 0 0,0 0 1 0 0,-1 1 0 0 0,1-1-1 0 0,0 0 1 0 0,-1 0 0 0 0,1 0 0 0 0,-1 0-1 0 0,1 1 1 0 0,-1-1 0 0 0,1 0-1 0 0,-1 0 1 0 0,0 1 0 0 0,1-1-1 0 0,-1 0 1 0 0,0 1 0 0 0,1-1-1 0 0,-1 1 1 0 0,0-1 0 0 0,-1 0 0 0 0,2 1-18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3:48.4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79 1 1060 0 0,'0'0'4025'0'0,"2"27"-2783"0"0,-2-25-1238 0 0,0 0 0 0 0,1 0 0 0 0,-1 0-1 0 0,1-1 1 0 0,0 1 0 0 0,-1 0 0 0 0,1 0 0 0 0,0-1 0 0 0,0 1 0 0 0,0 0 0 0 0,0-1 0 0 0,0 1 0 0 0,0-1 0 0 0,3 2 0 0 0,-3-1-7 0 0,0-1 0 0 0,1 1 0 0 0,-1-1 0 0 0,0 1 0 0 0,0-1 0 0 0,0 1 0 0 0,0 0 0 0 0,0-1 0 0 0,0 1 0 0 0,0 0 0 0 0,-1 0 0 0 0,1 0 0 0 0,-1 0 0 0 0,1 3 0 0 0,-1-4 30 0 0,-1 0 0 0 0,1-1 0 0 0,0 1 0 0 0,-1 0 0 0 0,1 0 0 0 0,-1-1 0 0 0,1 1 1 0 0,-1 0-1 0 0,0-1 0 0 0,1 1 0 0 0,-1 0 0 0 0,0-1 0 0 0,1 1 0 0 0,-1-1 1 0 0,0 1-1 0 0,0-1 0 0 0,1 0 0 0 0,-1 1 0 0 0,0-1 0 0 0,0 0 0 0 0,-1 1 0 0 0,-28 9-374 0 0,8-2-63 0 0,17-6 406 0 0,1 0 74 0 0,-1 0 1 0 0,1 0-1 0 0,0 0 1 0 0,0 1-1 0 0,0 0 1 0 0,-7 5-1 0 0,13-8-15 0 0,0 0 0 0 0,1 0-1 0 0,-1 0 1 0 0,0 0 0 0 0,1-1 0 0 0,-1 1-1 0 0,0-1 1 0 0,0 0 0 0 0,1 1-1 0 0,-1-1 1 0 0,3-2 0 0 0,-2 2-37 0 0,11-4-25 0 0,-4 0-33 0 0,1 1 1 0 0,0 0 0 0 0,0 1-1 0 0,0 0 1 0 0,0 1 0 0 0,12-1-1 0 0,-22 3 20 0 0,6 19 388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0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445 123 2252 0 0,'0'0'6052'0'0,"19"-22"-3763"0"0,-18 21-2213 0 0,-1 0 0 0 0,1 0 0 0 0,-1 1 0 0 0,0-1 0 0 0,1 0 1 0 0,-1 0-1 0 0,0 0 0 0 0,0 0 0 0 0,0 0 0 0 0,0 0 0 0 0,1 0 0 0 0,-2 0 0 0 0,1 0 0 0 0,0 0 0 0 0,0 0 0 0 0,0 0 1 0 0,0 0-1 0 0,0 0 0 0 0,-1 1 0 0 0,1-1 0 0 0,-1-2 0 0 0,-15-18 597 0 0,14 19-627 0 0,0 0-1 0 0,0-1 1 0 0,0 1-1 0 0,0-1 1 0 0,1 0-1 0 0,-1 0 0 0 0,-1-2 1 0 0,3 3-3 0 0,-1 0-1 0 0,1 1 1 0 0,-1-1-1 0 0,0 0 1 0 0,0 1 0 0 0,0-1-1 0 0,0 1 1 0 0,0 0-1 0 0,0-1 1 0 0,0 1 0 0 0,0 0-1 0 0,-1 0 1 0 0,1-1 0 0 0,-1 1-1 0 0,1 0 1 0 0,0 0-1 0 0,-3 0 1 0 0,0-1-13 0 0,0 0 1 0 0,0 1-1 0 0,0 0 0 0 0,0 0 1 0 0,0 0-1 0 0,-1 0 0 0 0,-4 1 1 0 0,-9 0 58 0 0,1 0 1 0 0,-32 6 0 0 0,38-4 90 0 0,-46 3 758 0 0,56-5-865 0 0,-10 25-340 0 0,-8 16 301 0 0,-1-1 0 0 0,-40 56-1 0 0,30-49-65 0 0,-8 3 11 0 0,25-34 18 0 0,-16 25 0 0 0,28-41 1 0 0,1 0 0 0 0,0 1 0 0 0,0-1-1 0 0,0 0 1 0 0,0 0 0 0 0,0 0-1 0 0,0 0 1 0 0,0 0 0 0 0,0 1 0 0 0,0-1-1 0 0,0 0 1 0 0,0 0 0 0 0,0 0-1 0 0,0 0 1 0 0,0 1 0 0 0,0-1 0 0 0,0 0-1 0 0,0 0 1 0 0,0 0 0 0 0,0 0-1 0 0,1 0 1 0 0,-1 0 0 0 0,0 1 0 0 0,0-1-1 0 0,0 0 1 0 0,0 0 0 0 0,0 0-1 0 0,0 0 1 0 0,0 0 0 0 0,0 0 0 0 0,0 0-1 0 0,1 1 1 0 0,-1-1 0 0 0,0 0-1 0 0,0 0 1 0 0,0 0 0 0 0,0 0 0 0 0,0 0-1 0 0,1 0 1 0 0,-1 0 0 0 0,0 0-1 0 0,0 0 1 0 0,0 0 0 0 0,0 0 0 0 0,13 2-38 0 0,18-1-37 0 0,-25-1 10 0 0,35 2-161 0 0,64 11 0 0 0,-59-6-284 0 0,13 4-259 0 0,-53-10 741 0 0,0 1 0 0 0,0 0 0 0 0,-1 0 1 0 0,1 0-1 0 0,-1 1 0 0 0,0 0 1 0 0,9 6-1 0 0,-12-8-144 0 0,3 4 777 0 0,-5-5-587 0 0,0 0 0 0 0,0 1 0 0 0,0-1 0 0 0,0 0 0 0 0,0 0 0 0 0,0 0 0 0 0,0 0 0 0 0,0 0 0 0 0,0 1 0 0 0,0-1 0 0 0,0 0 0 0 0,0 0 0 0 0,-1 0 0 0 0,1 0 0 0 0,0 0 0 0 0,0 0 0 0 0,0 1 0 0 0,0-1 0 0 0,0 0 0 0 0,0 0 0 0 0,0 0 0 0 0,0 0 0 0 0,0 0 0 0 0,-1 0 0 0 0,1 0 0 0 0,0 0 0 0 0,0 0 0 0 0,0 0 0 0 0,0 0 0 0 0,0 1 0 0 0,0-1 0 0 0,-1 0 0 0 0,1 0 0 0 0,0 0 0 0 0,0 0 0 0 0,0 0 0 0 0,0 0 0 0 0,0 0 0 0 0,-1 0 0 0 0,1 0 0 0 0,0 0 0 0 0,0 0 0 0 0,0 0 0 0 0,0 0 0 0 0,0 0 0 0 0,0-1 0 0 0,-1 1 0 0 0,1 0 0 0 0,0 0 0 0 0,0 0 0 0 0,0 0 0 0 0,-1 0 195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0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219 16 420 0 0,'0'0'8951'0'0,"-4"-3"-8765"0"0,3 1-176 0 0,0 1 0 0 0,0 0 1 0 0,-1 0-1 0 0,1 0 0 0 0,0 0 0 0 0,-1 1 0 0 0,1-1 1 0 0,-1 0-1 0 0,1 0 0 0 0,-1 1 0 0 0,1-1 0 0 0,-1 1 1 0 0,1-1-1 0 0,-1 1 0 0 0,1 0 0 0 0,-3 0 0 0 0,1 0-1 0 0,0 0-1 0 0,0 1 0 0 0,1 0 1 0 0,-1 0-1 0 0,0-1 0 0 0,1 2 0 0 0,-1-1 1 0 0,1 0-1 0 0,-1 0 0 0 0,-3 4 1 0 0,-47 28 25 0 0,25-17-24 0 0,-40 33 1 0 0,68-49-24 0 0,-1 0-1 0 0,1 0 1 0 0,-1 1-1 0 0,1-1 1 0 0,0 0 0 0 0,-1 0-1 0 0,1 1 1 0 0,0-1-1 0 0,-1 0 1 0 0,1 1 0 0 0,0-1-1 0 0,-1 0 1 0 0,1 1 0 0 0,0-1-1 0 0,0 0 1 0 0,-1 1-1 0 0,1-1 1 0 0,0 1 0 0 0,0-1-1 0 0,0 0 1 0 0,0 1 0 0 0,0-1-1 0 0,-1 1 1 0 0,1-1-1 0 0,0 1 1 0 0,0-1 0 0 0,0 0-1 0 0,0 1 1 0 0,0 0 0 0 0,12 1-203 0 0,20-10-409 0 0,35-24-552 0 0,-32 16 1006 0 0,37-23 1 0 0,-106 65 2735 0 0,-39 28-1969 0 0,66-51-502 0 0,-17 11 267 0 0,23-13-381 0 0,0-1-1 0 0,0 1 0 0 0,1 0 1 0 0,-1-1-1 0 0,0 1 0 0 0,0 0 1 0 0,0 0-1 0 0,0-1 0 0 0,1 1 1 0 0,-1 0-1 0 0,0 0 0 0 0,1 0 0 0 0,-1 0 1 0 0,1 0-1 0 0,-1 0 0 0 0,1 0 1 0 0,-1 1-1 0 0,1-1 14 0 0,0-1 1 0 0,1 1-1 0 0,-1-1 1 0 0,0 0-1 0 0,0 1 1 0 0,1-1-1 0 0,-1 1 1 0 0,0-1-1 0 0,1 0 1 0 0,-1 1-1 0 0,0-1 1 0 0,1 0-1 0 0,-1 1 1 0 0,1-1-1 0 0,-1 0 1 0 0,0 0-1 0 0,1 1 1 0 0,-1-1-1 0 0,1 0 1 0 0,-1 0-1 0 0,1 0 1 0 0,-1 0-1 0 0,1 0 0 0 0,-1 1 1 0 0,1-1-1 0 0,-1 0 1 0 0,1 0-1 0 0,-1 0 1 0 0,1-1-1 0 0,20 2-56 0 0,-17-1-35 0 0,9-1-239 0 0,0 0 0 0 0,0-1 0 0 0,0-1 0 0 0,20-6 0 0 0,7-1-165 0 0,-38 10 502 0 0,-1 0 64 0 0,-10 0 322 0 0,-6 4 5 0 0,0 1-1 0 0,1 0 1 0 0,-21 11 0 0 0,6-2 106 0 0,12-8-226 0 0,12-5-111 0 0,0 1 0 0 0,1 0 0 0 0,-1 0 0 0 0,1 0 1 0 0,-1 1-1 0 0,-4 3 0 0 0,9-6-172 0 0,0 0-1 0 0,0 1 1 0 0,0-1 0 0 0,0 0-1 0 0,0 1 1 0 0,1-1 0 0 0,-1 0-1 0 0,0 1 1 0 0,0-1 0 0 0,0 0-1 0 0,0 0 1 0 0,1 1 0 0 0,-1-1-1 0 0,0 0 1 0 0,0 0 0 0 0,1 1-1 0 0,-1-1 1 0 0,0 0 0 0 0,0 0-1 0 0,1 0 1 0 0,-1 1 0 0 0,0-1-1 0 0,1 0 1 0 0,-1 0 0 0 0,0 0-1 0 0,1 0 1 0 0,-1 0 0 0 0,0 0-1 0 0,1 0 1 0 0,-1 0 0 0 0,0 0-1 0 0,1 0 1 0 0,-1 0 0 0 0,0 0-1 0 0,1 0 1 0 0,0 0 0 0 0,15 3 49 0 0,109-3-1607 0 0,-125 0 1575 0 0,0 0 0 0 0,0 0 1 0 0,1 0-1 0 0,-1 0 0 0 0,0 1 1 0 0,0-1-1 0 0,0 0 0 0 0,0 0 1 0 0,0 0-1 0 0,0 0 0 0 0,0 0 1 0 0,0 0-1 0 0,1 0 1 0 0,-1 0-1 0 0,0 0 0 0 0,0 1 1 0 0,0-1-1 0 0,0 0 0 0 0,0 0 1 0 0,0 0-1 0 0,0 0 0 0 0,0 0 1 0 0,0 0-1 0 0,0 0 1 0 0,0 1-1 0 0,0-1 0 0 0,0 0 1 0 0,0 0-1 0 0,0 0 0 0 0,0 0 1 0 0,0 0-1 0 0,0 0 0 0 0,0 1 1 0 0,0-1-1 0 0,0 0 0 0 0,0 0 1 0 0,0 0-1 0 0,0 0 1 0 0,0 0-1 0 0,0 0 0 0 0,0 0 1 0 0,0 1-1 0 0,-1-1 0 0 0,1 0 1 0 0,0 0-1 0 0,0 0 0 0 0,0 0 1 0 0,0 0-1 0 0,0 0 0 0 0,0 0 1 0 0,0 0-1 0 0,0 0 1 0 0,0 0-1 0 0,-1 0 0 0 0,1 1 1 0 0,0-1-1 0 0,0 0 0 0 0,-5 5 125 0 0,-74 44 1340 0 0,78-48-1481 0 0,0-1-1 0 0,1 1 0 0 0,-1-1 0 0 0,0 1 1 0 0,1-1-1 0 0,-1 1 0 0 0,1-1 1 0 0,-1 1-1 0 0,1 0 0 0 0,-1-1 0 0 0,1 1 1 0 0,-1 0-1 0 0,1-1 0 0 0,-1 1 0 0 0,1 0 1 0 0,0 0-1 0 0,0-1 0 0 0,-1 1 0 0 0,1 0 1 0 0,0 0-1 0 0,0-1 0 0 0,0 1 1 0 0,0 0-1 0 0,0 0 0 0 0,0 0 0 0 0,0-1 1 0 0,0 1-1 0 0,0 1 0 0 0,1-1 10 0 0,0 0 0 0 0,0 1 0 0 0,0-1 0 0 0,-1 0 0 0 0,1 0-1 0 0,0-1 1 0 0,1 1 0 0 0,-1 0 0 0 0,0 0 0 0 0,0 0 0 0 0,0-1 0 0 0,0 1-1 0 0,1 0 1 0 0,1 0 0 0 0,6 2 33 0 0,-1-1 0 0 0,1 0 1 0 0,-1 0-1 0 0,11 0 0 0 0,49-1 141 0 0,-67-1-96 0 0,-10 16 2539 0 0,8-16-2629 0 0,0 0 0 0 0,1 0 0 0 0,-1 0 0 0 0,1 1 0 0 0,-1-1 0 0 0,1 0 0 0 0,-1 1 0 0 0,1-1 0 0 0,-1 1 0 0 0,1-1 1 0 0,-1 0-1 0 0,1 1 0 0 0,0-1 0 0 0,-1 1 0 0 0,1-1 0 0 0,0 1 0 0 0,-1 0 0 0 0,1-1 0 0 0,0 1 0 0 0,-1-1 0 0 0,1 1 0 0 0,0-1 1 0 0,0 1-1 0 0,0 0 0 0 0,0-1 0 0 0,0 1 0 0 0,0 0 0 0 0,0 0 10 0 0,0 0 0 0 0,1 0 0 0 0,-1 0 0 0 0,1 0 0 0 0,-1 0 1 0 0,1-1-1 0 0,0 1 0 0 0,-1 0 0 0 0,1 0 0 0 0,0 0 0 0 0,-1-1 0 0 0,1 1 0 0 0,0-1 0 0 0,0 1 1 0 0,1 0-1 0 0,7 4-92 0 0,0 0 0 0 0,17 5 0 0 0,-15-6-462 0 0,5 3-389 0 0,-12-5-869 0 0,-82-36-8410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3 484 0 0,'0'0'3056'0'0,"23"-2"3233"0"0,-17 2-5860 0 0,0 1-408 0 0,1 1 0 0 0,0 0 0 0 0,-1 0 0 0 0,1 1 0 0 0,-1 0 0 0 0,0 0 0 0 0,0 0 0 0 0,0 1 0 0 0,0 0 0 0 0,10 9 0 0 0,6 3 238 0 0,21 15-110 0 0,45 42 0 0 0,-51-41-91 0 0,-9-8-80 0 0,2 0 1 0 0,0-2 0 0 0,2-1-1 0 0,65 32 1 0 0,-85-48 18 0 0,-4-1 3 0 0,1-1 0 0 0,-1 0 0 0 0,1 0 0 0 0,8 1 0 0 0,0-1-38 0 0,0-1 1 0 0,18 0 0 0 0,-10-2-35 0 0,-2 1-95 0 0,0-2 0 0 0,-1 0 0 0 0,24-5 0 0 0,-45 6 171 0 0,-1 0-1 0 0,1 0 1 0 0,-1 0 0 0 0,1 0-1 0 0,0 0 1 0 0,-1 0-1 0 0,1 0 1 0 0,-1 0-1 0 0,1 0 1 0 0,0 0-1 0 0,-1 0 1 0 0,1-1 0 0 0,-1 1-1 0 0,1 0 1 0 0,-1 0-1 0 0,1-1 1 0 0,-1 1-1 0 0,1 0 1 0 0,-1-1 0 0 0,1 1-1 0 0,-1 0 1 0 0,1-1-1 0 0,-1 1 1 0 0,0-1-1 0 0,1 1 1 0 0,-1-1-1 0 0,1 1 1 0 0,-1-1 0 0 0,0 1-1 0 0,0-1 1 0 0,1 1-1 0 0,-1-1 1 0 0,0 1-1 0 0,0-1 1 0 0,0 0 0 0 0,0 1-1 0 0,0-1 1 0 0,1 1-1 0 0,-1-1 1 0 0,0 0-1 0 0,0 1 1 0 0,-1-1-1 0 0,1 1 1 0 0,0-1 0 0 0,0 0-1 0 0,0 1 1 0 0,0-1-1 0 0,0 1 1 0 0,-1-2-1 0 0,-1-13-1126 0 0,2 14 1101 0 0,-1 1-1 0 0,1-1 1 0 0,0 0 0 0 0,-1 1-1 0 0,1-1 1 0 0,0 1 0 0 0,-1 0 0 0 0,1-1-1 0 0,-1 1 1 0 0,1-1 0 0 0,-1 1 0 0 0,1 0-1 0 0,-1-1 1 0 0,0 1 0 0 0,1 0-1 0 0,-1-1 1 0 0,1 1 0 0 0,-1 0 0 0 0,0 0-1 0 0,1 0 1 0 0,-1 0 0 0 0,1 0 0 0 0,-1 0-1 0 0,0-1 1 0 0,1 1 0 0 0,-1 1 0 0 0,0-1-1 0 0,1 0 1 0 0,-1 0 0 0 0,0 0-1 0 0,0 0 1 0 0,-22 4-15 0 0,-27 17 120 0 0,31-12 29 0 0,0-1-1 0 0,-34 10 1 0 0,15-8-108 0 0,29-6 62 0 0,0-1-1 0 0,1-1 1 0 0,-1 0-1 0 0,0 0 1 0 0,-1-1-1 0 0,1 0 1 0 0,0 0-1 0 0,0-1 1 0 0,-17-2-1 0 0,22 1-35 0 0,1 0 0 0 0,-1-1 0 0 0,1 1 1 0 0,0-1-1 0 0,-1 0 0 0 0,1 0 0 0 0,0 0 0 0 0,0-1 0 0 0,0 1 0 0 0,-4-6 0 0 0,-27-32-34 0 0,26 28 45 0 0,7 11-39 0 0,-3-5 37 0 0,0 0-1 0 0,-1 0 1 0 0,1 1 0 0 0,-1 0 0 0 0,0 0-1 0 0,-1 0 1 0 0,1 0 0 0 0,-1 1 0 0 0,0 0-1 0 0,0 0 1 0 0,0 0 0 0 0,-14-5 0 0 0,-27-4 279 0 0,35 10-335 0 0,1 0 1 0 0,-1-1-1 0 0,-16-7 0 0 0,24 9-6 0 0,0-1-1 0 0,0 1 0 0 0,0-1 0 0 0,0 0 0 0 0,1 0 0 0 0,-1-1 1 0 0,1 1-1 0 0,0-1 0 0 0,0 1 0 0 0,0-1 0 0 0,0 0 0 0 0,-3-7 1 0 0,-2-3 11 0 0,-1 0-1 0 0,-1 1 1 0 0,0 0 0 0 0,-1 0 0 0 0,0 1 0 0 0,-25-21 0 0 0,19 27-43 0 0,-3-4-255 0 0,20 10 290 0 0,28 8-1766 0 0,-13 0-2375 0 0,-21-10 1849 0 0,-35-14 701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297 325 1164 0 0,'4'-2'13963'0'0,"-88"-14"-13195"0"0,73 13-604 0 0,0 1-1 0 0,0-1 1 0 0,1-1-1 0 0,-1 0 1 0 0,1-1-1 0 0,0 0 0 0 0,0 0 1 0 0,1-1-1 0 0,-15-11 1 0 0,20 13-128 0 0,0 0 0 0 0,0 0 0 0 0,0-1 1 0 0,1 1-1 0 0,0-1 0 0 0,-5-8 1 0 0,7 10-41 0 0,-1 1 0 0 0,1-1 1 0 0,0 0-1 0 0,0 0 1 0 0,0 0-1 0 0,0 0 0 0 0,1 0 1 0 0,-1 0-1 0 0,1 0 0 0 0,0-1 1 0 0,0 1-1 0 0,0 0 1 0 0,0-5-1 0 0,2 5-29 0 0,-1 0-1 0 0,1 0 1 0 0,-1-1-1 0 0,1 1 1 0 0,0 1-1 0 0,0-1 1 0 0,0 0 0 0 0,1 0-1 0 0,-1 1 1 0 0,0-1-1 0 0,1 1 1 0 0,4-3 0 0 0,36-22-311 0 0,-27 22 343 0 0,-1 0-1 0 0,1 1 1 0 0,0 0 0 0 0,1 2 0 0 0,-1 0 0 0 0,19 0-1 0 0,-10 0-30 0 0,-20 1 15 0 0,4 0-22 0 0,0 1 1 0 0,0-1 0 0 0,0 1-1 0 0,17 3 1 0 0,-25-2 29 0 0,1 0 1 0 0,0 0 0 0 0,-1 0-1 0 0,1 0 1 0 0,-1 1-1 0 0,1-1 1 0 0,-1 0-1 0 0,1 1 1 0 0,-1-1-1 0 0,0 1 1 0 0,0-1-1 0 0,0 1 1 0 0,0 0 0 0 0,0 0-1 0 0,1 3 1 0 0,11 28 0 0 0,-12-29 18 0 0,1 1-1 0 0,-1 0 0 0 0,0-1 1 0 0,0 1-1 0 0,-1 0 0 0 0,1 0 1 0 0,-1 0-1 0 0,0 0 0 0 0,0 0 1 0 0,-1 0-1 0 0,1-1 0 0 0,-1 1 1 0 0,0 0-1 0 0,0 0 1 0 0,-1-1-1 0 0,0 1 0 0 0,1-1 1 0 0,-2 1-1 0 0,1-1 0 0 0,0 0 1 0 0,-1 1-1 0 0,0-1 0 0 0,0-1 1 0 0,0 1-1 0 0,0 0 0 0 0,-1-1 1 0 0,1 1-1 0 0,-5 2 1 0 0,1 0 17 0 0,0 1 1 0 0,0-2 0 0 0,0 1-1 0 0,-1-1 1 0 0,0 0 0 0 0,0 0 0 0 0,0-1-1 0 0,0 0 1 0 0,-1-1 0 0 0,0 0 0 0 0,-11 3-1 0 0,0-3 87 0 0,0-1 0 0 0,0 0 0 0 0,-33-2 0 0 0,48 0-92 0 0,-1-1 0 0 0,1 0-1 0 0,-1 0 1 0 0,1 0 0 0 0,-1-1 0 0 0,1 0 0 0 0,0 0 0 0 0,0 0 0 0 0,0 0-1 0 0,0-1 1 0 0,0 0 0 0 0,1 0 0 0 0,-1 0 0 0 0,1 0 0 0 0,0-1-1 0 0,0 0 1 0 0,0 0 0 0 0,-4-5 0 0 0,4 4-37 0 0,0-1 1 0 0,0 0-1 0 0,0 0 0 0 0,0 0 1 0 0,1 0-1 0 0,0-1 1 0 0,1 0-1 0 0,-1 1 0 0 0,1-1 1 0 0,1 0-1 0 0,-1 0 1 0 0,1 0-1 0 0,-1-13 0 0 0,3 17-15 0 0,-1 1 0 0 0,1-1 0 0 0,0 0 0 0 0,-1 1 0 0 0,1-1 0 0 0,0 1 0 0 0,1-1 0 0 0,-1 1 0 0 0,0-1 0 0 0,1 1 0 0 0,-1 0 0 0 0,1 0 0 0 0,0 0 0 0 0,0 0 0 0 0,-1 0 0 0 0,2 0-1 0 0,-1 0 1 0 0,0 1 0 0 0,0-1 0 0 0,4-1 0 0 0,7-5-53 0 0,0 1-1 0 0,20-8 0 0 0,-25 12 61 0 0,9-5-45 0 0,1 1-1 0 0,1 0 1 0 0,-1 2 0 0 0,1 0-1 0 0,0 1 1 0 0,0 1 0 0 0,27-1-1 0 0,-43 5 58 0 0,1 0 0 0 0,-1 0 0 0 0,0 0 0 0 0,0 0 0 0 0,0 0 1 0 0,1 1-1 0 0,-1 0 0 0 0,0-1 0 0 0,-1 1 0 0 0,1 0 0 0 0,0 0 0 0 0,-1 1 0 0 0,1-1 0 0 0,3 5 0 0 0,-2-3 11 0 0,-1-1 0 0 0,1 2-1 0 0,-1-1 1 0 0,0 0 0 0 0,-1 1 0 0 0,1-1-1 0 0,-1 1 1 0 0,1 0 0 0 0,0 5-1 0 0,-2-6 19 0 0,0 0 0 0 0,0 1-1 0 0,-1-1 1 0 0,0 1-1 0 0,0 0 1 0 0,0-1 0 0 0,0 1-1 0 0,-1-1 1 0 0,0 1-1 0 0,0-1 1 0 0,0 0 0 0 0,0 1-1 0 0,-1-1 1 0 0,0 0-1 0 0,0 0 1 0 0,-3 5-1 0 0,0-1-5 0 0,-1-1 0 0 0,0 1-1 0 0,0-1 1 0 0,-1-1-1 0 0,0 1 1 0 0,-15 9 0 0 0,16-11-4 0 0,-7 4 41 0 0,-1 1 0 0 0,-20 10 0 0 0,31-19-22 0 0,0 1 0 0 0,0-1 1 0 0,-1 0-1 0 0,1 0 0 0 0,0 0 0 0 0,0 0 0 0 0,-1 0 1 0 0,1-1-1 0 0,0 1 0 0 0,-1-1 0 0 0,1 0 0 0 0,0 0 0 0 0,-1 0 1 0 0,1 0-1 0 0,-1-1 0 0 0,1 1 0 0 0,0-1 0 0 0,-5-2 1 0 0,5 1-4 0 0,-1 0 0 0 0,1-1 1 0 0,0 1-1 0 0,0-1 0 0 0,0 0 1 0 0,0 0-1 0 0,1 0 0 0 0,-1 0 1 0 0,1-1-1 0 0,-3-5 0 0 0,0 2-14 0 0,1-1 0 0 0,1 0 0 0 0,-5-16-1 0 0,5 13-47 0 0,1-1-1 0 0,0 1 1 0 0,0-1-1 0 0,2 1 0 0 0,0-24 1 0 0,1 33 13 0 0,-1-1 0 0 0,1 1 0 0 0,0-1 0 0 0,0 1-1 0 0,0-1 1 0 0,0 1 0 0 0,1 0 0 0 0,-1-1 0 0 0,1 1 0 0 0,-1 0 0 0 0,1 0 0 0 0,0 0 0 0 0,-1 0 0 0 0,1 0 0 0 0,0 1-1 0 0,0-1 1 0 0,1 0 0 0 0,-1 1 0 0 0,0 0 0 0 0,0-1 0 0 0,1 1 0 0 0,-1 0 0 0 0,1 0 0 0 0,3 0 0 0 0,2-2-36 0 0,1 0 0 0 0,0 1 0 0 0,0 1 0 0 0,0-1 0 0 0,16 1 0 0 0,-20 1 36 0 0,0 0 0 0 0,-1 0-1 0 0,1 1 1 0 0,0 0 0 0 0,0 0 0 0 0,0 0 0 0 0,-1 1-1 0 0,1-1 1 0 0,0 1 0 0 0,-1 0 0 0 0,6 3-1 0 0,-8-3 26 0 0,1 0-1 0 0,0 1 0 0 0,0-1 1 0 0,-1 0-1 0 0,0 1 0 0 0,1 0 1 0 0,-1-1-1 0 0,0 1 0 0 0,0 0 1 0 0,-1 0-1 0 0,1 0 0 0 0,0 0 1 0 0,-1 1-1 0 0,0-1 0 0 0,0 0 1 0 0,1 7-1 0 0,0-5 22 0 0,-2 1-1 0 0,1-1 0 0 0,0 1 1 0 0,-1-1-1 0 0,0 1 1 0 0,-1-1-1 0 0,1 1 1 0 0,-1-1-1 0 0,-3 10 0 0 0,4-13-20 0 0,-1 0 0 0 0,0 0 0 0 0,0 0 0 0 0,0 0 0 0 0,0 0 0 0 0,0 0 0 0 0,0-1 0 0 0,-1 1 0 0 0,1-1 0 0 0,-1 1 0 0 0,1-1 0 0 0,-1 1 0 0 0,0-1 0 0 0,1 0 0 0 0,-1 0 0 0 0,0 1 0 0 0,0-1-1 0 0,0-1 1 0 0,0 1 0 0 0,0 0 0 0 0,0 0 0 0 0,0-1 0 0 0,0 1 0 0 0,0-1 0 0 0,0 0 0 0 0,0 1 0 0 0,0-1 0 0 0,-4 0 0 0 0,4 0-2 0 0,-1 0 1 0 0,0 0-1 0 0,0 0 0 0 0,0 0 1 0 0,0-1-1 0 0,0 1 0 0 0,0-1 1 0 0,0 1-1 0 0,1-1 1 0 0,-1 0-1 0 0,0 0 0 0 0,0 0 1 0 0,1-1-1 0 0,-1 1 0 0 0,1-1 1 0 0,-1 1-1 0 0,1-1 1 0 0,0 0-1 0 0,0 0 0 0 0,-1 0 1 0 0,1 0-1 0 0,1 0 0 0 0,-1-1 1 0 0,0 1-1 0 0,0-1 1 0 0,1 1-1 0 0,0-1 0 0 0,-1 1 1 0 0,1-1-1 0 0,0 0 0 0 0,0 0 1 0 0,0 1-1 0 0,1-1 1 0 0,-1 0-1 0 0,1 0 0 0 0,-1 0 1 0 0,1 0-1 0 0,0-3 0 0 0,1 6-46 0 0,0-1 0 0 0,-1 0 0 0 0,1 0 0 0 0,0 1 0 0 0,0-1-1 0 0,0 0 1 0 0,-1 1 0 0 0,1-1 0 0 0,0 1 0 0 0,0 0 0 0 0,0-1-1 0 0,0 1 1 0 0,0-1 0 0 0,0 1 0 0 0,0 0 0 0 0,0 0-1 0 0,0 0 1 0 0,0 0 0 0 0,0-1 0 0 0,2 2 0 0 0,24-3 25 0 0,-16 1 17 0 0,8 2-201 0 0,-18-1 227 0 0,-1 0 0 0 0,1 0 0 0 0,0 1 1 0 0,-1-1-1 0 0,1 0 0 0 0,-1 1 0 0 0,0-1 1 0 0,1 0-1 0 0,-1 1 0 0 0,1-1 0 0 0,-1 1 1 0 0,0-1-1 0 0,1 1 0 0 0,-1-1 0 0 0,0 1 1 0 0,1-1-1 0 0,-1 1 0 0 0,0-1 1 0 0,0 1-1 0 0,1-1 0 0 0,-1 1 0 0 0,0-1 1 0 0,0 1-1 0 0,0 0 0 0 0,0-1 0 0 0,0 1 1 0 0,0-1-1 0 0,0 1 0 0 0,0 1 0 0 0,-1-1-15 0 0,1-1-1 0 0,-1 1 0 0 0,0 0 1 0 0,0 0-1 0 0,0 0 0 0 0,0-1 0 0 0,0 1 1 0 0,0 0-1 0 0,0-1 0 0 0,0 1 0 0 0,0-1 1 0 0,0 1-1 0 0,0-1 0 0 0,0 0 1 0 0,0 1-1 0 0,-2-1 0 0 0,-20 6-168 0 0,22-6 161 0 0,-4 0-15 0 0,-1 1-1 0 0,0-1 1 0 0,1 1 0 0 0,-1-2 0 0 0,-10 0-1 0 0,16 0-4 0 0,-1 1 0 0 0,1 0-1 0 0,0 0 1 0 0,-1-1 0 0 0,1 1 0 0 0,0 0-1 0 0,0-1 1 0 0,-1 1 0 0 0,1 0-1 0 0,0-1 1 0 0,0 1 0 0 0,-1 0-1 0 0,1-1 1 0 0,0 1 0 0 0,0-1-1 0 0,0 1 1 0 0,0 0 0 0 0,0-1 0 0 0,0 1-1 0 0,-1-1 1 0 0,1 1 0 0 0,0-1-1 0 0,0 1 1 0 0,0 0 0 0 0,0-1-1 0 0,1 1 1 0 0,-1-1 0 0 0,0 1-1 0 0,0-1 1 0 0,0 1 0 0 0,0 0 0 0 0,0-1-1 0 0,0 1 1 0 0,1-1 0 0 0,-1 1-1 0 0,0-1 1 0 0,9-12-921 0 0,-5 11 905 0 0,0-1 0 0 0,-1 0 1 0 0,1 0-1 0 0,-1 0 0 0 0,0 0 1 0 0,0 0-1 0 0,0-1 0 0 0,-1 1 1 0 0,1-1-1 0 0,3-8 0 0 0,-5 10 55 0 0,0-1-1 0 0,-1 1 1 0 0,1-1-1 0 0,-1 1 1 0 0,0-1 0 0 0,0 1-1 0 0,0-1 1 0 0,0 1-1 0 0,0-1 1 0 0,0 1-1 0 0,-1-1 1 0 0,0 1-1 0 0,1-1 1 0 0,-1 1 0 0 0,0-1-1 0 0,0 1 1 0 0,0 0-1 0 0,0 0 1 0 0,-1-1-1 0 0,-2-3 1 0 0,-19-28 109 0 0,22 33-141 0 0,4-7-651 0 0,-2 7 636 0 0,-1 0-1 0 0,0 0 0 0 0,0 0 1 0 0,1 1-1 0 0,-1-1 1 0 0,0 0-1 0 0,1 0 0 0 0,-1 1 1 0 0,1-1-1 0 0,-1 0 0 0 0,1 1 1 0 0,-1-1-1 0 0,1 0 1 0 0,0 1-1 0 0,-1-1 0 0 0,1 1 1 0 0,1-2-1 0 0,4-1 18 0 0,0 0 0 0 0,1 1 0 0 0,-1-1 0 0 0,1 1 0 0 0,-1 1 0 0 0,1-1 0 0 0,0 1 0 0 0,0 0-1 0 0,0 1 1 0 0,0-1 0 0 0,-1 2 0 0 0,1-1 0 0 0,0 1 0 0 0,0 0 0 0 0,0 0 0 0 0,-1 0 0 0 0,1 1 0 0 0,8 3 0 0 0,-13-3 23 0 0,0-1-1 0 0,0 0 1 0 0,0 1 0 0 0,0 0 0 0 0,0-1-1 0 0,-1 1 1 0 0,1 0 0 0 0,0 0 0 0 0,-1 0 0 0 0,0 0-1 0 0,1 0 1 0 0,-1 0 0 0 0,0 1 0 0 0,0-1-1 0 0,0 0 1 0 0,0 1 0 0 0,0-1 0 0 0,-1 1 0 0 0,1-1-1 0 0,-1 0 1 0 0,1 1 0 0 0,-1-1 0 0 0,0 1-1 0 0,0 0 1 0 0,-1 3 0 0 0,1-1 17 0 0,0 1-1 0 0,-1 0 1 0 0,0 0-1 0 0,0-1 1 0 0,-1 1 0 0 0,1-1-1 0 0,-1 1 1 0 0,0-1 0 0 0,-1 0-1 0 0,-4 8 1 0 0,2-6 30 0 0,-1-1 1 0 0,1 0-1 0 0,-1 0 1 0 0,-1 0 0 0 0,1-1-1 0 0,-1 0 1 0 0,0 0-1 0 0,0 0 1 0 0,0-1-1 0 0,-1 0 1 0 0,0-1-1 0 0,0 0 1 0 0,0 0-1 0 0,0 0 1 0 0,0-1 0 0 0,0 0-1 0 0,0-1 1 0 0,-1 0-1 0 0,1 0 1 0 0,-1-1-1 0 0,1 0 1 0 0,-1-1-1 0 0,1 1 1 0 0,0-2-1 0 0,-16-3 1 0 0,16 3-40 0 0,1-1 0 0 0,-1 1 0 0 0,1-1 1 0 0,0-1-1 0 0,0 0 0 0 0,0 0 0 0 0,0 0 0 0 0,1-1 0 0 0,0 1 0 0 0,0-2 1 0 0,0 1-1 0 0,0-1 0 0 0,-6-8 0 0 0,11 12-43 0 0,1 0 0 0 0,-1 0 0 0 0,0 0 1 0 0,1 0-1 0 0,0 0 0 0 0,-1 0 0 0 0,1 0 0 0 0,0-1 0 0 0,0 1 0 0 0,0 0 1 0 0,0 0-1 0 0,1 0 0 0 0,-1 0 0 0 0,1 0 0 0 0,-1 0 0 0 0,1 0 0 0 0,0 0 1 0 0,-1 0-1 0 0,1 0 0 0 0,0 0 0 0 0,0 0 0 0 0,0 0 0 0 0,1 1 1 0 0,-1-1-1 0 0,0 0 0 0 0,1 1 0 0 0,-1-1 0 0 0,1 1 0 0 0,2-2 0 0 0,-1 0-78 0 0,1-1 0 0 0,0 1-1 0 0,0 0 1 0 0,0 1 0 0 0,0-1-1 0 0,0 1 1 0 0,0 0 0 0 0,1 0-1 0 0,-1 0 1 0 0,1 0 0 0 0,7-1-1 0 0,35 3-7573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92 160 1088 0 0,'0'0'5735'0'0,"0"-3"-5189"0"0,1 0-308 0 0,-1 0 1 0 0,0 0-1 0 0,0 0 0 0 0,0 0 0 0 0,-1 0 0 0 0,1 0 0 0 0,-1 0 0 0 0,0 0 0 0 0,-1-4 0 0 0,0-14 430 0 0,3 19-514 0 0,-1 1-1 0 0,0-1 1 0 0,0 1-1 0 0,0-1 1 0 0,0 1-1 0 0,0-1 1 0 0,0 0-1 0 0,-1 1 1 0 0,1-1-1 0 0,0 1 1 0 0,-1-1 0 0 0,1 1-1 0 0,-1-1 1 0 0,0 1-1 0 0,-1-3 1 0 0,2 5-86 0 0,-1-1 1 0 0,0 0-1 0 0,0 1 1 0 0,1-1 0 0 0,-1 1-1 0 0,0-1 1 0 0,0 1-1 0 0,1-1 1 0 0,-1 1-1 0 0,0-1 1 0 0,1 1 0 0 0,-1 0-1 0 0,1-1 1 0 0,-1 1-1 0 0,1 0 1 0 0,-1-1 0 0 0,1 1-1 0 0,0 0 1 0 0,-1 0-1 0 0,1 0 1 0 0,-1 0 0 0 0,-12 26-179 0 0,11-23 243 0 0,-19 47-88 0 0,16-36-57 0 0,-1 0 1 0 0,-9 18-1 0 0,15-33 18 0 0,0 0 0 0 0,0-1 0 0 0,0 1 0 0 0,0 0 0 0 0,0 0 0 0 0,0 0 0 0 0,0 0 0 0 0,0 0-1 0 0,0 0 1 0 0,0 0 0 0 0,0 0 0 0 0,0 0 0 0 0,0 0 0 0 0,0 0 0 0 0,0 0 0 0 0,0-1 0 0 0,0 1 0 0 0,0 0-1 0 0,-1 0 1 0 0,1 0 0 0 0,0 0 0 0 0,0 0 0 0 0,0 0 0 0 0,0 0 0 0 0,0 0 0 0 0,0 0 0 0 0,0 0-1 0 0,0 0 1 0 0,0 0 0 0 0,0 0 0 0 0,0 0 0 0 0,0 0 0 0 0,0 0 0 0 0,0 0 0 0 0,0 0 0 0 0,0 0 0 0 0,-1-1-1 0 0,1 1 1 0 0,0 0 0 0 0,0 0 0 0 0,0 0 0 0 0,0 0 0 0 0,0 0 0 0 0,0 0 0 0 0,0 0 0 0 0,0 0 0 0 0,0 0-1 0 0,0 0 1 0 0,0 0 0 0 0,0 1 0 0 0,-1-1 0 0 0,1 0 0 0 0,0 0 0 0 0,0 0 0 0 0,0 0 0 0 0,0 0 0 0 0,0 0-1 0 0,0 0 1 0 0,0 0 0 0 0,0 0 0 0 0,-1-13-131 0 0,4-17-206 0 0,66-135-340 0 0,-69 184 671 0 0,1-8 89 0 0,0 0 0 0 0,-1 0 0 0 0,-1 0 0 0 0,1-1 0 0 0,-5 18 0 0 0,-2-5 6 0 0,3-11-128 0 0,0 0 1 0 0,-11 20 0 0 0,18-40 58 0 0,0 0 0 0 0,0-1 0 0 0,-1 1 0 0 0,0-1 0 0 0,0-11 0 0 0,5-56-51 0 0,-6 61 7 0 0,1-31-111 0 0,-3 42 95 0 0,-2 4 6 0 0,-5 23 1 0 0,-7 22-18 0 0,-18 66-143 0 0,29-81 384 0 0,7-49-333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4 1532 0 0,'0'0'7996'0'0,"-9"-4"-3925"0"0,82 17-4017 0 0,1-13 73 0 0,-50-1-184 0 0,-1 0 0 0 0,0 2 0 0 0,33 5 1 0 0,-40-1 16 0 0,0 1 1 0 0,0 1 0 0 0,0 0 0 0 0,-1 1 0 0 0,0 1 0 0 0,24 17 0 0 0,-31-20 16 0 0,20 15 11 0 0,29 29 1 0 0,-16-14-25 0 0,-49-33-115 0 0,0 0 0 0 0,0-1 0 0 0,0 1-1 0 0,-11 0 1 0 0,12-2 28 0 0,-3 1-72 0 0,8-2 128 0 0,1 0 1 0 0,-1 0 0 0 0,0 0 0 0 0,1 1 0 0 0,-1-1-1 0 0,0 0 1 0 0,1 1 0 0 0,-1 0 0 0 0,1-1 0 0 0,-1 1-1 0 0,1 0 1 0 0,-1 0 0 0 0,1 0 0 0 0,-3 1 0 0 0,-40 32-57 0 0,34-27 217 0 0,-40 32 72 0 0,46-35-177 0 0,0 0 0 0 0,0 0 0 0 0,0 1 0 0 0,0-1 0 0 0,1 1 0 0 0,-1 0 0 0 0,1 0 0 0 0,-3 7 0 0 0,5-10 45 0 0,0 0 0 0 0,0 0 0 0 0,-1 0 0 0 0,1 0 0 0 0,-1 0 0 0 0,1 0 0 0 0,-1-1 0 0 0,0 1 0 0 0,0 0 0 0 0,-3 1 0 0 0,4-2-42 0 0,1-1-13 0 0,0-1 0 0 0,0 1 0 0 0,0-1-1 0 0,0 1 1 0 0,-1-1 0 0 0,1 1 0 0 0,0 0 0 0 0,0-1 0 0 0,0 1 0 0 0,-1-1 0 0 0,1 1 0 0 0,0 0 0 0 0,0-1 0 0 0,-1 1 0 0 0,1-1 0 0 0,0 1 0 0 0,-1 0 0 0 0,1 0 0 0 0,-1-1 0 0 0,1 1 0 0 0,0 0-1 0 0,-1 0 1 0 0,1-1 0 0 0,-1 1 0 0 0,1 0 0 0 0,-1 0 0 0 0,1 0 0 0 0,0 0 0 0 0,-1-1 0 0 0,1 1 0 0 0,-1 0 0 0 0,1 0 0 0 0,-1 0 0 0 0,1 0 0 0 0,-1 0 0 0 0,1 0 0 0 0,-1 0 0 0 0,1 1 0 0 0,-1-1-1 0 0,1 0 1 0 0,-1 0 0 0 0,1 0 0 0 0,0 0 0 0 0,-1 1 0 0 0,1-1 0 0 0,-1 0 0 0 0,1 0 0 0 0,0 1 0 0 0,-1-1 0 0 0,1 0 0 0 0,-1 1 0 0 0,1-1 0 0 0,0 0 0 0 0,-1 1 0 0 0,-1 1-16 0 0,-6 5-247 0 0,8-7 285 0 0,0 0 0 0 0,0 0-1 0 0,0 0 1 0 0,0 0-1 0 0,0 0 1 0 0,0 0 0 0 0,0 1-1 0 0,0-1 1 0 0,0 0 0 0 0,0 0-1 0 0,0 0 1 0 0,0 0-1 0 0,0 0 1 0 0,0 0 0 0 0,0 1-1 0 0,0-1 1 0 0,0 0-1 0 0,0 0 1 0 0,0 0 0 0 0,0 0-1 0 0,0 0 1 0 0,0 1-1 0 0,0-1 1 0 0,0 0 0 0 0,0 0-1 0 0,0 0 1 0 0,0 0-1 0 0,0 0 1 0 0,1 0 0 0 0,-1 0-1 0 0,0 1 1 0 0,0-1 0 0 0,0 0-1 0 0,0 0 1 0 0,0 0-1 0 0,0 0 1 0 0,0 0 0 0 0,0 0-1 0 0,1 0 1 0 0,-1 0-1 0 0,0 0 1 0 0,0 0 0 0 0,0 0-1 0 0,0 0 1 0 0,0 0-1 0 0,1 0 1 0 0,-1 1 0 0 0,0-1-1 0 0,0 0 1 0 0,0 0-1 0 0,0 0 1 0 0,0 0 0 0 0,0-1-1 0 0,1 1 1 0 0,-1 0 0 0 0,0 0-1 0 0,0 0 1 0 0,0 0-1 0 0,0 0 1 0 0,2 0 529 0 0,-4 2-791 0 0,1 1 182 0 0,0-1 0 0 0,0 1 0 0 0,0 0 0 0 0,0-1 0 0 0,0 1 0 0 0,1 0 0 0 0,-1 3 1 0 0,1-6 115 0 0,-17 1 1390 0 0,8-2-4818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8 404 0 0,'-15'-7'11486'0'0,"16"7"-11474"0"0,0 0 0 0 0,-1 1 0 0 0,1-1 0 0 0,0 1 0 0 0,0-1 0 0 0,-1 1 0 0 0,1-1 0 0 0,-1 1 0 0 0,1-1 0 0 0,0 1 0 0 0,-1-1 0 0 0,1 1 0 0 0,-1 0 0 0 0,1-1 0 0 0,-1 1 0 0 0,1 0 0 0 0,-1-1 0 0 0,0 1 0 0 0,1 0 0 0 0,-1 0-1 0 0,0 0 1 0 0,0-1 0 0 0,0 1 0 0 0,1 0 0 0 0,-1 0 0 0 0,0 0 0 0 0,0-1 0 0 0,0 1 0 0 0,0 2 0 0 0,0 32 179 0 0,0-27-142 0 0,-1 5-21 0 0,-1 0-1 0 0,0 0 1 0 0,0 0-1 0 0,-2-1 1 0 0,-5 15-1 0 0,5-14-122 0 0,0 0 1 0 0,1-1-1 0 0,0 1 0 0 0,1 0 0 0 0,-1 17 1 0 0,3-21 308 0 0,-1-8-257 0 0,1-1 0 0 0,0 1 0 0 0,0 0 1 0 0,0 0-1 0 0,0-1 0 0 0,0 1 0 0 0,0 0 0 0 0,0 0 0 0 0,0-1 1 0 0,0 1-1 0 0,1 0 0 0 0,-1 0 0 0 0,0-1 0 0 0,0 1 0 0 0,1 0 0 0 0,-1-1 1 0 0,1 2-1 0 0,16-7-2185 0 0,-13 3 1579 0 0,-1 0 1 0 0,0 0-1 0 0,0-1 1 0 0,1 1-1 0 0,-2-1 1 0 0,5-4-1 0 0,3-3-3339 0 0,-9 8 3403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0 380 0 0,'-5'12'14184'0'0,"4"-7"-15199"0"0,2 18 1043 0 0,2-1 0 0 0,0 0 0 0 0,1 0 0 0 0,9 24 0 0 0,2 14 16 0 0,-6-36-3962 0 0,-3-39-873 0 0,-6 36-233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16 2408 0 0,'0'0'6760'0'0,"-3"-1"-6589"0"0,24-1 421 0 0,0 1 1 0 0,-1 1-1 0 0,34 4 0 0 0,-42-2-556 0 0,1-1 0 0 0,0-1 0 0 0,15 0 0 0 0,-1-1 1007 0 0,-27 0-1167 0 0,-1 0 1 0 0,1 0-1 0 0,0 0 0 0 0,0 0 1 0 0,0-1-1 0 0,-1 1 0 0 0,1 0 0 0 0,0 0 1 0 0,-1 0-1 0 0,1 0 0 0 0,-1 0 1 0 0,0 1-1 0 0,1-1 0 0 0,-1 0 0 0 0,0-1 1 0 0,0 1-140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158 6 424 0 0,'0'0'4987'0'0,"6"-1"-4507"0"0,3-1-279 0 0,3 0 4505 0 0,-35 16-4613 0 0,-40 31 0 0 0,44-31-144 0 0,6-4-120 0 0,6-6-55 0 0,0 1 1 0 0,1-1-1 0 0,0 1 1 0 0,0 1 0 0 0,0-1-1 0 0,0 1 1 0 0,1 0-1 0 0,0 0 1 0 0,-8 14-1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5 892 0 0,'0'0'4844'0'0,"6"-1"-4667"0"0,19-2 123 0 0,-25 3-262 0 0,0 0-1 0 0,0 0 1 0 0,0 0-1 0 0,0 1 0 0 0,0-1 1 0 0,1 0-1 0 0,-1 0 1 0 0,0 1-1 0 0,0-1 1 0 0,0 0-1 0 0,0 0 1 0 0,0 1-1 0 0,0-1 0 0 0,0 0 1 0 0,0 1-1 0 0,0-1 1 0 0,0 0-1 0 0,0 0 1 0 0,0 1-1 0 0,0-1 1 0 0,0 0-1 0 0,0 0 0 0 0,-1 1 1 0 0,1-1-1 0 0,0 0 1 0 0,0 0-1 0 0,0 1 1 0 0,0-1-1 0 0,0 0 1 0 0,-1 0-1 0 0,1 0 0 0 0,0 1 1 0 0,0-1-1 0 0,0 0 1 0 0,-1 0-1 0 0,1 0 1 0 0,0 0-1 0 0,0 0 1 0 0,0 1-1 0 0,-1-1 0 0 0,1 0 1 0 0,0 0-1 0 0,-11 12 427 0 0,-109 76 798 0 0,31-26-1357 0 0,82-56 44 0 0,-4 1-75 0 0,0 1-1 0 0,1 1 1 0 0,1-1 0 0 0,-1 1 0 0 0,1 1-1 0 0,1 0 1 0 0,-10 13 0 0 0,18-22-96 0 0,0 0 0 0 0,-1-1 0 0 0,1 1 0 0 0,0-1 0 0 0,0 1 0 0 0,0 0 0 0 0,-1-1 0 0 0,1 1 0 0 0,0-1 0 0 0,0 1 0 0 0,0 0 0 0 0,0-1 0 0 0,0 1 0 0 0,0 0 1 0 0,0-1-1 0 0,1 1 0 0 0,-1 0 0 0 0,0-1 0 0 0,0 1 0 0 0,0-1 0 0 0,1 1 0 0 0,-1-1 0 0 0,0 1 0 0 0,0 0 0 0 0,1-1 0 0 0,-1 1 0 0 0,1 0 0 0 0,7-1-1952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338 0 1100 0 0,'0'0'5645'0'0,"-20"17"-5375"0"0,-124 100 196 0 0,99-84-584 0 0,-26 23 22 0 0,63-49-103 0 0,0 1-1 0 0,1 0 1 0 0,0 0 0 0 0,0 0 0 0 0,1 1 0 0 0,-6 10 0 0 0,9-8-1862 0 0,3-5 421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263 1 680 0 0,'0'0'5757'0'0,"-19"13"-5396"0"0,-3 2-291 0 0,-97 73 121 0 0,97-70-256 0 0,-28 24-83 0 0,47-38 76 0 0,0-1-1 0 0,0 1 0 0 0,0 0 0 0 0,0-1 1 0 0,1 1-1 0 0,-1 0 0 0 0,1 1 0 0 0,0-1 0 0 0,0 0 1 0 0,-2 9-1 0 0,4 4-4352 0 0,0-13 3412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1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0 1000 0 0,'0'0'6240'0'0,"-2"2"-5930"0"0,0-1-225 0 0,-11 6 361 0 0,5-1 1003 0 0,5 1-3594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2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148 0 2368 0 0,'9'1'13462'0'0,"-10"3"-13444"0"0,1 1 0 0 0,-1-1 0 0 0,0 1 0 0 0,0-1-1 0 0,0 1 1 0 0,0-1 0 0 0,-1 0 0 0 0,0 1 0 0 0,0-1 0 0 0,-4 6-1 0 0,-32 40-3 0 0,5-7-13 0 0,15-15-10 0 0,12-20-32 0 0,1-1 0 0 0,-1 1 0 0 0,1 1 0 0 0,1-1 1 0 0,0 1-1 0 0,0 0 0 0 0,1 0 0 0 0,0 0 1 0 0,0 0-1 0 0,1 0 0 0 0,0 1 0 0 0,0 10 0 0 0,2 15 139 0 0,0-34-9 0 0,0 25-380 0 0,1-23 293 0 0,0 0 0 0 0,0 0 0 0 0,0 0 1 0 0,-1 0-1 0 0,1 0 0 0 0,-1 0 0 0 0,0 0 1 0 0,0 1-1 0 0,-1 4 0 0 0,1 11 413 0 0,-4-17-292 0 0,4-2-120 0 0,0 0 0 0 0,0 1 1 0 0,-1-1-1 0 0,1 0 0 0 0,0 0 1 0 0,0 1-1 0 0,0-1 0 0 0,1 0 1 0 0,-1 0-1 0 0,0 1 0 0 0,0-1 1 0 0,0 0-1 0 0,0 0 0 0 0,0 1 1 0 0,0-1-1 0 0,0 0 0 0 0,0 0 0 0 0,0 0 1 0 0,0 1-1 0 0,1-1 0 0 0,-1 0 1 0 0,0 0-1 0 0,0 0 0 0 0,0 1 1 0 0,1-1-1 0 0,-1 0 0 0 0,0 0 1 0 0,0 0-1 0 0,0 0 0 0 0,1 1 1 0 0,-1-1-1 0 0,0 0 0 0 0,0 0 1 0 0,0 0-1 0 0,1 0 0 0 0,-1 0 0 0 0,40-6 315 0 0,-37 5-338 0 0,0 0 1 0 0,1 0-1 0 0,-1 0 0 0 0,1 1 0 0 0,-1-1 1 0 0,1 1-1 0 0,-1-1 0 0 0,1 1 0 0 0,0 0 1 0 0,-1 1-1 0 0,1-1 0 0 0,-1 1 0 0 0,1-1 1 0 0,-1 1-1 0 0,1 0 0 0 0,-1 0 0 0 0,0 1 1 0 0,0-1-1 0 0,1 1 0 0 0,-1 0 1 0 0,4 2-1 0 0,24 19-17 0 0,-22-17 36 0 0,0 0-1 0 0,-1 1 1 0 0,0 0 0 0 0,12 12 0 0 0,6 3 471 0 0,-25-26-470 0 0,0 1 1 0 0,0-1 0 0 0,0 1 0 0 0,1 0-1 0 0,0 0 1 0 0,0-1 0 0 0,0 1 0 0 0,0 0-1 0 0,0 0 1 0 0,0 1 0 0 0,5-5 0 0 0,5-8 34 0 0,-3-1 1 0 0,0 0-1 0 0,-1-1 1 0 0,0 0 0 0 0,6-22-1 0 0,0 0-5 0 0,-11 28-11 0 0,-1 1 1 0 0,0-1-1 0 0,-1 1 0 0 0,0-1 1 0 0,-1 0-1 0 0,0 1 0 0 0,-1-13 1 0 0,0-9-239 0 0,1 27 191 0 0,1 0-1 0 0,-1 0 0 0 0,1 0 1 0 0,3-9-1 0 0,-2 9 22 0 0,-1 0-1 0 0,0 0 1 0 0,0 0-1 0 0,1-11 1 0 0,-3 5-110 0 0,1 8 54 0 0,-1 0-1 0 0,1-1 1 0 0,0 1-1 0 0,0 0 1 0 0,0 0-1 0 0,1 0 1 0 0,-1-1 0 0 0,1 1-1 0 0,-1 0 1 0 0,1 0-1 0 0,0 0 1 0 0,0 0-1 0 0,0 0 1 0 0,3-4-1 0 0,-4 6 6 0 0,0 0 44 0 0,0 0 10 0 0,-25 3-6577 0 0,-11 5 6464 0 0,27-5 596 0 0,-1-1-1 0 0,1 0 1 0 0,-1-1-1 0 0,1 0 1 0 0,-12-2-1 0 0,-11 1 394 0 0,-7 1 424 0 0,38 0-1352 0 0,29 2-3242 0 0,-17 0 1235 0 0,3 1-934 0 0,-63-10-2183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187 60 852 0 0,'0'0'6929'0'0,"-14"6"-6804"0"0,11-5-119 0 0,-24 12 90 0 0,0 0 0 0 0,-25 18 0 0 0,44-26-78 0 0,6-4-36 0 0,0-1-1 0 0,0 1 0 0 0,1 0 0 0 0,-1 0 1 0 0,0 1-1 0 0,1-1 0 0 0,-1 0 0 0 0,1 1 1 0 0,-1-1-1 0 0,1 0 0 0 0,-1 1 0 0 0,-1 3 1 0 0,11-5-437 0 0,-1 0 340 0 0,0 0 0 0 0,1-1 0 0 0,-1-1 0 0 0,1 1 0 0 0,-1-1 0 0 0,0 0 0 0 0,0-1 0 0 0,0 1 0 0 0,0-1 0 0 0,0-1 0 0 0,-1 0 0 0 0,1 1 0 0 0,10-10 1029 0 0,-31 29 413 0 0,10-10-1117 0 0,-72 70 1753 0 0,25-27-992 0 0,46-40-1102 0 0,14-9-168 0 0,13-9-61 0 0,-4-1 289 0 0,-1-1-1 0 0,0 0 0 0 0,-1-2 1 0 0,-1 0-1 0 0,0 0 1 0 0,0-1-1 0 0,-1-1 0 0 0,-1-1 1 0 0,17-26-1 0 0,-30 42 91 0 0,0 0 0 0 0,0 0 0 0 0,0 1 0 0 0,1-1 0 0 0,-1 0-1 0 0,0 0 1 0 0,0 0 0 0 0,0 0 0 0 0,0 0 0 0 0,0 0 0 0 0,0 0 0 0 0,0 0-1 0 0,0 0 1 0 0,0 0 0 0 0,1 0 0 0 0,-1 0 0 0 0,0 0 0 0 0,0 0 0 0 0,0 0 0 0 0,0 0-1 0 0,0 1 1 0 0,0-1 0 0 0,0 0 0 0 0,1 0 0 0 0,-1 0 0 0 0,0 0 0 0 0,0-1-1 0 0,0 1 1 0 0,0 0 0 0 0,0 0 0 0 0,0 0 0 0 0,1 0 0 0 0,-5 14 270 0 0,-52 77 976 0 0,40-68-929 0 0,2 0-1 0 0,0 1 0 0 0,-21 50 1 0 0,35-74-347 0 0,0 1 1 0 0,0-1 0 0 0,0 0-1 0 0,0 0 1 0 0,-1 1 0 0 0,1-1-1 0 0,0 0 1 0 0,0 0 0 0 0,0 1-1 0 0,0-1 1 0 0,0 0 0 0 0,0 0-1 0 0,0 1 1 0 0,0-1 0 0 0,0 0-1 0 0,0 1 1 0 0,0-1 0 0 0,0 0-1 0 0,0 0 1 0 0,0 1 0 0 0,1-1 0 0 0,-1 0-1 0 0,0 0 1 0 0,0 1 0 0 0,0-1-1 0 0,0 0 1 0 0,0 0 0 0 0,1 1-1 0 0,-1-1 1 0 0,0 0 0 0 0,0 0-1 0 0,0 0 1 0 0,1 1 0 0 0,-1-1-1 0 0,0 0 1 0 0,1 0 0 0 0,11 0-106 0 0,14-11-286 0 0,-7-4 178 0 0,-2 0 0 0 0,0-1 0 0 0,0-1 0 0 0,-2 0 0 0 0,0-1 0 0 0,-1-1 0 0 0,14-25 0 0 0,-42 64 918 0 0,-21 25 0 0 0,-15 22-171 0 0,45-60-502 0 0,4-6-44 0 0,-1 1 0 0 0,1 0 0 0 0,0 0 0 0 0,0 0 0 0 0,0 0 0 0 0,0 0 0 0 0,0 0 0 0 0,0 0-1 0 0,0 0 1 0 0,1 0 0 0 0,-1 1 0 0 0,1 1 0 0 0,19-6 48 0 0,-15 1-65 0 0,-1-1 0 0 0,0 0 0 0 0,1 1 0 0 0,-1-1-1 0 0,0 0 1 0 0,0-1 0 0 0,0 1 0 0 0,-1-1 0 0 0,1 1 0 0 0,0-1 0 0 0,-1 0 0 0 0,0 0 0 0 0,1 0 0 0 0,-1 0 0 0 0,0 0 0 0 0,-1 0 0 0 0,1 0 0 0 0,-1-1 0 0 0,1 1 0 0 0,-1-1-1 0 0,1-6 1 0 0,-2 9 49 0 0,-1 0-1 0 0,1 0 1 0 0,-1 0-1 0 0,1 1 1 0 0,-1-1-1 0 0,0 0 0 0 0,1 0 1 0 0,-1 0-1 0 0,0 0 1 0 0,0 1-1 0 0,1-1 1 0 0,-1 0-1 0 0,0 1 0 0 0,0-1 1 0 0,0 1-1 0 0,0-1 1 0 0,0 1-1 0 0,0-1 1 0 0,-1 1-1 0 0,0-1 3 0 0,1 0-1 0 0,-1 1 1 0 0,1-1 0 0 0,-1 0 0 0 0,1 0-1 0 0,-1 0 1 0 0,1 0 0 0 0,0 0-1 0 0,-1 0 1 0 0,1-1 0 0 0,0 1 0 0 0,0 0-1 0 0,-2-3 1 0 0,1-8-20 0 0,0 1-1 0 0,0-1 0 0 0,1 0 1 0 0,1 0-1 0 0,0 0 1 0 0,1 0-1 0 0,2-15 0 0 0,-2 24-3 0 0,0-1 0 0 0,0 1 0 0 0,1-1 0 0 0,-1 1-1 0 0,1 0 1 0 0,0 0 0 0 0,0 0 0 0 0,0 0 0 0 0,0 0-1 0 0,4-4 1 0 0,8-10 70 0 0,4-8-105 0 0,-9 15 55 0 0,-10 8 453 0 0,-6-5-274 0 0,-6-6-202 0 0,-4-5 18 0 0,17 18-4 0 0,0-1-1 0 0,0 1 1 0 0,0-1 0 0 0,-1 1-1 0 0,1-1 1 0 0,0 0 0 0 0,0 1 0 0 0,-1-1-1 0 0,1 1 1 0 0,0-1 0 0 0,-1 1-1 0 0,1-1 1 0 0,-1 1 0 0 0,1 0-1 0 0,0-1 1 0 0,-1 1 0 0 0,1 0-1 0 0,-1-1 1 0 0,1 1 0 0 0,-1 0-1 0 0,1-1 1 0 0,-1 1 0 0 0,1 0-1 0 0,-1 0 1 0 0,0-1 0 0 0,1 1-1 0 0,-1 0 1 0 0,1 0 0 0 0,-1 0-1 0 0,1 0 1 0 0,-1 0 0 0 0,0 0-1 0 0,1 0 1 0 0,-1 0 0 0 0,1 0-1 0 0,-1 0 1 0 0,0 0 0 0 0,1 0-1 0 0,-1 1 1 0 0,1-1 0 0 0,-2 1-1 0 0,-9 14-5052 0 0,25-32-2043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0 115 760 0 0,'0'0'9919'0'0,"4"-1"-9480"0"0,15-3 666 0 0,-1-1-1 0 0,0-1 1 0 0,18-9-1 0 0,30-10-1050 0 0,-17 9-91 0 0,-24 7-95 0 0,-1 1 1 0 0,1 1-1 0 0,40-5 1 0 0,-24 5-71 0 0,-38 7-133 0 0,13 1 358 0 0,-15 1 485 0 0,-10 2-439 0 0,-9 3-93 0 0,0 0 0 0 0,-24 14 0 0 0,33-16 74 0 0,0-1 1 0 0,-1 0-1 0 0,1-1 0 0 0,-1 0 1 0 0,0 0-1 0 0,0-1 0 0 0,-13 2 1 0 0,-77-2-38 0 0,69-2-168 0 0,31 0 162 0 0,-26-3 216 0 0,25 3-220 0 0,1 0-1 0 0,0 0 1 0 0,-1 0-1 0 0,1 0 1 0 0,0-1-1 0 0,-1 1 1 0 0,1 0-1 0 0,0 0 1 0 0,0 0-1 0 0,-1 0 0 0 0,1 0 1 0 0,0 0-1 0 0,-1 0 1 0 0,1-1-1 0 0,0 1 1 0 0,0 0-1 0 0,-1 0 1 0 0,1 0-1 0 0,0-1 1 0 0,0 1-1 0 0,-1 0 0 0 0,1 0 1 0 0,0-1-1 0 0,0 1 1 0 0,0 0-1 0 0,0 0 1 0 0,-1-1-1 0 0,1 1 1 0 0,0 0-1 0 0,0-1 1 0 0,0 1-1 0 0,0 0 1 0 0,0-1-1 0 0,0 1 0 0 0,0-16-240 0 0,0 15 227 0 0,1-1-1 0 0,-1 1 1 0 0,0-1 0 0 0,0 0 0 0 0,0 1-1 0 0,0-1 1 0 0,0 0 0 0 0,-1 1-1 0 0,1-1 1 0 0,-1-2 0 0 0,-1 2 11 0 0,0 1 0 0 0,0-1 0 0 0,0 1 1 0 0,0 0-1 0 0,-1-1 0 0 0,1 1 0 0 0,0 0 0 0 0,-1 0 1 0 0,1 1-1 0 0,0-1 0 0 0,-1 0 0 0 0,-4 0 0 0 0,1 0-2 0 0,-3 1-936 0 0,11 5 769 0 0,9 5 257 0 0,-5-7-59 0 0,0-1 1 0 0,1 1 0 0 0,-1-1-1 0 0,0 0 1 0 0,1-1-1 0 0,-1 1 1 0 0,1-1-1 0 0,-1-1 1 0 0,10 1-1 0 0,4-1 35 0 0,37-4 0 0 0,-55 3-56 0 0,0 1 0 0 0,-1-1 1 0 0,1 1-1 0 0,0-1 0 0 0,-1 1 1 0 0,1-1-1 0 0,-1 0 0 0 0,0 0 1 0 0,1 1-1 0 0,-1-1 0 0 0,1 0 1 0 0,-1 0-1 0 0,2-2 0 0 0,-2 2-35 0 0,0 0-1 0 0,0 0 1 0 0,0 0 0 0 0,0 0-1 0 0,0 0 1 0 0,0 1-1 0 0,0-1 1 0 0,1 0 0 0 0,-1 1-1 0 0,0-1 1 0 0,1 1-1 0 0,-1-1 1 0 0,0 1 0 0 0,1 0-1 0 0,-1-1 1 0 0,0 1-1 0 0,3 0 1 0 0,58-7-122 0 0,36-1 11 0 0,-70 10 198 0 0,37 2-865 0 0,-74 8-1850 0 0,-12 2-774 0 0,12-8 952 0 0,50-38-2190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277 8 512 0 0,'0'0'1045'0'0,"9"7"-1272"0"0,-13 8 5297 0 0,4-15-4907 0 0,-10-4 3554 0 0,8 2-3589 0 0,0 1-1 0 0,1 0 1 0 0,-1 0 0 0 0,0 0-1 0 0,0 0 1 0 0,-1 0 0 0 0,1 1-1 0 0,0-1 1 0 0,0 1 0 0 0,-3-1-1 0 0,-28-7 912 0 0,-40 1-519 0 0,54 7-591 0 0,1 1 0 0 0,-30 5 1 0 0,10-2-52 0 0,37-4 100 0 0,0 0 1 0 0,0 0 0 0 0,1 0 0 0 0,-1 1 0 0 0,0-1 0 0 0,0 0 0 0 0,0 0 0 0 0,1 1 0 0 0,-1-1 0 0 0,0 1 0 0 0,1-1 0 0 0,-1 0 0 0 0,0 1-1 0 0,1-1 1 0 0,-1 1 0 0 0,0 0 0 0 0,1-1 0 0 0,-1 1 0 0 0,1-1 0 0 0,-1 1 0 0 0,1 0 0 0 0,-1 0 0 0 0,1-1 0 0 0,0 1 0 0 0,-1 0 0 0 0,1-1-1 0 0,0 1 1 0 0,0 0 0 0 0,-1 0 0 0 0,1 1 0 0 0,6 5-13 0 0,-5-7 33 0 0,-1 1 1 0 0,1-1-1 0 0,0 0 1 0 0,-1 1 0 0 0,1-1-1 0 0,-1 1 1 0 0,1 0 0 0 0,-1-1-1 0 0,1 1 1 0 0,-1-1-1 0 0,1 1 1 0 0,-1 0 0 0 0,0-1-1 0 0,1 1 1 0 0,-1 0-1 0 0,0-1 1 0 0,1 1 0 0 0,-1 0-1 0 0,0-1 1 0 0,0 2-1 0 0,9 7 50 0 0,32-7 32 0 0,83-6-1678 0 0,-123 4 1597 0 0,0 1-1 0 0,0-1 1 0 0,1 0-1 0 0,-1 1 1 0 0,0-1 0 0 0,0 0-1 0 0,0 1 1 0 0,1 0 0 0 0,-1-1-1 0 0,0 1 1 0 0,0 0-1 0 0,0-1 1 0 0,0 1 0 0 0,0 0-1 0 0,0 0 1 0 0,0 0-1 0 0,0 0 1 0 0,0 1 0 0 0,-1-2 30 0 0,1 0-42 0 0,-1 0 18 0 0,0 0 0 0 0,1 0 0 0 0,-1 0 0 0 0,0 0 0 0 0,0 0 0 0 0,1 0 0 0 0,-1 0 0 0 0,0 0 0 0 0,0 0 0 0 0,0 0-1 0 0,1 0 1 0 0,-1 0 0 0 0,0 1 0 0 0,0-1 0 0 0,1 0 0 0 0,-1 0 0 0 0,0 0 0 0 0,0 0 0 0 0,0 0 0 0 0,1 0 0 0 0,-1 1 0 0 0,0-1 0 0 0,0 0-1 0 0,0 0 1 0 0,0 0 0 0 0,0 0 0 0 0,1 1 0 0 0,-1-1 0 0 0,0 0 0 0 0,0 0 0 0 0,0 1 0 0 0,0-1 0 0 0,0 0 0 0 0,0 0 0 0 0,0 0 0 0 0,0 1-1 0 0,0-1 1 0 0,0 0 0 0 0,0 0 0 0 0,0 1 0 0 0,0-1 0 0 0,0 0 0 0 0,0 0 0 0 0,0 1 0 0 0,-4 12 182 0 0,4-13-189 0 0,-1 0 1 0 0,1 0 0 0 0,0 1-1 0 0,0-1 1 0 0,0 0-1 0 0,-1 1 1 0 0,1-1-1 0 0,0 0 1 0 0,0 0-1 0 0,0 1 1 0 0,0-1-1 0 0,-1 0 1 0 0,1 1 0 0 0,0-1-1 0 0,0 0 1 0 0,0 1-1 0 0,0-1 1 0 0,0 0-1 0 0,0 1 1 0 0,0-1-1 0 0,0 0 1 0 0,0 1-1 0 0,0-1 1 0 0,0 0 0 0 0,0 1-1 0 0,0-1 1 0 0,1 0-1 0 0,-1 0 1 0 0,0 1-1 0 0,0-1 1 0 0,0 1-1 0 0,51-1-2696 0 0,-68-3-4317 0 0,34 6 5529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24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26 440 1700 0 0,'0'0'6593'0'0,"-1"-4"-6135"0"0,0 1-280 0 0,-6-16 1441 0 0,3 26-126 0 0,-1 9-1572 0 0,-1 113 105 0 0,4-79-21 0 0,2-45-7 0 0,0-1 0 0 0,1 1 1 0 0,0-1-1 0 0,-1 1 0 0 0,1-1 0 0 0,1 0 1 0 0,-1 1-1 0 0,4 6 0 0 0,-4-9 3 0 0,0-1 1 0 0,0 0-1 0 0,0 0 0 0 0,0 0 1 0 0,0 0-1 0 0,0 0 0 0 0,1 0 1 0 0,-1 0-1 0 0,0 0 0 0 0,1 0 0 0 0,-1-1 1 0 0,1 1-1 0 0,-1-1 0 0 0,1 1 1 0 0,-1-1-1 0 0,1 1 0 0 0,-1-1 1 0 0,1 0-1 0 0,-1 0 0 0 0,1 1 1 0 0,0-1-1 0 0,-1 0 0 0 0,4-1 0 0 0,-5 1 50 0 0,3 2-254 0 0,-3-2 204 0 0,0 0 0 0 0,1 1 0 0 0,-1-1 0 0 0,0 0 0 0 0,0 0-1 0 0,1 1 1 0 0,-1-1 0 0 0,0 0 0 0 0,0 0 0 0 0,1 1 0 0 0,-1-1 0 0 0,0 0 0 0 0,0 1 0 0 0,0-1 0 0 0,0 0 0 0 0,1 1 0 0 0,-1-1 0 0 0,0 0-1 0 0,0 1 1 0 0,0-1 0 0 0,0 0 0 0 0,0 1 0 0 0,0-1 0 0 0,0 0 0 0 0,0 1 0 0 0,0-1 0 0 0,0 1 0 0 0,4 15 27 0 0,9 49 135 0 0,-13-65-129 0 0,0 1-1 0 0,0-1 1 0 0,0 0-1 0 0,0 0 1 0 0,0 1-1 0 0,0-1 1 0 0,0 0-1 0 0,0 1 1 0 0,0-1-1 0 0,0 0 1 0 0,0 1-1 0 0,0-1 1 0 0,0 0-1 0 0,0 0 1 0 0,0 1-1 0 0,1-1 1 0 0,-1 0-1 0 0,0 1 1 0 0,0-1-1 0 0,0 0 1 0 0,0 0 0 0 0,1 1-1 0 0,-1-1 1 0 0,0 0-1 0 0,0 0 1 0 0,0 0-1 0 0,1 1 1 0 0,-1-1-1 0 0,0 0 1 0 0,1 0-1 0 0,-1 0 1 0 0,0 0-1 0 0,0 1 1 0 0,1-1-1 0 0,-1 0 1 0 0,0 0-1 0 0,1 0 1 0 0,-1 0-1 0 0,0 0 1 0 0,0 0-1 0 0,1 0 1 0 0,-1 0-1 0 0,0 0 1 0 0,1 0-1 0 0,-1 0 1 0 0,0 0-1 0 0,1 0 1 0 0,-1 0 0 0 0,0 0-1 0 0,1-1 1 0 0,19-9 2723 0 0,-10 5-3522 0 0,38-15 611 0 0,91-43-334 0 0,-109 49 320 0 0,0 2 0 0 0,36-10-1 0 0,-37 14 154 0 0,-1-2 1 0 0,52-26-1 0 0,13-10-342 0 0,21 4 202 0 0,14-5-156 0 0,-64 21 203 0 0,-12 0 117 0 0,-40 18-15 0 0,0 2 0 0 0,26-10-1 0 0,-23 10-235 0 0,0-1 0 0 0,24-13 0 0 0,-10 4 342 0 0,-22 12-135 0 0,0 0 0 0 0,1 1 1 0 0,-1 0-1 0 0,1 1 1 0 0,11-3-1 0 0,-18 4 46 0 0,1 1-1 0 0,0 0 0 0 0,0-1 1 0 0,0 0-1 0 0,0 1 0 0 0,-1-1 1 0 0,1 0-1 0 0,0 0 0 0 0,2-2 1 0 0,-2 2-28 0 0,0-1-1 0 0,-1 1 1 0 0,1 0 0 0 0,0 0 0 0 0,0 1 0 0 0,0-1 0 0 0,0 0 0 0 0,0 1 0 0 0,0-1 0 0 0,2 0-1 0 0,33-10 575 0 0,4 0-1134 0 0,19 0 451 0 0,-57 10 143 0 0,-1 0-1 0 0,0 0 1 0 0,0 0-1 0 0,0 0 1 0 0,0 0-1 0 0,-1 0 1 0 0,1 0-1 0 0,0-1 0 0 0,0 1 1 0 0,-1-1-1 0 0,3-1 1 0 0,-4 3-34 0 0,3 0-31 0 0,-3 0 62 0 0,1 0 0 0 0,-1 0 0 0 0,0 0 0 0 0,1 0 0 0 0,-1 0 0 0 0,0 0 1 0 0,0 0-1 0 0,1 0 0 0 0,-1 0 0 0 0,0 0 0 0 0,0 0 0 0 0,1 0 0 0 0,-1 0 0 0 0,0 0 0 0 0,1 0 0 0 0,-1 0 0 0 0,0 0 0 0 0,0 0 0 0 0,1 0 1 0 0,-1 0-1 0 0,0 0 0 0 0,0 0 0 0 0,1-1 0 0 0,-1 1 0 0 0,0 0 0 0 0,0 0 0 0 0,1 0 0 0 0,-1 0 0 0 0,0-1 0 0 0,0 1 0 0 0,0 0 1 0 0,0 0-1 0 0,1-1 0 0 0,-1 1 0 0 0,0 0 0 0 0,0 0 0 0 0,0-1 0 0 0,0 1 0 0 0,0 0 0 0 0,0 0 0 0 0,0-1 0 0 0,1 1 0 0 0,-1 0 0 0 0,0-1 1 0 0,0 1-63 0 0,-5-11 1916 0 0,2 9-1757 0 0,0 1 0 0 0,0-2 0 0 0,0 1 0 0 0,0 0 0 0 0,1 0 0 0 0,-1-1-1 0 0,1 0 1 0 0,-1 1 0 0 0,1-1 0 0 0,0 0 0 0 0,0 0 0 0 0,0-1 0 0 0,0 1-1 0 0,1 0 1 0 0,-3-6 0 0 0,-3-10-108 0 0,-7-34 0 0 0,1 6-182 0 0,12 44 177 0 0,0 0 0 0 0,0 0 1 0 0,0 0-1 0 0,0 0 0 0 0,-1 0 1 0 0,1 0-1 0 0,-1 0 0 0 0,0 1 1 0 0,0-1-1 0 0,-2-2 1 0 0,3 5-36 0 0,-17-4-652 0 0,11 4 676 0 0,-1 0 0 0 0,0 0 0 0 0,0 1 0 0 0,0-1 0 0 0,0 2 0 0 0,0-1 0 0 0,1 1 0 0 0,-12 5 0 0 0,-8 2 23 0 0,0 0 0 0 0,-50 8-1 0 0,41-13-16 0 0,26-4-28 0 0,0 1-1 0 0,0 1 1 0 0,-17 4 0 0 0,-90 24-90 0 0,-114 39-203 0 0,164-48 210 0 0,-45 17-161 0 0,52-11 43 0 0,-57 22-234 0 0,102-44 443 0 0,3-1 18 0 0,1 0 1 0 0,0 0 0 0 0,-18 10-1 0 0,-33 14-107 0 0,-1 4 68 0 0,58-27 30 0 0,5-5 16 0 0,0 1 1 0 0,-1-1 0 0 0,1 1-1 0 0,0-1 1 0 0,-1 0-1 0 0,1 1 1 0 0,0-1 0 0 0,-1 0-1 0 0,1 1 1 0 0,-1-1-1 0 0,1 0 1 0 0,0 0 0 0 0,-1 1-1 0 0,1-1 1 0 0,-1 0-1 0 0,1 0 1 0 0,-1 0 0 0 0,1 0-1 0 0,-1 1 1 0 0,1-1-1 0 0,-1 0 1 0 0,1 0 0 0 0,-1 0-1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04.525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1 496 1264 0 0,'0'0'5036'0'0,"5"8"-3055"0"0,35-10 1093 0 0,-22 1-2940 0 0,-1-1-1 0 0,0-1 1 0 0,25-8-1 0 0,199-59-281 0 0,221-76-1015 0 0,-223 53 358 0 0,-226 89 791 0 0,0 0 1 0 0,0 0-1 0 0,25-2 0 0 0,-26 5-170 0 0,-1-1 0 0 0,0 0 0 0 0,0 0 0 0 0,0-1 0 0 0,0-1 0 0 0,16-7 0 0 0,-19 2 1918 0 0,-27 8 896 0 0,8 2-3444 0 0,-15 1 775 0 0,0 2 0 0 0,1 0 1 0 0,0 2-1 0 0,0 1 0 0 0,-26 10 0 0 0,0 0-13 0 0,-239 82 111 0 0,60-19 315 0 0,31 1-322 0 0,188-76-76 0 0,-1 0 46 0 0,-1 1 0 0 0,1 1 0 0 0,-21 14 0 0 0,27-16-111 0 0,-11 9 165 0 0,-27 18-1 0 0,43-30-87 0 0,-1-2-6 0 0,1 1 0 0 0,0-1 0 0 0,0 1 0 0 0,0 0 0 0 0,0-1 1 0 0,0 1-1 0 0,0 0 0 0 0,0 0 0 0 0,0 0 0 0 0,0 0 0 0 0,1 0 0 0 0,-1 0 0 0 0,0 0 1 0 0,0 0-1 0 0,0 2 0 0 0,1-3 15 0 0,0 1 1 0 0,0-1-1 0 0,0 0 0 0 0,0 1 1 0 0,0-1-1 0 0,-1 0 1 0 0,1 1-1 0 0,0-1 0 0 0,0 0 1 0 0,0 1-1 0 0,0-1 0 0 0,0 0 1 0 0,-1 1-1 0 0,1-1 1 0 0,0 0-1 0 0,0 0 0 0 0,-1 1 1 0 0,1-1-1 0 0,0 0 1 0 0,0 0-1 0 0,-1 1 0 0 0,1-1 1 0 0,0 0-1 0 0,-1 0 1 0 0,1 0-1 0 0,0 0 0 0 0,-1 0 1 0 0,1 1-1 0 0,0-1 0 0 0,-1 0 1 0 0,0 0-8 0 0,1 0 1 0 0,0 0-1 0 0,-1 0 1 0 0,1 0-1 0 0,-1 0 1 0 0,1 1-1 0 0,0-1 1 0 0,-1 0-1 0 0,1 0 1 0 0,0 0-1 0 0,-1 1 1 0 0,1-1-1 0 0,0 0 1 0 0,-1 0-1 0 0,1 1 1 0 0,0-1-1 0 0,0 0 1 0 0,-1 1-1 0 0,1-1 1 0 0,0 0 0 0 0,0 1-1 0 0,0-1 1 0 0,-1 0-1 0 0,1 1 1 0 0,0-1-1 0 0,0 1 1 0 0,0-1-1 0 0,0 0 1 0 0,0 1-1 0 0,0-1 1 0 0,0 1-1 0 0,24-2 290 0 0,9-5-229 0 0,0-2-1 0 0,52-20 0 0 0,-31 10-27 0 0,328-125 93 0 0,-75 15-141 0 0,-254 106-202 0 0,80-21-1 0 0,-73 28-48 0 0,-31 9 209 0 0,-1-2-1 0 0,27-11 1 0 0,-33 8-35 0 0,-19 7 275 0 0,-15 3-186 0 0,5 3-10 0 0,0 0 0 0 0,0 0 0 0 0,1 1 1 0 0,0-1-1 0 0,-1 1 0 0 0,1 1 0 0 0,-9 6 0 0 0,-18 8 28 0 0,-505 193 138 0 0,337-126 392 0 0,-4 3-391 0 0,75-35 247 0 0,93-42-219 0 0,31-9-156 0 0,-1-1 0 0 0,1 1 0 0 0,0 0 0 0 0,0 1 0 0 0,-8 3 0 0 0,11-4-8 0 0,-2 1-9 0 0,0 1-1 0 0,0-2 1 0 0,0 1 0 0 0,-9 3-1 0 0,4-2-222 0 0,8-3 91 0 0,1 0 0 0 0,-1 0 0 0 0,0-1-1 0 0,1 1 1 0 0,-1 0 0 0 0,0-1 0 0 0,0 0-1 0 0,0 1 1 0 0,-3-1 0 0 0,-26-2-114 0 0,31 2 229 0 0,0-1 0 0 0,-1 1 0 0 0,1-1 0 0 0,0 0 0 0 0,0 1 0 0 0,0-1 0 0 0,0 1 0 0 0,0-1 0 0 0,1 0 0 0 0,-1 1-1 0 0,0-1 1 0 0,0 1 0 0 0,0-1 0 0 0,0 0 0 0 0,1 1 0 0 0,-1-1 0 0 0,0 1 0 0 0,1-1 0 0 0,-1 1 0 0 0,0-1 0 0 0,1 1 0 0 0,-1-1-1 0 0,1 1 1 0 0,0-1 0 0 0,6-4-246 0 0,22-12-93 0 0,-1-1 0 0 0,45-38 0 0 0,-42 30 428 0 0,-24 21-44 0 0,0 0 0 0 0,-1-1 1 0 0,1 1-1 0 0,-1-1 1 0 0,-1 0-1 0 0,1-1 0 0 0,-1 0 1 0 0,6-8-1 0 0,-10 12-44 0 0,1 0 0 0 0,0 1 0 0 0,0-1 0 0 0,1 1 0 0 0,-1-1-1 0 0,0 1 1 0 0,1 0 0 0 0,-1 0 0 0 0,1 0 0 0 0,0 0 0 0 0,0 1 0 0 0,0-1 0 0 0,5-1-1 0 0,47-14-65 0 0,-29 10 131 0 0,12-8 228 0 0,-1-1 0 0 0,0-2 0 0 0,-1-2 0 0 0,37-26 1 0 0,37-21 192 0 0,-68 47-573 0 0,1 1 0 0 0,83-22 1 0 0,-79 27 97 0 0,32-5 2 0 0,-58 16 101 0 0,1-2 1 0 0,-1-1-1 0 0,-1 0 0 0 0,24-11 0 0 0,-30 6-4 0 0,-12 10-52 0 0,-1 0 1 0 0,0 0-1 0 0,0 0 1 0 0,0 0-1 0 0,1 0 1 0 0,-1 0-1 0 0,0 0 0 0 0,1 1 1 0 0,-1-1-1 0 0,1 1 1 0 0,-1-1-1 0 0,1 1 1 0 0,1-1-1 0 0,0 0-59 0 0,0 1-1 0 0,0-1 0 0 0,0 1 1 0 0,-1-1-1 0 0,1 0 1 0 0,0-1-1 0 0,0 1 1 0 0,-1 0-1 0 0,3-2 0 0 0,-2 1 11 0 0,-1 1 0 0 0,1-1-1 0 0,0 1 1 0 0,-1 0 0 0 0,1 0-1 0 0,0 0 1 0 0,0 0 0 0 0,5 0-1 0 0,19-7 21 0 0,18-1 880 0 0,-65 9-682 0 0,1 2-242 0 0,0 0 0 0 0,0 1 0 0 0,0 2 0 0 0,-23 7 0 0 0,-13 3-32 0 0,-215 52 80 0 0,201-50-5 0 0,-250 70 509 0 0,278-71-425 0 0,1 2 0 0 0,-46 28-1 0 0,21-15-182 0 0,14-8 103 0 0,42-20-23 0 0,0 0-1 0 0,0 1 0 0 0,1 0 1 0 0,-1 1-1 0 0,-14 10 1 0 0,-11 11-433 0 0,34-26 434 0 0,0 0-1 0 0,-1 0 1 0 0,1 1-1 0 0,0-1 1 0 0,-1 0-1 0 0,1 0 0 0 0,0 1 1 0 0,-1-1-1 0 0,1 0 1 0 0,0 0-1 0 0,-1 1 0 0 0,1-1 1 0 0,0 0-1 0 0,0 1 1 0 0,-1-1-1 0 0,1 0 1 0 0,0 1-1 0 0,0-1 0 0 0,0 1 1 0 0,0-1-1 0 0,-1 0 1 0 0,1 1-1 0 0,0-1 0 0 0,0 1 1 0 0,0-1-1 0 0,0 0 1 0 0,0 1-1 0 0,0-1 1 0 0,0 1-1 0 0,0-1 0 0 0,0 0 1 0 0,0 1-1 0 0,0-1 1 0 0,0 1-1 0 0,1-1 0 0 0,-1 0 1 0 0,0 1-1 0 0,0-1 1 0 0,0 1-1 0 0,0-1 0 0 0,1 0 1 0 0,-1 1-1 0 0,0-1 1 0 0,0 0-1 0 0,1 1 1 0 0,-1-1-1 0 0,0 0 0 0 0,1 0 1 0 0,-1 1-1 0 0,0-1 1 0 0,1 0-1 0 0,-1 0 0 0 0,0 1 1 0 0,1-1-1 0 0,-1 0 1 0 0,1 0-1 0 0,-1 0 1 0 0,0 0-1 0 0,1 0 0 0 0,0 0 1 0 0,71-6 250 0 0,-69 5-250 0 0,-4 2-251 0 0,-8 1 158 0 0,-1 0 0 0 0,1 1 0 0 0,0 0-1 0 0,0 1 1 0 0,1-1 0 0 0,-13 9-1 0 0,10-4 84 0 0,0-1-1 0 0,0 0 1 0 0,-1 0 0 0 0,-18 6-1 0 0,73-17-215 0 0,27-21 323 0 0,90-46-1 0 0,21-8 36 0 0,-70 27 175 0 0,-95 47-246 0 0,0 1 1 0 0,1 0 0 0 0,22-1-1 0 0,-16 1-21 0 0,24-5 79 0 0,55-19 0 0 0,-20 4-75 0 0,-54 16-28 0 0,-1-2 0 0 0,29-15 0 0 0,14-5-129 0 0,27-5-247 0 0,-93 34 421 0 0,1 0 1 0 0,-1 0 0 0 0,1 0-1 0 0,-1 1 1 0 0,1 0-1 0 0,8 0 1 0 0,-6 0 6 0 0,-7 0-87 0 0,0 0 0 0 0,0 0 0 0 0,1 0 0 0 0,-1 0 0 0 0,0 0 0 0 0,0 0 0 0 0,0 0-1 0 0,0-1 1 0 0,1 1 0 0 0,-1 0 0 0 0,0 0 0 0 0,0 0 0 0 0,0 0 0 0 0,0 0 0 0 0,1 0 0 0 0,-1 0 0 0 0,0 1 0 0 0,0-1-1 0 0,0 0 1 0 0,0 0 0 0 0,1 0 0 0 0,-1 0 0 0 0,0 0 0 0 0,0 0 0 0 0,0 0 0 0 0,0 0 0 0 0,0 0 0 0 0,0 0 0 0 0,1 0 0 0 0,-1 1-1 0 0,0-1 1 0 0,0 0 0 0 0,0 0 0 0 0,0 0 0 0 0,0 0 0 0 0,0 0 0 0 0,0 1 0 0 0,0-1 0 0 0,1 0 0 0 0,-1 0 0 0 0,0 0-1 0 0,0 0 1 0 0,0 0 0 0 0,0 1 0 0 0,0-1 0 0 0,0 0 0 0 0,0 0 0 0 0,0 0 0 0 0,0 1 0 0 0,-11 5-3520 0 0,-4-3-631 0 0,15-4 4017 0 0,0 0 0 0 0,0 1 1 0 0,0-1-1 0 0,0 0 0 0 0,0 1 0 0 0,0-1 0 0 0,1 0 0 0 0,-1 1 0 0 0,0-1 0 0 0,0 1 0 0 0,1-1 0 0 0,-1 0 0 0 0,0 1 0 0 0,0-1 1 0 0,1 1-1 0 0,-1-1 0 0 0,1 1 0 0 0,-1-1 0 0 0,1 0 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43.0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180 0 524 0 0,'0'0'3136'0'0,"11"27"3268"0"0,-13-19-6302 0 0,0 0 0 0 0,0 0 0 0 0,-1 0 0 0 0,0-1 0 0 0,-1 1-1 0 0,0-1 1 0 0,0 0 0 0 0,-8 11 0 0 0,2-3 160 0 0,-38 55 825 0 0,33-51-924 0 0,1 1 1 0 0,1 1-1 0 0,0 1 1 0 0,2 0-1 0 0,-14 36 1 0 0,20-34 137 0 0,7-31-3195 0 0,-2 5 2459 0 0,1 1-1 0 0,0 0 0 0 0,-1 0 1 0 0,1-1-1 0 0,0 1 0 0 0,1-1 1 0 0,7-9-2817 0 0,-7 8 1841 0 0,-21 34-1595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43.6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 0 812 0 0,'0'0'5195'0'0,"-9"1"-5138"0"0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44.1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239 8 352 0 0,'-74'-7'12016'0'0,"76"13"-11694"0"0,-2 4-147 0 0,-1 0 0 0 0,0 0 1 0 0,-1 0-1 0 0,0 0 0 0 0,0 0 1 0 0,-1-1-1 0 0,0 1 0 0 0,-1-1 0 0 0,0 0 1 0 0,-1 0-1 0 0,-9 14 0 0 0,-18 32 94 0 0,3 2 1 0 0,-24 63-1 0 0,51-115-300 0 0,-7 30-602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44.88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62 1 904 0 0,'0'0'6866'0'0,"-4"1"-6425"0"0,1 1-323 0 0,0 1-1 0 0,0 0 1 0 0,0 0 0 0 0,0-1 0 0 0,0 2 0 0 0,1-1 0 0 0,0 0-1 0 0,-1 0 1 0 0,1 1 0 0 0,0-1 0 0 0,1 1 0 0 0,-1 0 0 0 0,1 0-1 0 0,-1-1 1 0 0,1 1 0 0 0,0 0 0 0 0,0 7 0 0 0,-3 13 423 0 0,-2 41 0 0 0,5 56 1482 0 0,-2 29-1179 0 0,2-106-718 0 0,-3-57-2451 0 0,4 11 1847 0 0,0-1 0 0 0,0 1 0 0 0,0 0 0 0 0,0 0 0 0 0,1 0 0 0 0,-1 0 0 0 0,1 0 0 0 0,-1 0 0 0 0,1 0 0 0 0,0 0 0 0 0,0 0 0 0 0,0 0 0 0 0,0 0 0 0 0,2-2 0 0 0,-3 3 228 0 0,-6 48-4412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45.93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275 8 496 0 0,'11'-8'10902'0'0,"-15"9"-10844"0"0,1-1-1 0 0,0 1 0 0 0,0 0 0 0 0,0 0 0 0 0,0 0 0 0 0,1 0 0 0 0,-1 1 1 0 0,0-1-1 0 0,0 1 0 0 0,1-1 0 0 0,-1 1 0 0 0,1 0 0 0 0,-1 0 0 0 0,-1 3 1 0 0,-35 38 276 0 0,28-31-250 0 0,-31 39 18 0 0,2 1-1 0 0,-40 69 1 0 0,76-115-296 0 0,-1 5 489 0 0,4-1-3591 0 0,-1-7 3301 0 0,0 1 0 0 0,0-1 0 0 0,0 1-1 0 0,-1-1 1 0 0,1 0 0 0 0,-5 5 0 0 0,27-35-9823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46.7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597 1 1468 0 0,'-3'1'11736'0'0,"-12"7"-11128"0"0,-142 126 613 0 0,48-45-999 0 0,-150 150 202 0 0,205-185-461 0 0,146-110-9559 0 0,-72 44 6638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47.4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445 0 812 0 0,'0'0'5957'0'0,"4"0"-5605"0"0,16 6 6973 0 0,-43 20-7094 0 0,21-24 127 0 0,-73 72 370 0 0,-38 42-494 0 0,55-48 210 0 0,-117 108 1 0 0,157-165-646 0 0,15-14-576 0 0,11-8-247 0 0,35-28-4146 0 0,-19 21-3075 0 0,-100 92 6776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49.0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663 25 3708 0 0,'0'0'7112'0'0,"4"-4"-6869"0"0,12-12 2 0 0,-12 12-8 0 0,-21 17 43 0 0,-32 22-3 0 0,-3-2-1 0 0,-63 31 1 0 0,54-32-439 0 0,-76 52-1 0 0,130-79 375 0 0,4-3-421 0 0,1 0 1 0 0,-1 0-1 0 0,0 0 1 0 0,0 1-1 0 0,1-1 1 0 0,0 1-1 0 0,-1-1 1 0 0,-2 5-1 0 0,5-6 194 0 0,-1 0-1 0 0,1 0 1 0 0,-1 0 0 0 0,1 0-1 0 0,-1 0 1 0 0,1 0-1 0 0,-1 0 1 0 0,1 1 0 0 0,0-1-1 0 0,0 0 1 0 0,0 0 0 0 0,0 0-1 0 0,0 0 1 0 0,0 1 0 0 0,0-1-1 0 0,0 0 1 0 0,0 0 0 0 0,0 0-1 0 0,0 0 1 0 0,1 1 0 0 0,-1-1-1 0 0,16 16 7139 0 0,-15-17-7089 0 0,0 1 1 0 0,0-1 0 0 0,0 1-1 0 0,0 0 1 0 0,0 0 0 0 0,0-1 0 0 0,0 1-1 0 0,-1 0 1 0 0,1 0 0 0 0,0 0-1 0 0,0 0 1 0 0,-1 0 0 0 0,1 0-1 0 0,0 0 1 0 0,-1 0 0 0 0,1 1-1 0 0,-1-1 1 0 0,0 0 0 0 0,1 0 0 0 0,-1 0-1 0 0,0 1 1 0 0,0-1 0 0 0,0 0-1 0 0,0 0 1 0 0,0 0 0 0 0,0 2-1 0 0,0 6-21 0 0,-1-1-1 0 0,0 0 0 0 0,0 0 0 0 0,-1 0 1 0 0,0 0-1 0 0,-1-1 0 0 0,-6 16 0 0 0,1-7-4 0 0,-1 0 0 0 0,-17 22 0 0 0,-3-7-34 0 0,6-28-1224 0 0,13-3 1066 0 0,-39 11 26 0 0,44-10 139 0 0,1 1 0 0 0,-1 0 0 0 0,1 0 0 0 0,0 0 0 0 0,-7 5 1 0 0,-19 8-85 0 0,23-12 1198 0 0,46-40-17999 0 0,-86 82 16039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50.5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125 135 604 0 0,'0'0'7857'0'0,"2"-6"-7360"0"0,10-22 5005 0 0,-12 31-4573 0 0,-6 8-1201 0 0,4-8 308 0 0,-1 0 0 0 0,0 0 0 0 0,0 0 0 0 0,1 0 0 0 0,0 1 0 0 0,0 0 0 0 0,0-1 0 0 0,0 1 0 0 0,-3 8 0 0 0,5-12 76 0 0,1-4-74 0 0,-1 0 0 0 0,0-1 1 0 0,1 1-1 0 0,0 0 0 0 0,0 0 1 0 0,0 0-1 0 0,3-7 0 0 0,0 2-31 0 0,-1 1 0 0 0,0-1 0 0 0,0 1 0 0 0,-1-1 0 0 0,0 0-1 0 0,-1 0 1 0 0,1-15 0 0 0,-2 23-6 0 0,-1 0 0 0 0,1 0 0 0 0,0 0 0 0 0,0 0 0 0 0,0 1 1 0 0,-1-1-1 0 0,1 0 0 0 0,-1 0 0 0 0,1 0 0 0 0,0 0 0 0 0,-1 1 0 0 0,0-1 0 0 0,1 0 0 0 0,-1 0 0 0 0,1 1 0 0 0,-1-1 0 0 0,0 1 0 0 0,1-1 0 0 0,-1 0 1 0 0,0 1-1 0 0,0-1 0 0 0,1 1 0 0 0,-3-1 0 0 0,-21-8-107 0 0,19 8 75 0 0,1 0-1 0 0,0 0 0 0 0,1 0 0 0 0,-1 1 0 0 0,0-1 0 0 0,0 1 0 0 0,0 0 0 0 0,0 0 0 0 0,1 1 0 0 0,-1-1 0 0 0,0 1 0 0 0,0-1 0 0 0,1 1 0 0 0,-1 0 0 0 0,0 1 0 0 0,1-1 0 0 0,-1 1 0 0 0,1-1 0 0 0,-1 1 0 0 0,1 0 0 0 0,-6 5 0 0 0,8-5 39 0 0,0 1 0 0 0,-1 0 0 0 0,1 0 0 0 0,0-1 0 0 0,1 1-1 0 0,-1 0 1 0 0,0 0 0 0 0,1 0 0 0 0,0 0 0 0 0,-1 0 0 0 0,1 0-1 0 0,0 0 1 0 0,1 0 0 0 0,-1 0 0 0 0,1 3 0 0 0,13 6 385 0 0,-11-11-376 0 0,0 2 1 0 0,0-1 0 0 0,0 0-1 0 0,0 1 1 0 0,0-1 0 0 0,-1 1-1 0 0,1 0 1 0 0,-1 0 0 0 0,1 0-1 0 0,-1 0 1 0 0,0 0-1 0 0,-1 1 1 0 0,1-1 0 0 0,0 1-1 0 0,-1-1 1 0 0,0 1 0 0 0,0-1-1 0 0,0 1 1 0 0,0 4-1 0 0,1 10 77 0 0,0-1-1 0 0,-2 0 0 0 0,0 1 0 0 0,-1-1 0 0 0,-1 0 0 0 0,-1 0 1 0 0,0 0-1 0 0,-10 30 0 0 0,-27 63 438 0 0,68-135-1029 0 0,-12 13 441 0 0,0-2 0 0 0,15-16 0 0 0,-13 3-107 0 0,0-1-1 0 0,-1 0 1 0 0,19-47-1 0 0,-8 20-36 0 0,-25 50-451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52.6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306 0 732 0 0,'0'0'7343'0'0,"-24"1"-3571"0"0,10 12-3446 0 0,1 2 0 0 0,0 0 1 0 0,2 0-1 0 0,-16 26 0 0 0,-2 3-78 0 0,-111 145 1123 0 0,106-144-1451 0 0,33-45 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54.67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518 1 2828 0 0,'0'0'6841'0'0,"-22"11"-5921"0"0,-93 68 1214 0 0,-82 61-980 0 0,48-11-229 0 0,143-121-907 0 0,5-7-9 0 0,0 1 1 0 0,0 0-1 0 0,0-1 1 0 0,0 1-1 0 0,-1-1 1 0 0,1 0-1 0 0,-1 1 1 0 0,1-1-1 0 0,-1 0 1 0 0,1 0-1 0 0,-1 1 1 0 0,0-1-1 0 0,1-1 1 0 0,-1 1-1 0 0,0 0 1 0 0,0 0-1 0 0,-1 0 1 0 0,2-1-2 0 0,8 0-2594 0 0,-5-1 2164 0 0,0 1-1 0 0,0-1 1 0 0,1 1-1 0 0,-1-1 1 0 0,0 0-1 0 0,0 1 1 0 0,0-1 0 0 0,0 0-1 0 0,2-2 1 0 0,1 1-744 0 0,10-6-1772 0 0,-12 6 1690 0 0,-6 3 214 0 0,-47 19-769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55.02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76 0 3596 0 0,'0'0'4787'0'0,"-4"5"-4593"0"0,-66 52 427 0 0,69-55-395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58.0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215 1 668 0 0,'1'1'16616'0'0,"-17"16"-17998"0"0,1-1 1293 0 0,1 1-1 0 0,1 1 1 0 0,0 0-1 0 0,-18 38 1 0 0,11-20 77 0 0,6-13 33 0 0,-33 62 140 0 0,45-79-145 0 0,1-4-3 0 0,1-1 1 0 0,0 1-1 0 0,-1-1 0 0 0,1 1 0 0 0,-1-1 1 0 0,0 1-1 0 0,1-1 0 0 0,-1 1 0 0 0,0-1 0 0 0,0 0 1 0 0,0 1-1 0 0,0-1 0 0 0,0 0 0 0 0,0 0 1 0 0,0 0-1 0 0,-1 0 0 0 0,1 0 0 0 0,0 0 1 0 0,-1 0-1 0 0,1 0 0 0 0,0-1 0 0 0,-1 1 1 0 0,-2 1-1 0 0,4-2 11 0 0,-2 2-1140 0 0,8-4-106 0 0,26-18-4438 0 0,-73 43-2325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4:59.1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301 49 564 0 0,'-3'0'12656'0'0,"-16"6"-12637"0"0,-18 12-11 0 0,1 1-1 0 0,1 3 1 0 0,-46 36-1 0 0,77-54-435 0 0,7-3 207 0 0,13-4 193 0 0,20-10 165 0 0,-11 3-102 0 0,-1-1 0 0 0,-1-2-1 0 0,0 0 1 0 0,0-1 0 0 0,-2-2 0 0 0,0 0-1 0 0,29-29 1 0 0,-49 44-4 0 0,0 0-1 0 0,0-1 1 0 0,0 1-1 0 0,0 0 1 0 0,0 0 0 0 0,0-1-1 0 0,-1 1 1 0 0,1-1-1 0 0,0 1 1 0 0,-1-1 0 0 0,1 1-1 0 0,-1-1 1 0 0,1-2-1 0 0,-1 4 32 0 0,-3 1-75 0 0,-1-1 1 0 0,1 2 0 0 0,0-1 0 0 0,0 0 0 0 0,-1 1 0 0 0,1-1 0 0 0,0 1 0 0 0,1 0-1 0 0,-1 0 1 0 0,0 0 0 0 0,-3 4 0 0 0,-5 2 10 0 0,-232 184 598 0 0,232-182-771 0 0,18-14-299 0 0,18-17 37 0 0,23-24-230 0 0,68-81 0 0 0,-140 138 894 0 0,-174 141 740 0 0,194-150-962 0 0,-1 0 0 0 0,1 0 0 0 0,0 1 0 0 0,0-1 0 0 0,-6 8 0 0 0,17-11-348 0 0,-1 0 137 0 0,0-1 1 0 0,1 0 0 0 0,-1-1-1 0 0,0 1 1 0 0,0-1 0 0 0,10-4-1 0 0,42-26-494 0 0,-27 13 374 0 0,-44 19 1336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00.0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0 328 0 0,'0'0'6366'0'0,"1"5"-5984"0"0,0-2-281 0 0,1 2 198 0 0,0 0 0 0 0,0 0 1 0 0,-1 0-1 0 0,1 0 0 0 0,-1 0 0 0 0,0 9 0 0 0,-1-14-262 0 0,0 1 0 0 0,-1-1 0 0 0,1 1 0 0 0,0 0 0 0 0,0-1 0 0 0,0 1 0 0 0,0-1 0 0 0,0 1 0 0 0,0 0 0 0 0,0-1 0 0 0,0 1 0 0 0,0-1 0 0 0,0 1 0 0 0,0-1 0 0 0,0 1 0 0 0,1 0 0 0 0,-1-1 0 0 0,0 1 0 0 0,0-1 0 0 0,1 1 0 0 0,-1-1 0 0 0,0 1 0 0 0,1-1 0 0 0,-1 1 0 0 0,0-1 0 0 0,1 1 0 0 0,-1-1 0 0 0,1 0 0 0 0,-1 1 0 0 0,0-1 0 0 0,1 1 0 0 0,-1-1 0 0 0,1 0 0 0 0,-1 0 0 0 0,1 1 0 0 0,0-1 0 0 0,-1 0 0 0 0,2 0 0 0 0,25 2-100 0 0,-19-2 384 0 0,-6-3-72 0 0,-1 0 0 0 0,-1-1 0 0 0,1 1 1 0 0,0 0-1 0 0,-1-1 0 0 0,0 1 0 0 0,1-1 1 0 0,-1 1-1 0 0,-1-6 0 0 0,1 6 224 0 0,0 1-401 0 0,0 1-1 0 0,0-1 0 0 0,0 1 1 0 0,0-1-1 0 0,-1 1 0 0 0,1-1 1 0 0,0 1-1 0 0,-1-1 0 0 0,1 1 0 0 0,-1 0 1 0 0,1-1-1 0 0,-1 1 0 0 0,0 0 1 0 0,0-1-1 0 0,-1-1 0 0 0,1 3-84 0 0,1-1-1 0 0,-1 1 0 0 0,0-1 0 0 0,0 1 0 0 0,0-1 0 0 0,1 1 0 0 0,-1 0 1 0 0,0-1-1 0 0,0 1 0 0 0,0 0 0 0 0,0 0 0 0 0,0 0 0 0 0,0-1 1 0 0,0 1-1 0 0,0 0 0 0 0,0 0 0 0 0,1 0 0 0 0,-1 1 0 0 0,0-1 1 0 0,0 0-1 0 0,0 0 0 0 0,0 0 0 0 0,0 1 0 0 0,0-1 0 0 0,0 0 1 0 0,-1 2-1 0 0,1-1-259 0 0,-1 0 0 0 0,1 0 0 0 0,0 0 0 0 0,-1 0 0 0 0,1 1 0 0 0,0-1 0 0 0,0 0 0 0 0,0 1 0 0 0,0-1 0 0 0,0 1 0 0 0,-1 2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10.7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264 0 604 0 0,'9'10'14465'0'0,"-10"-6"-14438"0"0,-1 1 0 0 0,1-1 1 0 0,-1 0-1 0 0,0 0 1 0 0,0 0-1 0 0,0 0 0 0 0,-1 0 1 0 0,1 0-1 0 0,-1 0 1 0 0,0-1-1 0 0,0 1 0 0 0,-4 3 1 0 0,-6 8 46 0 0,-67 83 215 0 0,-28 40-369 0 0,104-132 43 0 0,-1 0-1 0 0,2 0 1 0 0,-1 1-1 0 0,1-1 1 0 0,-1 1-1 0 0,2 0 1 0 0,-1 0-1 0 0,-2 12 1 0 0,5-18 46 0 0,0-2-155 0 0,-1 0 1 0 0,0 0-1 0 0,1 1 0 0 0,-1-1 0 0 0,1 0 0 0 0,-1 0 1 0 0,1 0-1 0 0,0 0 0 0 0,-1 0 0 0 0,1 0 1 0 0,0 0-1 0 0,0 1 0 0 0,-1-1 0 0 0,1 0 1 0 0,0 0-1 0 0,0 0 0 0 0,0 0 0 0 0,0 0 1 0 0,0 0-1 0 0,0 0 0 0 0,1 0 0 0 0,-1 0 0 0 0,0-1 1 0 0,5-27-3109 0 0,11 0-445 0 0,-9 19 1655 0 0,-34 101-841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11.58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229 59 328 0 0,'0'0'6213'0'0,"10"-18"-3957"0"0,-9 15-2007 0 0,0 1 0 0 0,-1 0-1 0 0,1 0 1 0 0,-1 0-1 0 0,1 0 1 0 0,-1-1-1 0 0,0 1 1 0 0,0 0-1 0 0,0-1 1 0 0,0 1 0 0 0,0 0-1 0 0,-1-3 1 0 0,1-4 2109 0 0,-9 13-2423 0 0,-7 11 185 0 0,1 2 1 0 0,0 0-1 0 0,-18 29 0 0 0,4-6 108 0 0,3-2 39 0 0,2 2 0 0 0,-35 78 0 0 0,51-103-285 0 0,1 2-95 0 0,7-15-541 0 0,5-9-628 0 0,-2 3 755 0 0,1-1 0 0 0,0 1 0 0 0,0 0 1 0 0,0 0-1 0 0,1 0 0 0 0,0 1 1 0 0,6-4-1 0 0,13-12-1411 0 0,54-47-4181 0 0,-67 53 5157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11.95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189 57 452 0 0,'0'0'5742'0'0,"7"-11"-5319"0"0,25-34 3456 0 0,-37 58-2966 0 0,-8 20-569 0 0,-1-10-3 0 0,-1-1 0 0 0,0-1 0 0 0,-1 0-1 0 0,-26 25 1 0 0,18-20-267 0 0,-32 44 0 0 0,49-59-114 0 0,4-9-4 0 0,1 1-1 0 0,0 0 1 0 0,0 0 0 0 0,0 0-1 0 0,1 0 1 0 0,-1 0 0 0 0,1 0 0 0 0,-1 0-1 0 0,1 0 1 0 0,0 0 0 0 0,1 1-1 0 0,-2 3 1 0 0,2-7-40 0 0,11-13-2783 0 0,-1 1 1756 0 0,-5 7-49 0 0,0 0 0 0 0,-1-1-1 0 0,0 0 1 0 0,5-9 0 0 0,-7 11-90 0 0,-8 10 213 0 0,-38 54 198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13.1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182 1 380 0 0,'0'0'4828'0'0,"2"0"-4473"0"0,11 0 4042 0 0,-13 26-3517 0 0,-4-14-662 0 0,1 0 0 0 0,-2 0 1 0 0,1-1-1 0 0,-2 1 1 0 0,1-1-1 0 0,-1 0 0 0 0,-1-1 1 0 0,-9 12-1 0 0,12-15-108 0 0,-30 41 956 0 0,-61 69 0 0 0,87-107-2112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18.4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423 32 404 0 0,'0'0'4259'0'0,"3"-3"-3507"0"0,9-25 9602 0 0,-26 29-10115 0 0,0 7-156 0 0,-1 1 0 0 0,1 1 0 0 0,1 0 0 0 0,0 1 0 0 0,-14 15 0 0 0,25-24-72 0 0,-132 141 463 0 0,8-6-255 0 0,89-93-202 0 0,13-14-88 0 0,19-26-918 0 0,11-12-623 0 0,51-41-11993 0 0,-118 111 12655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19.2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489 2 484 0 0,'0'0'6771'0'0,"3"0"-6005"0"0,-3-1-709 0 0,0 1 1 0 0,0 0 0 0 0,1 0 0 0 0,-1 0 0 0 0,0 0-1 0 0,0 0 1 0 0,0 0 0 0 0,0 0 0 0 0,1-1-1 0 0,-1 1 1 0 0,0 0 0 0 0,0 0 0 0 0,0 0-1 0 0,1 0 1 0 0,-1 0 0 0 0,0 0 0 0 0,0 0-1 0 0,0 0 1 0 0,1 0 0 0 0,-1 0 0 0 0,0 0-1 0 0,0 0 1 0 0,0 0 0 0 0,1 0 0 0 0,-1 0-1 0 0,0 1 1 0 0,0-1 0 0 0,0 0 0 0 0,1 0-1 0 0,-1 0 1 0 0,0 0 0 0 0,0 0 0 0 0,0 0 0 0 0,0 0-1 0 0,1 1 1 0 0,-1-1 0 0 0,0 0 0 0 0,0 0-1 0 0,0 0 1 0 0,0 0 0 0 0,0 1 0 0 0,0-1-1 0 0,0 0 1 0 0,1 0 0 0 0,-1 0 0 0 0,0 0-1 0 0,0 1 1 0 0,0-1 0 0 0,0 0 0 0 0,0 0-1 0 0,0 0 1 0 0,0 1 0 0 0,0-1 0 0 0,0 0-1 0 0,0 0 1 0 0,0 0 0 0 0,0 1 0 0 0,0-1-1 0 0,0 0 1 0 0,0 0 0 0 0,0 0 0 0 0,0 1-1 0 0,-1-1 1 0 0,1 0 0 0 0,0 0 0 0 0,-14 22 1594 0 0,-25 21-397 0 0,14-21-634 0 0,-34 23-1 0 0,-20 18-127 0 0,-148 152 461 0 0,219-207-944 0 0,-1-1 0 0 0,0 0 1 0 0,-16 10-1 0 0,20-14-1467 0 0,12-8 404 0 0,20-17-4360 0 0,62-37 1 0 0,-76 51 3506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20.1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413 1 316 0 0,'0'0'12093'0'0,"-6"20"-10373"0"0,1-11-1493 0 0,-1 1 1 0 0,1-1-1 0 0,-1 0 1 0 0,-1-1 0 0 0,-12 15-1 0 0,-45 36 305 0 0,41-40-347 0 0,-91 87 237 0 0,-33 29 223 0 0,136-125-888 0 0,19-20-1440 0 0,0 5 352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22.2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138 41 1768 0 0,'0'18'16332'0'0,"0"-10"-16986"0"0,0-2 700 0 0,0 35 208 0 0,-8 70 0 0 0,-7 22-176 0 0,15-129-1046 0 0,2-7 172 0 0,5-16-563 0 0,8-29-2429 0 0,-8 4 24 0 0,-4 28 3562 0 0,0 0 0 0 0,-1 0 0 0 0,-1 0 0 0 0,0 0 0 0 0,-1 0 0 0 0,-3-21 0 0 0,1 28 216 0 0,-1-5 1140 0 0,1 1 1 0 0,-2-27-1 0 0,32 38-685 0 0,-2 4 311 0 0,-2 0 4071 0 0,-35 17-5083 0 0,-61 94 707 0 0,-18 29-267 0 0,53-81-30 0 0,31-55-46 0 0,3-11-269 0 0,2 3 88 0 0,1 1 1 0 0,0 0-1 0 0,0 0 0 0 0,0 0 1 0 0,0-1-1 0 0,0 1 0 0 0,0 0 1 0 0,1 0-1 0 0,-1 0 0 0 0,0-1 1 0 0,1 1-1 0 0,-1 0 0 0 0,1 0 1 0 0,0-1-1 0 0,9-11-369 0 0,-1 1-1 0 0,0-1 1 0 0,-1 0-1 0 0,0-1 1 0 0,-1 0 0 0 0,-1 0-1 0 0,0-1 1 0 0,5-20-1 0 0,-2-8 783 0 0,-3 0 0 0 0,2-83-1 0 0,-8 125-289 0 0,0 1-83 0 0,0 0-1 0 0,0 0 0 0 0,0 0 1 0 0,-1-1-1 0 0,1 1 1 0 0,0 0-1 0 0,0 0 1 0 0,0 0-1 0 0,-1 0 0 0 0,1 0 1 0 0,0 0-1 0 0,0-1 1 0 0,0 1-1 0 0,-1 0 1 0 0,1 0-1 0 0,0 0 0 0 0,0 0 1 0 0,-1 0-1 0 0,1 0 1 0 0,0 0-1 0 0,0 0 0 0 0,-1 0 1 0 0,1 0-1 0 0,0 0 1 0 0,0 0-1 0 0,-1 0 1 0 0,1 1-1 0 0,0-1 0 0 0,0 0 1 0 0,0 0-1 0 0,-1 0 1 0 0,1 0-1 0 0,0 0 1 0 0,0 0-1 0 0,0 1 0 0 0,-1-1 1 0 0,1 0-1 0 0,0 0 1 0 0,0 0-1 0 0,0 0 1 0 0,0 1-1 0 0,-1-1 0 0 0,1 0 1 0 0,0 0-1 0 0,0 0 1 0 0,0 1-1 0 0,0-1 0 0 0,0 0 1 0 0,0 0-1 0 0,0 1 1 0 0,0-1-1 0 0,0 0 1 0 0,0 0-1 0 0,0 1 0 0 0,0-1 1 0 0,0 0-1 0 0,0 0 1 0 0,0 0-1 0 0,0 1 1 0 0,0-1-1 0 0,0 0 0 0 0,0 0 1 0 0,0 1-1 0 0,0-1 1 0 0,0 0-1 0 0,0 0 1 0 0,0 1-1 0 0,0 0-95 0 0,0 0 1 0 0,0 0-1 0 0,0 0 1 0 0,0 0 0 0 0,1 0-1 0 0,-1 0 1 0 0,0 0-1 0 0,0 0 1 0 0,0 0-1 0 0,1 0 1 0 0,-1-1-1 0 0,1 1 1 0 0,-1 0-1 0 0,1 0 1 0 0,-1 0-1 0 0,1 0 1 0 0,-1 0-1 0 0,1-1 1 0 0,1 2-1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23.9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263 108 460 0 0,'23'-22'14986'0'0,"-231"175"-14641"0"0,132-94-353 0 0,74-56-98 0 0,10-6 86 0 0,9-5 1 0 0,33-26-425 0 0,-1-3 0 0 0,-2-2 0 0 0,59-61 0 0 0,-97 91 509 0 0,0-1-1 0 0,-1 0 1 0 0,0-1 0 0 0,0 1-1 0 0,7-17 1 0 0,-15 27-59 0 0,0 0-1 0 0,0 0 1 0 0,0 0-1 0 0,0 0 1 0 0,0 0 0 0 0,0 0-1 0 0,0 0 1 0 0,0 0-1 0 0,0 0 1 0 0,-1 0 0 0 0,1 0-1 0 0,0 0 1 0 0,0 0 0 0 0,0 0-1 0 0,0 0 1 0 0,0 0-1 0 0,0 0 1 0 0,0 0 0 0 0,0 0-1 0 0,0 0 1 0 0,0 0-1 0 0,0 0 1 0 0,0 0 0 0 0,0 0-1 0 0,-1 0 1 0 0,1 0-1 0 0,0 0 1 0 0,0 0 0 0 0,0 0-1 0 0,0 0 1 0 0,0 0-1 0 0,0-1 1 0 0,0 1 0 0 0,0 0-1 0 0,0 0 1 0 0,0 0 0 0 0,0 0-1 0 0,0 0 1 0 0,0 0-1 0 0,0 0 1 0 0,0 0 0 0 0,0 0-1 0 0,0 0 1 0 0,0 0-1 0 0,0 0 1 0 0,0 0 0 0 0,0-1-1 0 0,0 1 1 0 0,0 0-1 0 0,0 0 1 0 0,0 0 0 0 0,0 0-1 0 0,0 0 1 0 0,0 0-1 0 0,0 0 1 0 0,0 0 0 0 0,0 0-1 0 0,0 0 1 0 0,0 0 0 0 0,0 0-1 0 0,0 0 1 0 0,0-1-1 0 0,0 1 1 0 0,0 0 0 0 0,0 0-1 0 0,0 0 1 0 0,0 0-1 0 0,-9 5 24 0 0,-8 9-159 0 0,-110 127 408 0 0,26-24 19 0 0,90-106-288 0 0,3-4 1 0 0,1 1 0 0 0,0 0 0 0 0,-8 12-1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24.3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 0 944 0 0,'0'0'10925'0'0,"0"23"-8971"0"0,-1-15-1799 0 0,0-1 0 0 0,0 1 0 0 0,-1 0 1 0 0,0-1-1 0 0,0 1 0 0 0,-1-1 0 0 0,-6 12 0 0 0,-6 20-165 0 0,14-37 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445 123 2252 0 0,'0'0'6052'0'0,"19"-22"-3763"0"0,-18 21-2213 0 0,-1 0 0 0 0,1 0 0 0 0,-1 1 0 0 0,0-1 0 0 0,1 0 1 0 0,-1 0-1 0 0,0 0 0 0 0,0 0 0 0 0,0 0 0 0 0,0 0 0 0 0,1 0 0 0 0,-2 0 0 0 0,1 0 0 0 0,0 0 0 0 0,0 0 0 0 0,0 0 1 0 0,0 0-1 0 0,0 0 0 0 0,-1 1 0 0 0,1-1 0 0 0,-1-2 0 0 0,-15-18 597 0 0,14 19-627 0 0,0 0-1 0 0,0-1 1 0 0,0 1-1 0 0,0-1 1 0 0,1 0-1 0 0,-1 0 0 0 0,-1-2 1 0 0,3 3-3 0 0,-1 0-1 0 0,1 1 1 0 0,-1-1-1 0 0,0 0 1 0 0,0 1 0 0 0,0-1-1 0 0,0 1 1 0 0,0 0-1 0 0,0-1 1 0 0,0 1 0 0 0,0 0-1 0 0,-1 0 1 0 0,1-1 0 0 0,-1 1-1 0 0,1 0 1 0 0,0 0-1 0 0,-3 0 1 0 0,0-1-13 0 0,0 0 1 0 0,0 1-1 0 0,0 0 0 0 0,0 0 1 0 0,0 0-1 0 0,-1 0 0 0 0,-4 1 1 0 0,-9 0 58 0 0,1 0 1 0 0,-32 6 0 0 0,38-4 90 0 0,-46 3 758 0 0,56-5-865 0 0,-10 25-340 0 0,-8 16 301 0 0,-1-1 0 0 0,-40 56-1 0 0,30-49-65 0 0,-8 3 11 0 0,25-34 18 0 0,-16 25 0 0 0,28-41 1 0 0,1 0 0 0 0,0 1 0 0 0,0-1-1 0 0,0 0 1 0 0,0 0 0 0 0,0 0-1 0 0,0 0 1 0 0,0 0 0 0 0,0 1 0 0 0,0-1-1 0 0,0 0 1 0 0,0 0 0 0 0,0 0-1 0 0,0 0 1 0 0,0 1 0 0 0,0-1 0 0 0,0 0-1 0 0,0 0 1 0 0,0 0 0 0 0,0 0-1 0 0,1 0 1 0 0,-1 0 0 0 0,0 1 0 0 0,0-1-1 0 0,0 0 1 0 0,0 0 0 0 0,0 0-1 0 0,0 0 1 0 0,0 0 0 0 0,0 0 0 0 0,0 0-1 0 0,1 1 1 0 0,-1-1 0 0 0,0 0-1 0 0,0 0 1 0 0,0 0 0 0 0,0 0 0 0 0,0 0-1 0 0,1 0 1 0 0,-1 0 0 0 0,0 0-1 0 0,0 0 1 0 0,0 0 0 0 0,0 0 0 0 0,13 2-38 0 0,18-1-37 0 0,-25-1 10 0 0,35 2-161 0 0,64 11 0 0 0,-59-6-284 0 0,13 4-259 0 0,-53-10 741 0 0,0 1 0 0 0,0 0 0 0 0,-1 0 1 0 0,1 0-1 0 0,-1 1 0 0 0,0 0 1 0 0,9 6-1 0 0,-12-8-144 0 0,3 4 777 0 0,-5-5-587 0 0,0 0 0 0 0,0 1 0 0 0,0-1 0 0 0,0 0 0 0 0,0 0 0 0 0,0 0 0 0 0,0 0 0 0 0,0 0 0 0 0,0 1 0 0 0,0-1 0 0 0,0 0 0 0 0,0 0 0 0 0,-1 0 0 0 0,1 0 0 0 0,0 0 0 0 0,0 0 0 0 0,0 1 0 0 0,0-1 0 0 0,0 0 0 0 0,0 0 0 0 0,0 0 0 0 0,0 0 0 0 0,0 0 0 0 0,-1 0 0 0 0,1 0 0 0 0,0 0 0 0 0,0 0 0 0 0,0 0 0 0 0,0 0 0 0 0,0 1 0 0 0,0-1 0 0 0,-1 0 0 0 0,1 0 0 0 0,0 0 0 0 0,0 0 0 0 0,0 0 0 0 0,0 0 0 0 0,0 0 0 0 0,-1 0 0 0 0,1 0 0 0 0,0 0 0 0 0,0 0 0 0 0,0 0 0 0 0,0 0 0 0 0,0 0 0 0 0,0-1 0 0 0,-1 1 0 0 0,1 0 0 0 0,0 0 0 0 0,0 0 0 0 0,0 0 0 0 0,-1 0 195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219 16 420 0 0,'0'0'8951'0'0,"-4"-3"-8765"0"0,3 1-176 0 0,0 1 0 0 0,0 0 1 0 0,-1 0-1 0 0,1 0 0 0 0,0 0 0 0 0,-1 1 0 0 0,1-1 1 0 0,-1 0-1 0 0,1 0 0 0 0,-1 1 0 0 0,1-1 0 0 0,-1 1 1 0 0,1-1-1 0 0,-1 1 0 0 0,1 0 0 0 0,-3 0 0 0 0,1 0-1 0 0,0 0-1 0 0,0 1 0 0 0,1 0 1 0 0,-1 0-1 0 0,0-1 0 0 0,1 2 0 0 0,-1-1 1 0 0,1 0-1 0 0,-1 0 0 0 0,-3 4 1 0 0,-47 28 25 0 0,25-17-24 0 0,-40 33 1 0 0,68-49-24 0 0,-1 0-1 0 0,1 0 1 0 0,-1 1-1 0 0,1-1 1 0 0,0 0 0 0 0,-1 0-1 0 0,1 1 1 0 0,0-1-1 0 0,-1 0 1 0 0,1 1 0 0 0,0-1-1 0 0,-1 0 1 0 0,1 1 0 0 0,0-1-1 0 0,0 0 1 0 0,-1 1-1 0 0,1-1 1 0 0,0 1 0 0 0,0-1-1 0 0,0 0 1 0 0,0 1 0 0 0,0-1-1 0 0,-1 1 1 0 0,1-1-1 0 0,0 1 1 0 0,0-1 0 0 0,0 0-1 0 0,0 1 1 0 0,0 0 0 0 0,12 1-203 0 0,20-10-409 0 0,35-24-552 0 0,-32 16 1006 0 0,37-23 1 0 0,-106 65 2735 0 0,-39 28-1969 0 0,66-51-502 0 0,-17 11 267 0 0,23-13-381 0 0,0-1-1 0 0,0 1 0 0 0,1 0 1 0 0,-1-1-1 0 0,0 1 0 0 0,0 0 1 0 0,0 0-1 0 0,0-1 0 0 0,1 1 1 0 0,-1 0-1 0 0,0 0 0 0 0,1 0 0 0 0,-1 0 1 0 0,1 0-1 0 0,-1 0 0 0 0,1 0 1 0 0,-1 1-1 0 0,1-1 14 0 0,0-1 1 0 0,1 1-1 0 0,-1-1 1 0 0,0 0-1 0 0,0 1 1 0 0,1-1-1 0 0,-1 1 1 0 0,0-1-1 0 0,1 0 1 0 0,-1 1-1 0 0,0-1 1 0 0,1 0-1 0 0,-1 1 1 0 0,1-1-1 0 0,-1 0 1 0 0,0 0-1 0 0,1 1 1 0 0,-1-1-1 0 0,1 0 1 0 0,-1 0-1 0 0,1 0 1 0 0,-1 0-1 0 0,1 0 0 0 0,-1 1 1 0 0,1-1-1 0 0,-1 0 1 0 0,1 0-1 0 0,-1 0 1 0 0,1-1-1 0 0,20 2-56 0 0,-17-1-35 0 0,9-1-239 0 0,0 0 0 0 0,0-1 0 0 0,0-1 0 0 0,20-6 0 0 0,7-1-165 0 0,-38 10 502 0 0,-1 0 64 0 0,-10 0 322 0 0,-6 4 5 0 0,0 1-1 0 0,1 0 1 0 0,-21 11 0 0 0,6-2 106 0 0,12-8-226 0 0,12-5-111 0 0,0 1 0 0 0,1 0 0 0 0,-1 0 0 0 0,1 0 1 0 0,-1 1-1 0 0,-4 3 0 0 0,9-6-172 0 0,0 0-1 0 0,0 1 1 0 0,0-1 0 0 0,0 0-1 0 0,0 1 1 0 0,1-1 0 0 0,-1 0-1 0 0,0 1 1 0 0,0-1 0 0 0,0 0-1 0 0,0 0 1 0 0,1 1 0 0 0,-1-1-1 0 0,0 0 1 0 0,0 0 0 0 0,1 1-1 0 0,-1-1 1 0 0,0 0 0 0 0,0 0-1 0 0,1 0 1 0 0,-1 1 0 0 0,0-1-1 0 0,1 0 1 0 0,-1 0 0 0 0,0 0-1 0 0,1 0 1 0 0,-1 0 0 0 0,0 0-1 0 0,1 0 1 0 0,-1 0 0 0 0,0 0-1 0 0,1 0 1 0 0,-1 0 0 0 0,0 0-1 0 0,1 0 1 0 0,0 0 0 0 0,15 3 49 0 0,109-3-1607 0 0,-125 0 1575 0 0,0 0 0 0 0,0 0 1 0 0,1 0-1 0 0,-1 0 0 0 0,0 1 1 0 0,0-1-1 0 0,0 0 0 0 0,0 0 1 0 0,0 0-1 0 0,0 0 0 0 0,0 0 1 0 0,0 0-1 0 0,1 0 1 0 0,-1 0-1 0 0,0 0 0 0 0,0 1 1 0 0,0-1-1 0 0,0 0 0 0 0,0 0 1 0 0,0 0-1 0 0,0 0 0 0 0,0 0 1 0 0,0 0-1 0 0,0 0 1 0 0,0 1-1 0 0,0-1 0 0 0,0 0 1 0 0,0 0-1 0 0,0 0 0 0 0,0 0 1 0 0,0 0-1 0 0,0 0 0 0 0,0 1 1 0 0,0-1-1 0 0,0 0 0 0 0,0 0 1 0 0,0 0-1 0 0,0 0 1 0 0,0 0-1 0 0,0 0 0 0 0,0 0 1 0 0,0 1-1 0 0,-1-1 0 0 0,1 0 1 0 0,0 0-1 0 0,0 0 0 0 0,0 0 1 0 0,0 0-1 0 0,0 0 0 0 0,0 0 1 0 0,0 0-1 0 0,0 0 1 0 0,0 0-1 0 0,-1 0 0 0 0,1 1 1 0 0,0-1-1 0 0,0 0 0 0 0,-5 5 125 0 0,-74 44 1340 0 0,78-48-1481 0 0,0-1-1 0 0,1 1 0 0 0,-1-1 0 0 0,0 1 1 0 0,1-1-1 0 0,-1 1 0 0 0,1-1 1 0 0,-1 1-1 0 0,1 0 0 0 0,-1-1 0 0 0,1 1 1 0 0,-1 0-1 0 0,1-1 0 0 0,-1 1 0 0 0,1 0 1 0 0,0 0-1 0 0,0-1 0 0 0,-1 1 0 0 0,1 0 1 0 0,0 0-1 0 0,0-1 0 0 0,0 1 1 0 0,0 0-1 0 0,0 0 0 0 0,0 0 0 0 0,0-1 1 0 0,0 1-1 0 0,0 1 0 0 0,1-1 10 0 0,0 0 0 0 0,0 1 0 0 0,0-1 0 0 0,-1 0 0 0 0,1 0-1 0 0,0-1 1 0 0,1 1 0 0 0,-1 0 0 0 0,0 0 0 0 0,0 0 0 0 0,0-1 0 0 0,0 1-1 0 0,1 0 1 0 0,1 0 0 0 0,6 2 33 0 0,-1-1 0 0 0,1 0 1 0 0,-1 0-1 0 0,11 0 0 0 0,49-1 141 0 0,-67-1-96 0 0,-10 16 2539 0 0,8-16-2629 0 0,0 0 0 0 0,1 0 0 0 0,-1 0 0 0 0,1 1 0 0 0,-1-1 0 0 0,1 0 0 0 0,-1 1 0 0 0,1-1 0 0 0,-1 1 0 0 0,1-1 1 0 0,-1 0-1 0 0,1 1 0 0 0,0-1 0 0 0,-1 1 0 0 0,1-1 0 0 0,0 1 0 0 0,-1 0 0 0 0,1-1 0 0 0,0 1 0 0 0,-1-1 0 0 0,1 1 0 0 0,0-1 1 0 0,0 1-1 0 0,0 0 0 0 0,0-1 0 0 0,0 1 0 0 0,0 0 0 0 0,0 0 10 0 0,0 0 0 0 0,1 0 0 0 0,-1 0 0 0 0,1 0 0 0 0,-1 0 1 0 0,1-1-1 0 0,0 1 0 0 0,-1 0 0 0 0,1 0 0 0 0,0 0 0 0 0,-1-1 0 0 0,1 1 0 0 0,0-1 0 0 0,0 1 1 0 0,1 0-1 0 0,7 4-92 0 0,0 0 0 0 0,17 5 0 0 0,-15-6-462 0 0,5 3-389 0 0,-12-5-869 0 0,-82-36-8410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3 484 0 0,'0'0'3056'0'0,"23"-2"3233"0"0,-17 2-5860 0 0,0 1-408 0 0,1 1 0 0 0,0 0 0 0 0,-1 0 0 0 0,1 1 0 0 0,-1 0 0 0 0,0 0 0 0 0,0 0 0 0 0,0 1 0 0 0,0 0 0 0 0,10 9 0 0 0,6 3 238 0 0,21 15-110 0 0,45 42 0 0 0,-51-41-91 0 0,-9-8-80 0 0,2 0 1 0 0,0-2 0 0 0,2-1-1 0 0,65 32 1 0 0,-85-48 18 0 0,-4-1 3 0 0,1-1 0 0 0,-1 0 0 0 0,1 0 0 0 0,8 1 0 0 0,0-1-38 0 0,0-1 1 0 0,18 0 0 0 0,-10-2-35 0 0,-2 1-95 0 0,0-2 0 0 0,-1 0 0 0 0,24-5 0 0 0,-45 6 171 0 0,-1 0-1 0 0,1 0 1 0 0,-1 0 0 0 0,1 0-1 0 0,0 0 1 0 0,-1 0-1 0 0,1 0 1 0 0,-1 0-1 0 0,1 0 1 0 0,0 0-1 0 0,-1 0 1 0 0,1-1 0 0 0,-1 1-1 0 0,1 0 1 0 0,-1 0-1 0 0,1-1 1 0 0,-1 1-1 0 0,1 0 1 0 0,-1-1 0 0 0,1 1-1 0 0,-1 0 1 0 0,1-1-1 0 0,-1 1 1 0 0,0-1-1 0 0,1 1 1 0 0,-1-1-1 0 0,1 1 1 0 0,-1-1 0 0 0,0 1-1 0 0,0-1 1 0 0,1 1-1 0 0,-1-1 1 0 0,0 1-1 0 0,0-1 1 0 0,0 0 0 0 0,0 1-1 0 0,0-1 1 0 0,1 1-1 0 0,-1-1 1 0 0,0 0-1 0 0,0 1 1 0 0,-1-1-1 0 0,1 1 1 0 0,0-1 0 0 0,0 0-1 0 0,0 1 1 0 0,0-1-1 0 0,0 1 1 0 0,-1-2-1 0 0,-1-13-1126 0 0,2 14 1101 0 0,-1 1-1 0 0,1-1 1 0 0,0 0 0 0 0,-1 1-1 0 0,1-1 1 0 0,0 1 0 0 0,-1 0 0 0 0,1-1-1 0 0,-1 1 1 0 0,1-1 0 0 0,-1 1 0 0 0,1 0-1 0 0,-1-1 1 0 0,0 1 0 0 0,1 0-1 0 0,-1-1 1 0 0,1 1 0 0 0,-1 0 0 0 0,0 0-1 0 0,1 0 1 0 0,-1 0 0 0 0,1 0 0 0 0,-1 0-1 0 0,0-1 1 0 0,1 1 0 0 0,-1 1 0 0 0,0-1-1 0 0,1 0 1 0 0,-1 0 0 0 0,0 0-1 0 0,0 0 1 0 0,-22 4-15 0 0,-27 17 120 0 0,31-12 29 0 0,0-1-1 0 0,-34 10 1 0 0,15-8-108 0 0,29-6 62 0 0,0-1-1 0 0,1-1 1 0 0,-1 0-1 0 0,0 0 1 0 0,-1-1-1 0 0,1 0 1 0 0,0 0-1 0 0,0-1 1 0 0,-17-2-1 0 0,22 1-35 0 0,1 0 0 0 0,-1-1 0 0 0,1 1 1 0 0,0-1-1 0 0,-1 0 0 0 0,1 0 0 0 0,0 0 0 0 0,0-1 0 0 0,0 1 0 0 0,-4-6 0 0 0,-27-32-34 0 0,26 28 45 0 0,7 11-39 0 0,-3-5 37 0 0,0 0-1 0 0,-1 0 1 0 0,1 1 0 0 0,-1 0 0 0 0,0 0-1 0 0,-1 0 1 0 0,1 0 0 0 0,-1 1 0 0 0,0 0-1 0 0,0 0 1 0 0,0 0 0 0 0,-14-5 0 0 0,-27-4 279 0 0,35 10-335 0 0,1 0 1 0 0,-1-1-1 0 0,-16-7 0 0 0,24 9-6 0 0,0-1-1 0 0,0 1 0 0 0,0-1 0 0 0,0 0 0 0 0,1 0 0 0 0,-1-1 1 0 0,1 1-1 0 0,0-1 0 0 0,0 1 0 0 0,0-1 0 0 0,0 0 0 0 0,-3-7 1 0 0,-2-3 11 0 0,-1 0-1 0 0,-1 1 1 0 0,0 0 0 0 0,-1 0 0 0 0,0 1 0 0 0,-25-21 0 0 0,19 27-43 0 0,-3-4-255 0 0,20 10 290 0 0,28 8-1766 0 0,-13 0-2375 0 0,-21-10 1849 0 0,-35-14 701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297 325 1164 0 0,'4'-2'13963'0'0,"-88"-14"-13195"0"0,73 13-604 0 0,0 1-1 0 0,0-1 1 0 0,1-1-1 0 0,-1 0 1 0 0,1-1-1 0 0,0 0 0 0 0,0 0 1 0 0,1-1-1 0 0,-15-11 1 0 0,20 13-128 0 0,0 0 0 0 0,0 0 0 0 0,0-1 1 0 0,1 1-1 0 0,0-1 0 0 0,-5-8 1 0 0,7 10-41 0 0,-1 1 0 0 0,1-1 1 0 0,0 0-1 0 0,0 0 1 0 0,0 0-1 0 0,0 0 0 0 0,1 0 1 0 0,-1 0-1 0 0,1 0 0 0 0,0-1 1 0 0,0 1-1 0 0,0 0 1 0 0,0-5-1 0 0,2 5-29 0 0,-1 0-1 0 0,1 0 1 0 0,-1-1-1 0 0,1 1 1 0 0,0 1-1 0 0,0-1 1 0 0,0 0 0 0 0,1 0-1 0 0,-1 1 1 0 0,0-1-1 0 0,1 1 1 0 0,4-3 0 0 0,36-22-311 0 0,-27 22 343 0 0,-1 0-1 0 0,1 1 1 0 0,0 0 0 0 0,1 2 0 0 0,-1 0 0 0 0,19 0-1 0 0,-10 0-30 0 0,-20 1 15 0 0,4 0-22 0 0,0 1 1 0 0,0-1 0 0 0,0 1-1 0 0,17 3 1 0 0,-25-2 29 0 0,1 0 1 0 0,0 0 0 0 0,-1 0-1 0 0,1 0 1 0 0,-1 1-1 0 0,1-1 1 0 0,-1 0-1 0 0,1 1 1 0 0,-1-1-1 0 0,0 1 1 0 0,0-1-1 0 0,0 1 1 0 0,0 0 0 0 0,0 0-1 0 0,1 3 1 0 0,11 28 0 0 0,-12-29 18 0 0,1 1-1 0 0,-1 0 0 0 0,0-1 1 0 0,0 1-1 0 0,-1 0 0 0 0,1 0 1 0 0,-1 0-1 0 0,0 0 0 0 0,0 0 1 0 0,-1 0-1 0 0,1-1 0 0 0,-1 1 1 0 0,0 0-1 0 0,0 0 1 0 0,-1-1-1 0 0,0 1 0 0 0,1-1 1 0 0,-2 1-1 0 0,1-1 0 0 0,0 0 1 0 0,-1 1-1 0 0,0-1 0 0 0,0-1 1 0 0,0 1-1 0 0,0 0 0 0 0,-1-1 1 0 0,1 1-1 0 0,-5 2 1 0 0,1 0 17 0 0,0 1 1 0 0,0-2 0 0 0,0 1-1 0 0,-1-1 1 0 0,0 0 0 0 0,0 0 0 0 0,0-1-1 0 0,0 0 1 0 0,-1-1 0 0 0,0 0 0 0 0,-11 3-1 0 0,0-3 87 0 0,0-1 0 0 0,0 0 0 0 0,-33-2 0 0 0,48 0-92 0 0,-1-1 0 0 0,1 0-1 0 0,-1 0 1 0 0,1 0 0 0 0,-1-1 0 0 0,1 0 0 0 0,0 0 0 0 0,0 0 0 0 0,0 0-1 0 0,0-1 1 0 0,0 0 0 0 0,1 0 0 0 0,-1 0 0 0 0,1 0 0 0 0,0-1-1 0 0,0 0 1 0 0,0 0 0 0 0,-4-5 0 0 0,4 4-37 0 0,0-1 1 0 0,0 0-1 0 0,0 0 0 0 0,0 0 1 0 0,1 0-1 0 0,0-1 1 0 0,1 0-1 0 0,-1 1 0 0 0,1-1 1 0 0,1 0-1 0 0,-1 0 1 0 0,1 0-1 0 0,-1-13 0 0 0,3 17-15 0 0,-1 1 0 0 0,1-1 0 0 0,0 0 0 0 0,-1 1 0 0 0,1-1 0 0 0,0 1 0 0 0,1-1 0 0 0,-1 1 0 0 0,0-1 0 0 0,1 1 0 0 0,-1 0 0 0 0,1 0 0 0 0,0 0 0 0 0,0 0 0 0 0,-1 0 0 0 0,2 0-1 0 0,-1 0 1 0 0,0 1 0 0 0,0-1 0 0 0,4-1 0 0 0,7-5-53 0 0,0 1-1 0 0,20-8 0 0 0,-25 12 61 0 0,9-5-45 0 0,1 1-1 0 0,1 0 1 0 0,-1 2 0 0 0,1 0-1 0 0,0 1 1 0 0,0 1 0 0 0,27-1-1 0 0,-43 5 58 0 0,1 0 0 0 0,-1 0 0 0 0,0 0 0 0 0,0 0 0 0 0,0 0 1 0 0,1 1-1 0 0,-1 0 0 0 0,0-1 0 0 0,-1 1 0 0 0,1 0 0 0 0,0 0 0 0 0,-1 1 0 0 0,1-1 0 0 0,3 5 0 0 0,-2-3 11 0 0,-1-1 0 0 0,1 2-1 0 0,-1-1 1 0 0,0 0 0 0 0,-1 1 0 0 0,1-1-1 0 0,-1 1 1 0 0,1 0 0 0 0,0 5-1 0 0,-2-6 19 0 0,0 0 0 0 0,0 1-1 0 0,-1-1 1 0 0,0 1-1 0 0,0 0 1 0 0,0-1 0 0 0,0 1-1 0 0,-1-1 1 0 0,0 1-1 0 0,0-1 1 0 0,0 0 0 0 0,0 1-1 0 0,-1-1 1 0 0,0 0-1 0 0,0 0 1 0 0,-3 5-1 0 0,0-1-5 0 0,-1-1 0 0 0,0 1-1 0 0,0-1 1 0 0,-1-1-1 0 0,0 1 1 0 0,-15 9 0 0 0,16-11-4 0 0,-7 4 41 0 0,-1 1 0 0 0,-20 10 0 0 0,31-19-22 0 0,0 1 0 0 0,0-1 1 0 0,-1 0-1 0 0,1 0 0 0 0,0 0 0 0 0,0 0 0 0 0,-1 0 1 0 0,1-1-1 0 0,0 1 0 0 0,-1-1 0 0 0,1 0 0 0 0,0 0 0 0 0,-1 0 1 0 0,1 0-1 0 0,-1-1 0 0 0,1 1 0 0 0,0-1 0 0 0,-5-2 1 0 0,5 1-4 0 0,-1 0 0 0 0,1-1 1 0 0,0 1-1 0 0,0-1 0 0 0,0 0 1 0 0,0 0-1 0 0,1 0 0 0 0,-1 0 1 0 0,1-1-1 0 0,-3-5 0 0 0,0 2-14 0 0,1-1 0 0 0,1 0 0 0 0,-5-16-1 0 0,5 13-47 0 0,1-1-1 0 0,0 1 1 0 0,0-1-1 0 0,2 1 0 0 0,0-24 1 0 0,1 33 13 0 0,-1-1 0 0 0,1 1 0 0 0,0-1 0 0 0,0 1-1 0 0,0-1 1 0 0,0 1 0 0 0,1 0 0 0 0,-1-1 0 0 0,1 1 0 0 0,-1 0 0 0 0,1 0 0 0 0,0 0 0 0 0,-1 0 0 0 0,1 0 0 0 0,0 1-1 0 0,0-1 1 0 0,1 0 0 0 0,-1 1 0 0 0,0 0 0 0 0,0-1 0 0 0,1 1 0 0 0,-1 0 0 0 0,1 0 0 0 0,3 0 0 0 0,2-2-36 0 0,1 0 0 0 0,0 1 0 0 0,0 1 0 0 0,0-1 0 0 0,16 1 0 0 0,-20 1 36 0 0,0 0 0 0 0,-1 0-1 0 0,1 1 1 0 0,0 0 0 0 0,0 0 0 0 0,0 0 0 0 0,-1 1-1 0 0,1-1 1 0 0,0 1 0 0 0,-1 0 0 0 0,6 3-1 0 0,-8-3 26 0 0,1 0-1 0 0,0 1 0 0 0,0-1 1 0 0,-1 0-1 0 0,0 1 0 0 0,1 0 1 0 0,-1-1-1 0 0,0 1 0 0 0,0 0 1 0 0,-1 0-1 0 0,1 0 0 0 0,0 0 1 0 0,-1 1-1 0 0,0-1 0 0 0,0 0 1 0 0,1 7-1 0 0,0-5 22 0 0,-2 1-1 0 0,1-1 0 0 0,0 1 1 0 0,-1-1-1 0 0,0 1 1 0 0,-1-1-1 0 0,1 1 1 0 0,-1-1-1 0 0,-3 10 0 0 0,4-13-20 0 0,-1 0 0 0 0,0 0 0 0 0,0 0 0 0 0,0 0 0 0 0,0 0 0 0 0,0 0 0 0 0,0-1 0 0 0,-1 1 0 0 0,1-1 0 0 0,-1 1 0 0 0,1-1 0 0 0,-1 1 0 0 0,0-1 0 0 0,1 0 0 0 0,-1 0 0 0 0,0 1 0 0 0,0-1-1 0 0,0-1 1 0 0,0 1 0 0 0,0 0 0 0 0,0 0 0 0 0,0-1 0 0 0,0 1 0 0 0,0-1 0 0 0,0 0 0 0 0,0 1 0 0 0,0-1 0 0 0,-4 0 0 0 0,4 0-2 0 0,-1 0 1 0 0,0 0-1 0 0,0 0 0 0 0,0 0 1 0 0,0-1-1 0 0,0 1 0 0 0,0-1 1 0 0,0 1-1 0 0,1-1 1 0 0,-1 0-1 0 0,0 0 0 0 0,0 0 1 0 0,1-1-1 0 0,-1 1 0 0 0,1-1 1 0 0,-1 1-1 0 0,1-1 1 0 0,0 0-1 0 0,0 0 0 0 0,-1 0 1 0 0,1 0-1 0 0,1 0 0 0 0,-1-1 1 0 0,0 1-1 0 0,0-1 1 0 0,1 1-1 0 0,0-1 0 0 0,-1 1 1 0 0,1-1-1 0 0,0 0 0 0 0,0 0 1 0 0,0 1-1 0 0,1-1 1 0 0,-1 0-1 0 0,1 0 0 0 0,-1 0 1 0 0,1 0-1 0 0,0-3 0 0 0,1 6-46 0 0,0-1 0 0 0,-1 0 0 0 0,1 0 0 0 0,0 1 0 0 0,0-1-1 0 0,0 0 1 0 0,-1 1 0 0 0,1-1 0 0 0,0 1 0 0 0,0 0 0 0 0,0-1-1 0 0,0 1 1 0 0,0-1 0 0 0,0 1 0 0 0,0 0 0 0 0,0 0-1 0 0,0 0 1 0 0,0 0 0 0 0,0-1 0 0 0,2 2 0 0 0,24-3 25 0 0,-16 1 17 0 0,8 2-201 0 0,-18-1 227 0 0,-1 0 0 0 0,1 0 0 0 0,0 1 1 0 0,-1-1-1 0 0,1 0 0 0 0,-1 1 0 0 0,0-1 1 0 0,1 0-1 0 0,-1 1 0 0 0,1-1 0 0 0,-1 1 1 0 0,0-1-1 0 0,1 1 0 0 0,-1-1 0 0 0,0 1 1 0 0,1-1-1 0 0,-1 1 0 0 0,0-1 1 0 0,0 1-1 0 0,1-1 0 0 0,-1 1 0 0 0,0-1 1 0 0,0 1-1 0 0,0 0 0 0 0,0-1 0 0 0,0 1 1 0 0,0-1-1 0 0,0 1 0 0 0,0 1 0 0 0,-1-1-15 0 0,1-1-1 0 0,-1 1 0 0 0,0 0 1 0 0,0 0-1 0 0,0 0 0 0 0,0-1 0 0 0,0 1 1 0 0,0 0-1 0 0,0-1 0 0 0,0 1 0 0 0,0-1 1 0 0,0 1-1 0 0,0-1 0 0 0,0 0 1 0 0,0 1-1 0 0,-2-1 0 0 0,-20 6-168 0 0,22-6 161 0 0,-4 0-15 0 0,-1 1-1 0 0,0-1 1 0 0,1 1 0 0 0,-1-2 0 0 0,-10 0-1 0 0,16 0-4 0 0,-1 1 0 0 0,1 0-1 0 0,0 0 1 0 0,-1-1 0 0 0,1 1 0 0 0,0 0-1 0 0,0-1 1 0 0,-1 1 0 0 0,1 0-1 0 0,0-1 1 0 0,0 1 0 0 0,-1 0-1 0 0,1-1 1 0 0,0 1 0 0 0,0-1-1 0 0,0 1 1 0 0,0 0 0 0 0,0-1 0 0 0,0 1-1 0 0,-1-1 1 0 0,1 1 0 0 0,0-1-1 0 0,0 1 1 0 0,0 0 0 0 0,0-1-1 0 0,1 1 1 0 0,-1-1 0 0 0,0 1-1 0 0,0-1 1 0 0,0 1 0 0 0,0 0 0 0 0,0-1-1 0 0,0 1 1 0 0,1-1 0 0 0,-1 1-1 0 0,0-1 1 0 0,9-12-921 0 0,-5 11 905 0 0,0-1 0 0 0,-1 0 1 0 0,1 0-1 0 0,-1 0 0 0 0,0 0 1 0 0,0 0-1 0 0,0-1 0 0 0,-1 1 1 0 0,1-1-1 0 0,3-8 0 0 0,-5 10 55 0 0,0-1-1 0 0,-1 1 1 0 0,1-1-1 0 0,-1 1 1 0 0,0-1 0 0 0,0 1-1 0 0,0-1 1 0 0,0 1-1 0 0,0-1 1 0 0,0 1-1 0 0,-1-1 1 0 0,0 1-1 0 0,1-1 1 0 0,-1 1 0 0 0,0-1-1 0 0,0 1 1 0 0,0 0-1 0 0,0 0 1 0 0,-1-1-1 0 0,-2-3 1 0 0,-19-28 109 0 0,22 33-141 0 0,4-7-651 0 0,-2 7 636 0 0,-1 0-1 0 0,0 0 0 0 0,0 0 1 0 0,1 1-1 0 0,-1-1 1 0 0,0 0-1 0 0,1 0 0 0 0,-1 1 1 0 0,1-1-1 0 0,-1 0 0 0 0,1 1 1 0 0,-1-1-1 0 0,1 0 1 0 0,0 1-1 0 0,-1-1 0 0 0,1 1 1 0 0,1-2-1 0 0,4-1 18 0 0,0 0 0 0 0,1 1 0 0 0,-1-1 0 0 0,1 1 0 0 0,-1 1 0 0 0,1-1 0 0 0,0 1 0 0 0,0 0-1 0 0,0 1 1 0 0,0-1 0 0 0,-1 2 0 0 0,1-1 0 0 0,0 1 0 0 0,0 0 0 0 0,0 0 0 0 0,-1 0 0 0 0,1 1 0 0 0,8 3 0 0 0,-13-3 23 0 0,0-1-1 0 0,0 0 1 0 0,0 1 0 0 0,0 0 0 0 0,0-1-1 0 0,-1 1 1 0 0,1 0 0 0 0,0 0 0 0 0,-1 0 0 0 0,0 0-1 0 0,1 0 1 0 0,-1 0 0 0 0,0 1 0 0 0,0-1-1 0 0,0 0 1 0 0,0 1 0 0 0,0-1 0 0 0,-1 1 0 0 0,1-1-1 0 0,-1 0 1 0 0,1 1 0 0 0,-1-1 0 0 0,0 1-1 0 0,0 0 1 0 0,-1 3 0 0 0,1-1 17 0 0,0 1-1 0 0,-1 0 1 0 0,0 0-1 0 0,0-1 1 0 0,-1 1 0 0 0,1-1-1 0 0,-1 1 1 0 0,0-1 0 0 0,-1 0-1 0 0,-4 8 1 0 0,2-6 30 0 0,-1-1 1 0 0,1 0-1 0 0,-1 0 1 0 0,-1 0 0 0 0,1-1-1 0 0,-1 0 1 0 0,0 0-1 0 0,0 0 1 0 0,0-1-1 0 0,-1 0 1 0 0,0-1-1 0 0,0 0 1 0 0,0 0-1 0 0,0 0 1 0 0,0-1 0 0 0,0 0-1 0 0,0-1 1 0 0,-1 0-1 0 0,1 0 1 0 0,-1-1-1 0 0,1 0 1 0 0,-1-1-1 0 0,1 1 1 0 0,0-2-1 0 0,-16-3 1 0 0,16 3-40 0 0,1-1 0 0 0,-1 1 0 0 0,1-1 1 0 0,0-1-1 0 0,0 0 0 0 0,0 0 0 0 0,0 0 0 0 0,1-1 0 0 0,0 1 0 0 0,0-2 1 0 0,0 1-1 0 0,0-1 0 0 0,-6-8 0 0 0,11 12-43 0 0,1 0 0 0 0,-1 0 0 0 0,0 0 1 0 0,1 0-1 0 0,0 0 0 0 0,-1 0 0 0 0,1 0 0 0 0,0-1 0 0 0,0 1 0 0 0,0 0 1 0 0,0 0-1 0 0,1 0 0 0 0,-1 0 0 0 0,1 0 0 0 0,-1 0 0 0 0,1 0 0 0 0,0 0 1 0 0,-1 0-1 0 0,1 0 0 0 0,0 0 0 0 0,0 0 0 0 0,0 0 0 0 0,1 1 1 0 0,-1-1-1 0 0,0 0 0 0 0,1 1 0 0 0,-1-1 0 0 0,1 1 0 0 0,2-2 0 0 0,-1 0-78 0 0,1-1 0 0 0,0 1-1 0 0,0 0 1 0 0,0 1 0 0 0,0-1-1 0 0,0 1 1 0 0,0 0 0 0 0,1 0-1 0 0,-1 0 1 0 0,1 0 0 0 0,7-1-1 0 0,35 3-7573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92 160 1088 0 0,'0'0'5735'0'0,"0"-3"-5189"0"0,1 0-308 0 0,-1 0 1 0 0,0 0-1 0 0,0 0 0 0 0,0 0 0 0 0,-1 0 0 0 0,1 0 0 0 0,-1 0 0 0 0,0 0 0 0 0,-1-4 0 0 0,0-14 430 0 0,3 19-514 0 0,-1 1-1 0 0,0-1 1 0 0,0 1-1 0 0,0-1 1 0 0,0 1-1 0 0,0-1 1 0 0,0 0-1 0 0,-1 1 1 0 0,1-1-1 0 0,0 1 1 0 0,-1-1 0 0 0,1 1-1 0 0,-1-1 1 0 0,0 1-1 0 0,-1-3 1 0 0,2 5-86 0 0,-1-1 1 0 0,0 0-1 0 0,0 1 1 0 0,1-1 0 0 0,-1 1-1 0 0,0-1 1 0 0,0 1-1 0 0,1-1 1 0 0,-1 1-1 0 0,0-1 1 0 0,1 1 0 0 0,-1 0-1 0 0,1-1 1 0 0,-1 1-1 0 0,1 0 1 0 0,-1-1 0 0 0,1 1-1 0 0,0 0 1 0 0,-1 0-1 0 0,1 0 1 0 0,-1 0 0 0 0,-12 26-179 0 0,11-23 243 0 0,-19 47-88 0 0,16-36-57 0 0,-1 0 1 0 0,-9 18-1 0 0,15-33 18 0 0,0 0 0 0 0,0-1 0 0 0,0 1 0 0 0,0 0 0 0 0,0 0 0 0 0,0 0 0 0 0,0 0 0 0 0,0 0-1 0 0,0 0 1 0 0,0 0 0 0 0,0 0 0 0 0,0 0 0 0 0,0 0 0 0 0,0 0 0 0 0,0 0 0 0 0,0-1 0 0 0,0 1 0 0 0,0 0-1 0 0,-1 0 1 0 0,1 0 0 0 0,0 0 0 0 0,0 0 0 0 0,0 0 0 0 0,0 0 0 0 0,0 0 0 0 0,0 0 0 0 0,0 0-1 0 0,0 0 1 0 0,0 0 0 0 0,0 0 0 0 0,0 0 0 0 0,0 0 0 0 0,0 0 0 0 0,0 0 0 0 0,0 0 0 0 0,0 0 0 0 0,-1-1-1 0 0,1 1 1 0 0,0 0 0 0 0,0 0 0 0 0,0 0 0 0 0,0 0 0 0 0,0 0 0 0 0,0 0 0 0 0,0 0 0 0 0,0 0 0 0 0,0 0-1 0 0,0 0 1 0 0,0 0 0 0 0,0 1 0 0 0,-1-1 0 0 0,1 0 0 0 0,0 0 0 0 0,0 0 0 0 0,0 0 0 0 0,0 0 0 0 0,0 0-1 0 0,0 0 1 0 0,0 0 0 0 0,0 0 0 0 0,-1-13-131 0 0,4-17-206 0 0,66-135-340 0 0,-69 184 671 0 0,1-8 89 0 0,0 0 0 0 0,-1 0 0 0 0,-1 0 0 0 0,1-1 0 0 0,-5 18 0 0 0,-2-5 6 0 0,3-11-128 0 0,0 0 1 0 0,-11 20 0 0 0,18-40 58 0 0,0 0 0 0 0,0-1 0 0 0,-1 1 0 0 0,0-1 0 0 0,0-11 0 0 0,5-56-51 0 0,-6 61 7 0 0,1-31-111 0 0,-3 42 95 0 0,-2 4 6 0 0,-5 23 1 0 0,-7 22-18 0 0,-18 66-143 0 0,29-81 384 0 0,7-49-333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 4 1532 0 0,'0'0'7996'0'0,"-9"-4"-3925"0"0,82 17-4017 0 0,1-13 73 0 0,-50-1-184 0 0,-1 0 0 0 0,0 2 0 0 0,33 5 1 0 0,-40-1 16 0 0,0 1 1 0 0,0 1 0 0 0,0 0 0 0 0,-1 1 0 0 0,0 1 0 0 0,24 17 0 0 0,-31-20 16 0 0,20 15 11 0 0,29 29 1 0 0,-16-14-25 0 0,-49-33-115 0 0,0 0 0 0 0,0-1 0 0 0,0 1-1 0 0,-11 0 1 0 0,12-2 28 0 0,-3 1-72 0 0,8-2 128 0 0,1 0 1 0 0,-1 0 0 0 0,0 0 0 0 0,1 1 0 0 0,-1-1-1 0 0,0 0 1 0 0,1 1 0 0 0,-1 0 0 0 0,1-1 0 0 0,-1 1-1 0 0,1 0 1 0 0,-1 0 0 0 0,1 0 0 0 0,-3 1 0 0 0,-40 32-57 0 0,34-27 217 0 0,-40 32 72 0 0,46-35-177 0 0,0 0 0 0 0,0 0 0 0 0,0 1 0 0 0,0-1 0 0 0,1 1 0 0 0,-1 0 0 0 0,1 0 0 0 0,-3 7 0 0 0,5-10 45 0 0,0 0 0 0 0,0 0 0 0 0,-1 0 0 0 0,1 0 0 0 0,-1 0 0 0 0,1 0 0 0 0,-1-1 0 0 0,0 1 0 0 0,0 0 0 0 0,-3 1 0 0 0,4-2-42 0 0,1-1-13 0 0,0-1 0 0 0,0 1 0 0 0,0-1-1 0 0,0 1 1 0 0,-1-1 0 0 0,1 1 0 0 0,0 0 0 0 0,0-1 0 0 0,0 1 0 0 0,-1-1 0 0 0,1 1 0 0 0,0 0 0 0 0,0-1 0 0 0,-1 1 0 0 0,1-1 0 0 0,0 1 0 0 0,-1 0 0 0 0,1 0 0 0 0,-1-1 0 0 0,1 1 0 0 0,0 0-1 0 0,-1 0 1 0 0,1-1 0 0 0,-1 1 0 0 0,1 0 0 0 0,-1 0 0 0 0,1 0 0 0 0,0 0 0 0 0,-1-1 0 0 0,1 1 0 0 0,-1 0 0 0 0,1 0 0 0 0,-1 0 0 0 0,1 0 0 0 0,-1 0 0 0 0,1 0 0 0 0,-1 0 0 0 0,1 1 0 0 0,-1-1-1 0 0,1 0 1 0 0,-1 0 0 0 0,1 0 0 0 0,0 0 0 0 0,-1 1 0 0 0,1-1 0 0 0,-1 0 0 0 0,1 0 0 0 0,0 1 0 0 0,-1-1 0 0 0,1 0 0 0 0,-1 1 0 0 0,1-1 0 0 0,0 0 0 0 0,-1 1 0 0 0,-1 1-16 0 0,-6 5-247 0 0,8-7 285 0 0,0 0 0 0 0,0 0-1 0 0,0 0 1 0 0,0 0-1 0 0,0 0 1 0 0,0 0 0 0 0,0 1-1 0 0,0-1 1 0 0,0 0 0 0 0,0 0-1 0 0,0 0 1 0 0,0 0-1 0 0,0 0 1 0 0,0 0 0 0 0,0 1-1 0 0,0-1 1 0 0,0 0-1 0 0,0 0 1 0 0,0 0 0 0 0,0 0-1 0 0,0 0 1 0 0,0 1-1 0 0,0-1 1 0 0,0 0 0 0 0,0 0-1 0 0,0 0 1 0 0,0 0-1 0 0,0 0 1 0 0,1 0 0 0 0,-1 0-1 0 0,0 1 1 0 0,0-1 0 0 0,0 0-1 0 0,0 0 1 0 0,0 0-1 0 0,0 0 1 0 0,0 0 0 0 0,0 0-1 0 0,1 0 1 0 0,-1 0-1 0 0,0 0 1 0 0,0 0 0 0 0,0 0-1 0 0,0 0 1 0 0,0 0-1 0 0,1 0 1 0 0,-1 1 0 0 0,0-1-1 0 0,0 0 1 0 0,0 0-1 0 0,0 0 1 0 0,0 0 0 0 0,0-1-1 0 0,1 1 1 0 0,-1 0 0 0 0,0 0-1 0 0,0 0 1 0 0,0 0-1 0 0,0 0 1 0 0,2 0 529 0 0,-4 2-791 0 0,1 1 182 0 0,0-1 0 0 0,0 1 0 0 0,0 0 0 0 0,0-1 0 0 0,0 1 0 0 0,1 0 0 0 0,-1 3 1 0 0,1-6 115 0 0,-17 1 1390 0 0,8-2-4818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42 8 404 0 0,'-15'-7'11486'0'0,"16"7"-11474"0"0,0 0 0 0 0,-1 1 0 0 0,1-1 0 0 0,0 1 0 0 0,0-1 0 0 0,-1 1 0 0 0,1-1 0 0 0,-1 1 0 0 0,1-1 0 0 0,0 1 0 0 0,-1-1 0 0 0,1 1 0 0 0,-1 0 0 0 0,1-1 0 0 0,-1 1 0 0 0,1 0 0 0 0,-1-1 0 0 0,0 1 0 0 0,1 0 0 0 0,-1 0-1 0 0,0 0 1 0 0,0-1 0 0 0,0 1 0 0 0,1 0 0 0 0,-1 0 0 0 0,0 0 0 0 0,0-1 0 0 0,0 1 0 0 0,0 2 0 0 0,0 32 179 0 0,0-27-142 0 0,-1 5-21 0 0,-1 0-1 0 0,0 0 1 0 0,0 0-1 0 0,-2-1 1 0 0,-5 15-1 0 0,5-14-122 0 0,0 0 1 0 0,1-1-1 0 0,0 1 0 0 0,1 0 0 0 0,-1 17 1 0 0,3-21 308 0 0,-1-8-257 0 0,1-1 0 0 0,0 1 0 0 0,0 0 1 0 0,0 0-1 0 0,0-1 0 0 0,0 1 0 0 0,0 0 0 0 0,0 0 0 0 0,0-1 1 0 0,0 1-1 0 0,1 0 0 0 0,-1 0 0 0 0,0-1 0 0 0,0 1 0 0 0,1 0 0 0 0,-1-1 1 0 0,1 2-1 0 0,16-7-2185 0 0,-13 3 1579 0 0,-1 0 1 0 0,0 0-1 0 0,0-1 1 0 0,1 1-1 0 0,-2-1 1 0 0,5-4-1 0 0,3-3-3339 0 0,-9 8 3403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0 380 0 0,'-5'12'14184'0'0,"4"-7"-15199"0"0,2 18 1043 0 0,2-1 0 0 0,0 0 0 0 0,1 0 0 0 0,9 24 0 0 0,2 14 16 0 0,-6-36-3962 0 0,-3-39-873 0 0,-6 36-233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 16 2408 0 0,'0'0'6760'0'0,"-3"-1"-6589"0"0,24-1 421 0 0,0 1 1 0 0,-1 1-1 0 0,34 4 0 0 0,-42-2-556 0 0,1-1 0 0 0,0-1 0 0 0,15 0 0 0 0,-1-1 1007 0 0,-27 0-1167 0 0,-1 0 1 0 0,1 0-1 0 0,0 0 0 0 0,0 0 1 0 0,0-1-1 0 0,-1 1 0 0 0,1 0 0 0 0,0 0 1 0 0,-1 0-1 0 0,1 0 0 0 0,-1 0 1 0 0,0 1-1 0 0,1-1 0 0 0,-1 0 0 0 0,0-1 1 0 0,0 1-140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49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158 6 424 0 0,'0'0'4987'0'0,"6"-1"-4507"0"0,3-1-279 0 0,3 0 4505 0 0,-35 16-4613 0 0,-40 31 0 0 0,44-31-144 0 0,6-4-120 0 0,6-6-55 0 0,0 1 1 0 0,1-1-1 0 0,0 1 1 0 0,0 1 0 0 0,0-1-1 0 0,0 1 1 0 0,1 0-1 0 0,0 0 1 0 0,-8 14-1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287 5 892 0 0,'0'0'4844'0'0,"6"-1"-4667"0"0,19-2 123 0 0,-25 3-262 0 0,0 0-1 0 0,0 0 1 0 0,0 0-1 0 0,0 1 0 0 0,0-1 1 0 0,1 0-1 0 0,-1 0 1 0 0,0 1-1 0 0,0-1 1 0 0,0 0-1 0 0,0 0 1 0 0,0 1-1 0 0,0-1 0 0 0,0 0 1 0 0,0 1-1 0 0,0-1 1 0 0,0 0-1 0 0,0 0 1 0 0,0 1-1 0 0,0-1 1 0 0,0 0-1 0 0,0 0 0 0 0,-1 1 1 0 0,1-1-1 0 0,0 0 1 0 0,0 0-1 0 0,0 1 1 0 0,0-1-1 0 0,0 0 1 0 0,-1 0-1 0 0,1 0 0 0 0,0 1 1 0 0,0-1-1 0 0,0 0 1 0 0,-1 0-1 0 0,1 0 1 0 0,0 0-1 0 0,0 0 1 0 0,0 1-1 0 0,-1-1 0 0 0,1 0 1 0 0,0 0-1 0 0,-11 12 427 0 0,-109 76 798 0 0,31-26-1357 0 0,82-56 44 0 0,-4 1-75 0 0,0 1-1 0 0,1 1 1 0 0,1-1 0 0 0,-1 1 0 0 0,1 1-1 0 0,1 0 1 0 0,-10 13 0 0 0,18-22-96 0 0,0 0 0 0 0,-1-1 0 0 0,1 1 0 0 0,0-1 0 0 0,0 1 0 0 0,0 0 0 0 0,-1-1 0 0 0,1 1 0 0 0,0-1 0 0 0,0 1 0 0 0,0 0 0 0 0,0-1 0 0 0,0 1 0 0 0,0 0 1 0 0,0-1-1 0 0,1 1 0 0 0,-1 0 0 0 0,0-1 0 0 0,0 1 0 0 0,0-1 0 0 0,1 1 0 0 0,-1-1 0 0 0,0 1 0 0 0,0 0 0 0 0,1-1 0 0 0,-1 1 0 0 0,1 0 0 0 0,7-1-1952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338 0 1100 0 0,'0'0'5645'0'0,"-20"17"-5375"0"0,-124 100 196 0 0,99-84-584 0 0,-26 23 22 0 0,63-49-103 0 0,0 1-1 0 0,1 0 1 0 0,0 0 0 0 0,0 0 0 0 0,1 1 0 0 0,-6 10 0 0 0,9-8-1862 0 0,3-5 421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263 1 680 0 0,'0'0'5757'0'0,"-19"13"-5396"0"0,-3 2-291 0 0,-97 73 121 0 0,97-70-256 0 0,-28 24-83 0 0,47-38 76 0 0,0-1-1 0 0,0 1 0 0 0,0 0 0 0 0,0-1 1 0 0,1 1-1 0 0,-1 0 0 0 0,1 1 0 0 0,0-1 0 0 0,0 0 1 0 0,-2 9-1 0 0,4 4-4352 0 0,0-13 3412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 0 1000 0 0,'0'0'6240'0'0,"-2"2"-5930"0"0,0-1-225 0 0,-11 6 361 0 0,5-1 1003 0 0,5 1-3594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148 0 2368 0 0,'9'1'13462'0'0,"-10"3"-13444"0"0,1 1 0 0 0,-1-1 0 0 0,0 1 0 0 0,0-1-1 0 0,0 1 1 0 0,0-1 0 0 0,-1 0 0 0 0,0 1 0 0 0,0-1 0 0 0,-4 6-1 0 0,-32 40-3 0 0,5-7-13 0 0,15-15-10 0 0,12-20-32 0 0,1-1 0 0 0,-1 1 0 0 0,1 1 0 0 0,1-1 1 0 0,0 1-1 0 0,0 0 0 0 0,1 0 0 0 0,0 0 1 0 0,0 0-1 0 0,1 0 0 0 0,0 1 0 0 0,0 10 0 0 0,2 15 139 0 0,0-34-9 0 0,0 25-380 0 0,1-23 293 0 0,0 0 0 0 0,0 0 0 0 0,0 0 1 0 0,-1 0-1 0 0,1 0 0 0 0,-1 0 0 0 0,0 0 1 0 0,0 1-1 0 0,-1 4 0 0 0,1 11 413 0 0,-4-17-292 0 0,4-2-120 0 0,0 0 0 0 0,0 1 1 0 0,-1-1-1 0 0,1 0 0 0 0,0 0 1 0 0,0 1-1 0 0,0-1 0 0 0,1 0 1 0 0,-1 0-1 0 0,0 1 0 0 0,0-1 1 0 0,0 0-1 0 0,0 0 0 0 0,0 1 1 0 0,0-1-1 0 0,0 0 0 0 0,0 0 0 0 0,0 0 1 0 0,0 1-1 0 0,1-1 0 0 0,-1 0 1 0 0,0 0-1 0 0,0 0 0 0 0,0 1 1 0 0,1-1-1 0 0,-1 0 0 0 0,0 0 1 0 0,0 0-1 0 0,0 0 0 0 0,1 1 1 0 0,-1-1-1 0 0,0 0 0 0 0,0 0 1 0 0,0 0-1 0 0,1 0 0 0 0,-1 0 0 0 0,40-6 315 0 0,-37 5-338 0 0,0 0 1 0 0,1 0-1 0 0,-1 0 0 0 0,1 1 0 0 0,-1-1 1 0 0,1 1-1 0 0,-1-1 0 0 0,1 1 0 0 0,0 0 1 0 0,-1 1-1 0 0,1-1 0 0 0,-1 1 0 0 0,1-1 1 0 0,-1 1-1 0 0,1 0 0 0 0,-1 0 0 0 0,0 1 1 0 0,0-1-1 0 0,1 1 0 0 0,-1 0 1 0 0,4 2-1 0 0,24 19-17 0 0,-22-17 36 0 0,0 0-1 0 0,-1 1 1 0 0,0 0 0 0 0,12 12 0 0 0,6 3 471 0 0,-25-26-470 0 0,0 1 1 0 0,0-1 0 0 0,0 1 0 0 0,1 0-1 0 0,0 0 1 0 0,0-1 0 0 0,0 1 0 0 0,0 0-1 0 0,0 0 1 0 0,0 1 0 0 0,5-5 0 0 0,5-8 34 0 0,-3-1 1 0 0,0 0-1 0 0,-1-1 1 0 0,0 0 0 0 0,6-22-1 0 0,0 0-5 0 0,-11 28-11 0 0,-1 1 1 0 0,0-1-1 0 0,-1 1 0 0 0,0-1 1 0 0,-1 0-1 0 0,0 1 0 0 0,-1-13 1 0 0,0-9-239 0 0,1 27 191 0 0,1 0-1 0 0,-1 0 0 0 0,1 0 1 0 0,3-9-1 0 0,-2 9 22 0 0,-1 0-1 0 0,0 0 1 0 0,0 0-1 0 0,1-11 1 0 0,-3 5-110 0 0,1 8 54 0 0,-1 0-1 0 0,1-1 1 0 0,0 1-1 0 0,0 0 1 0 0,0 0-1 0 0,1 0 1 0 0,-1-1 0 0 0,1 1-1 0 0,-1 0 1 0 0,1 0-1 0 0,0 0 1 0 0,0 0-1 0 0,0 0 1 0 0,3-4-1 0 0,-4 6 6 0 0,0 0 44 0 0,0 0 10 0 0,-25 3-6577 0 0,-11 5 6464 0 0,27-5 596 0 0,-1-1-1 0 0,1 0 1 0 0,-1-1-1 0 0,1 0 1 0 0,-12-2-1 0 0,-11 1 394 0 0,-7 1 424 0 0,38 0-1352 0 0,29 2-3242 0 0,-17 0 1235 0 0,3 1-934 0 0,-63-10-2183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187 60 852 0 0,'0'0'6929'0'0,"-14"6"-6804"0"0,11-5-119 0 0,-24 12 90 0 0,0 0 0 0 0,-25 18 0 0 0,44-26-78 0 0,6-4-36 0 0,0-1-1 0 0,0 1 0 0 0,1 0 0 0 0,-1 0 1 0 0,0 1-1 0 0,1-1 0 0 0,-1 0 0 0 0,1 1 1 0 0,-1-1-1 0 0,1 0 0 0 0,-1 1 0 0 0,-1 3 1 0 0,11-5-437 0 0,-1 0 340 0 0,0 0 0 0 0,1-1 0 0 0,-1-1 0 0 0,1 1 0 0 0,-1-1 0 0 0,0 0 0 0 0,0-1 0 0 0,0 1 0 0 0,0-1 0 0 0,0-1 0 0 0,-1 0 0 0 0,1 1 0 0 0,10-10 1029 0 0,-31 29 413 0 0,10-10-1117 0 0,-72 70 1753 0 0,25-27-992 0 0,46-40-1102 0 0,14-9-168 0 0,13-9-61 0 0,-4-1 289 0 0,-1-1-1 0 0,0 0 0 0 0,-1-2 1 0 0,-1 0-1 0 0,0 0 1 0 0,0-1-1 0 0,-1-1 0 0 0,-1-1 1 0 0,17-26-1 0 0,-30 42 91 0 0,0 0 0 0 0,0 0 0 0 0,0 1 0 0 0,1-1 0 0 0,-1 0-1 0 0,0 0 1 0 0,0 0 0 0 0,0 0 0 0 0,0 0 0 0 0,0 0 0 0 0,0 0 0 0 0,0 0-1 0 0,0 0 1 0 0,0 0 0 0 0,1 0 0 0 0,-1 0 0 0 0,0 0 0 0 0,0 0 0 0 0,0 0 0 0 0,0 0-1 0 0,0 1 1 0 0,0-1 0 0 0,0 0 0 0 0,1 0 0 0 0,-1 0 0 0 0,0 0 0 0 0,0-1-1 0 0,0 1 1 0 0,0 0 0 0 0,0 0 0 0 0,0 0 0 0 0,1 0 0 0 0,-5 14 270 0 0,-52 77 976 0 0,40-68-929 0 0,2 0-1 0 0,0 1 0 0 0,-21 50 1 0 0,35-74-347 0 0,0 1 1 0 0,0-1 0 0 0,0 0-1 0 0,0 0 1 0 0,-1 1 0 0 0,1-1-1 0 0,0 0 1 0 0,0 0 0 0 0,0 1-1 0 0,0-1 1 0 0,0 0 0 0 0,0 0-1 0 0,0 1 1 0 0,0-1 0 0 0,0 0-1 0 0,0 1 1 0 0,0-1 0 0 0,0 0-1 0 0,0 0 1 0 0,0 1 0 0 0,1-1 0 0 0,-1 0-1 0 0,0 0 1 0 0,0 1 0 0 0,0-1-1 0 0,0 0 1 0 0,0 0 0 0 0,1 1-1 0 0,-1-1 1 0 0,0 0 0 0 0,0 0-1 0 0,0 0 1 0 0,1 1 0 0 0,-1-1-1 0 0,0 0 1 0 0,1 0 0 0 0,11 0-106 0 0,14-11-286 0 0,-7-4 178 0 0,-2 0 0 0 0,0-1 0 0 0,0-1 0 0 0,-2 0 0 0 0,0-1 0 0 0,-1-1 0 0 0,14-25 0 0 0,-42 64 918 0 0,-21 25 0 0 0,-15 22-171 0 0,45-60-502 0 0,4-6-44 0 0,-1 1 0 0 0,1 0 0 0 0,0 0 0 0 0,0 0 0 0 0,0 0 0 0 0,0 0 0 0 0,0 0 0 0 0,0 0-1 0 0,0 0 1 0 0,1 0 0 0 0,-1 1 0 0 0,1 1 0 0 0,19-6 48 0 0,-15 1-65 0 0,-1-1 0 0 0,0 0 0 0 0,1 1 0 0 0,-1-1-1 0 0,0 0 1 0 0,0-1 0 0 0,0 1 0 0 0,-1-1 0 0 0,1 1 0 0 0,0-1 0 0 0,-1 0 0 0 0,0 0 0 0 0,1 0 0 0 0,-1 0 0 0 0,0 0 0 0 0,-1 0 0 0 0,1 0 0 0 0,-1-1 0 0 0,1 1 0 0 0,-1-1-1 0 0,1-6 1 0 0,-2 9 49 0 0,-1 0-1 0 0,1 0 1 0 0,-1 0-1 0 0,1 1 1 0 0,-1-1-1 0 0,0 0 0 0 0,1 0 1 0 0,-1 0-1 0 0,0 0 1 0 0,0 1-1 0 0,1-1 1 0 0,-1 0-1 0 0,0 1 0 0 0,0-1 1 0 0,0 1-1 0 0,0-1 1 0 0,0 1-1 0 0,0-1 1 0 0,-1 1-1 0 0,0-1 3 0 0,1 0-1 0 0,-1 1 1 0 0,1-1 0 0 0,-1 0 0 0 0,1 0-1 0 0,-1 0 1 0 0,1 0 0 0 0,0 0-1 0 0,-1 0 1 0 0,1-1 0 0 0,0 1 0 0 0,0 0-1 0 0,-2-3 1 0 0,1-8-20 0 0,0 1-1 0 0,0-1 0 0 0,1 0 1 0 0,1 0-1 0 0,0 0 1 0 0,1 0-1 0 0,2-15 0 0 0,-2 24-3 0 0,0-1 0 0 0,0 1 0 0 0,1-1 0 0 0,-1 1-1 0 0,1 0 1 0 0,0 0 0 0 0,0 0 0 0 0,0 0 0 0 0,0 0-1 0 0,4-4 1 0 0,8-10 70 0 0,4-8-105 0 0,-9 15 55 0 0,-10 8 453 0 0,-6-5-274 0 0,-6-6-202 0 0,-4-5 18 0 0,17 18-4 0 0,0-1-1 0 0,0 1 1 0 0,0-1 0 0 0,-1 1-1 0 0,1-1 1 0 0,0 0 0 0 0,0 1 0 0 0,-1-1-1 0 0,1 1 1 0 0,0-1 0 0 0,-1 1-1 0 0,1-1 1 0 0,-1 1 0 0 0,1 0-1 0 0,0-1 1 0 0,-1 1 0 0 0,1 0-1 0 0,-1-1 1 0 0,1 1 0 0 0,-1 0-1 0 0,1-1 1 0 0,-1 1 0 0 0,1 0-1 0 0,-1 0 1 0 0,0-1 0 0 0,1 1-1 0 0,-1 0 1 0 0,1 0 0 0 0,-1 0-1 0 0,1 0 1 0 0,-1 0 0 0 0,0 0-1 0 0,1 0 1 0 0,-1 0 0 0 0,1 0-1 0 0,-1 0 1 0 0,0 0 0 0 0,1 0-1 0 0,-1 1 1 0 0,1-1 0 0 0,-2 1-1 0 0,-9 14-5052 0 0,25-32-2043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0 115 760 0 0,'0'0'9919'0'0,"4"-1"-9480"0"0,15-3 666 0 0,-1-1-1 0 0,0-1 1 0 0,18-9-1 0 0,30-10-1050 0 0,-17 9-91 0 0,-24 7-95 0 0,-1 1 1 0 0,1 1-1 0 0,40-5 1 0 0,-24 5-71 0 0,-38 7-133 0 0,13 1 358 0 0,-15 1 485 0 0,-10 2-439 0 0,-9 3-93 0 0,0 0 0 0 0,-24 14 0 0 0,33-16 74 0 0,0-1 1 0 0,-1 0-1 0 0,1-1 0 0 0,-1 0 1 0 0,0 0-1 0 0,0-1 0 0 0,-13 2 1 0 0,-77-2-38 0 0,69-2-168 0 0,31 0 162 0 0,-26-3 216 0 0,25 3-220 0 0,1 0-1 0 0,0 0 1 0 0,-1 0-1 0 0,1 0 1 0 0,0-1-1 0 0,-1 1 1 0 0,1 0-1 0 0,0 0 1 0 0,0 0-1 0 0,-1 0 0 0 0,1 0 1 0 0,0 0-1 0 0,-1 0 1 0 0,1-1-1 0 0,0 1 1 0 0,0 0-1 0 0,-1 0 1 0 0,1 0-1 0 0,0-1 1 0 0,0 1-1 0 0,-1 0 0 0 0,1 0 1 0 0,0-1-1 0 0,0 1 1 0 0,0 0-1 0 0,0 0 1 0 0,-1-1-1 0 0,1 1 1 0 0,0 0-1 0 0,0-1 1 0 0,0 1-1 0 0,0 0 1 0 0,0-1-1 0 0,0 1 0 0 0,0-16-240 0 0,0 15 227 0 0,1-1-1 0 0,-1 1 1 0 0,0-1 0 0 0,0 0 0 0 0,0 1-1 0 0,0-1 1 0 0,0 0 0 0 0,-1 1-1 0 0,1-1 1 0 0,-1-2 0 0 0,-1 2 11 0 0,0 1 0 0 0,0-1 0 0 0,0 1 1 0 0,0 0-1 0 0,-1-1 0 0 0,1 1 0 0 0,0 0 0 0 0,-1 0 1 0 0,1 1-1 0 0,0-1 0 0 0,-1 0 0 0 0,-4 0 0 0 0,1 0-2 0 0,-3 1-936 0 0,11 5 769 0 0,9 5 257 0 0,-5-7-59 0 0,0-1 1 0 0,1 1 0 0 0,-1-1-1 0 0,0 0 1 0 0,1-1-1 0 0,-1 1 1 0 0,1-1-1 0 0,-1-1 1 0 0,10 1-1 0 0,4-1 35 0 0,37-4 0 0 0,-55 3-56 0 0,0 1 0 0 0,-1-1 1 0 0,1 1-1 0 0,0-1 0 0 0,-1 1 1 0 0,1-1-1 0 0,-1 0 0 0 0,0 0 1 0 0,1 1-1 0 0,-1-1 0 0 0,1 0 1 0 0,-1 0-1 0 0,2-2 0 0 0,-2 2-35 0 0,0 0-1 0 0,0 0 1 0 0,0 0 0 0 0,0 0-1 0 0,0 0 1 0 0,0 1-1 0 0,0-1 1 0 0,1 0 0 0 0,-1 1-1 0 0,0-1 1 0 0,1 1-1 0 0,-1-1 1 0 0,0 1 0 0 0,1 0-1 0 0,-1-1 1 0 0,0 1-1 0 0,3 0 1 0 0,58-7-122 0 0,36-1 11 0 0,-70 10 198 0 0,37 2-865 0 0,-74 8-1850 0 0,-12 2-774 0 0,12-8 952 0 0,50-38-2190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277 8 512 0 0,'0'0'1045'0'0,"9"7"-1272"0"0,-13 8 5297 0 0,4-15-4907 0 0,-10-4 3554 0 0,8 2-3589 0 0,0 1-1 0 0,1 0 1 0 0,-1 0 0 0 0,0 0-1 0 0,0 0 1 0 0,-1 0 0 0 0,1 1-1 0 0,0-1 1 0 0,0 1 0 0 0,-3-1-1 0 0,-28-7 912 0 0,-40 1-519 0 0,54 7-591 0 0,1 1 0 0 0,-30 5 1 0 0,10-2-52 0 0,37-4 100 0 0,0 0 1 0 0,0 0 0 0 0,1 0 0 0 0,-1 1 0 0 0,0-1 0 0 0,0 0 0 0 0,0 0 0 0 0,1 1 0 0 0,-1-1 0 0 0,0 1 0 0 0,1-1 0 0 0,-1 0 0 0 0,0 1-1 0 0,1-1 1 0 0,-1 1 0 0 0,0 0 0 0 0,1-1 0 0 0,-1 1 0 0 0,1-1 0 0 0,-1 1 0 0 0,1 0 0 0 0,-1 0 0 0 0,1-1 0 0 0,0 1 0 0 0,-1 0 0 0 0,1-1-1 0 0,0 1 1 0 0,0 0 0 0 0,-1 0 0 0 0,1 1 0 0 0,6 5-13 0 0,-5-7 33 0 0,-1 1 1 0 0,1-1-1 0 0,0 0 1 0 0,-1 1 0 0 0,1-1-1 0 0,-1 1 1 0 0,1 0 0 0 0,-1-1-1 0 0,1 1 1 0 0,-1-1-1 0 0,1 1 1 0 0,-1 0 0 0 0,0-1-1 0 0,1 1 1 0 0,-1 0-1 0 0,0-1 1 0 0,1 1 0 0 0,-1 0-1 0 0,0-1 1 0 0,0 2-1 0 0,9 7 50 0 0,32-7 32 0 0,83-6-1678 0 0,-123 4 1597 0 0,0 1-1 0 0,0-1 1 0 0,1 0-1 0 0,-1 1 1 0 0,0-1 0 0 0,0 0-1 0 0,0 1 1 0 0,1 0 0 0 0,-1-1-1 0 0,0 1 1 0 0,0 0-1 0 0,0-1 1 0 0,0 1 0 0 0,0 0-1 0 0,0 0 1 0 0,0 0-1 0 0,0 0 1 0 0,0 1 0 0 0,-1-2 30 0 0,1 0-42 0 0,-1 0 18 0 0,0 0 0 0 0,1 0 0 0 0,-1 0 0 0 0,0 0 0 0 0,0 0 0 0 0,1 0 0 0 0,-1 0 0 0 0,0 0 0 0 0,0 0 0 0 0,0 0-1 0 0,1 0 1 0 0,-1 0 0 0 0,0 1 0 0 0,0-1 0 0 0,1 0 0 0 0,-1 0 0 0 0,0 0 0 0 0,0 0 0 0 0,0 0 0 0 0,1 0 0 0 0,-1 1 0 0 0,0-1 0 0 0,0 0-1 0 0,0 0 1 0 0,0 0 0 0 0,0 0 0 0 0,1 1 0 0 0,-1-1 0 0 0,0 0 0 0 0,0 0 0 0 0,0 1 0 0 0,0-1 0 0 0,0 0 0 0 0,0 0 0 0 0,0 0 0 0 0,0 1-1 0 0,0-1 1 0 0,0 0 0 0 0,0 0 0 0 0,0 1 0 0 0,0-1 0 0 0,0 0 0 0 0,0 0 0 0 0,0 1 0 0 0,-4 12 182 0 0,4-13-189 0 0,-1 0 1 0 0,1 0 0 0 0,0 1-1 0 0,0-1 1 0 0,0 0-1 0 0,-1 1 1 0 0,1-1-1 0 0,0 0 1 0 0,0 0-1 0 0,0 1 1 0 0,0-1-1 0 0,-1 0 1 0 0,1 1 0 0 0,0-1-1 0 0,0 0 1 0 0,0 1-1 0 0,0-1 1 0 0,0 0-1 0 0,0 1 1 0 0,0-1-1 0 0,0 0 1 0 0,0 1-1 0 0,0-1 1 0 0,0 0 0 0 0,0 1-1 0 0,0-1 1 0 0,1 0-1 0 0,-1 0 1 0 0,0 1-1 0 0,0-1 1 0 0,0 1-1 0 0,51-1-2696 0 0,-68-3-4317 0 0,34 6 5529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8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26 440 1700 0 0,'0'0'6593'0'0,"-1"-4"-6135"0"0,0 1-280 0 0,-6-16 1441 0 0,3 26-126 0 0,-1 9-1572 0 0,-1 113 105 0 0,4-79-21 0 0,2-45-7 0 0,0-1 0 0 0,1 1 1 0 0,0-1-1 0 0,-1 1 0 0 0,1-1 0 0 0,1 0 1 0 0,-1 1-1 0 0,4 6 0 0 0,-4-9 3 0 0,0-1 1 0 0,0 0-1 0 0,0 0 0 0 0,0 0 1 0 0,0 0-1 0 0,0 0 0 0 0,1 0 1 0 0,-1 0-1 0 0,0 0 0 0 0,1 0 0 0 0,-1-1 1 0 0,1 1-1 0 0,-1-1 0 0 0,1 1 1 0 0,-1-1-1 0 0,1 1 0 0 0,-1-1 1 0 0,1 0-1 0 0,-1 0 0 0 0,1 1 1 0 0,0-1-1 0 0,-1 0 0 0 0,4-1 0 0 0,-5 1 50 0 0,3 2-254 0 0,-3-2 204 0 0,0 0 0 0 0,1 1 0 0 0,-1-1 0 0 0,0 0 0 0 0,0 0-1 0 0,1 1 1 0 0,-1-1 0 0 0,0 0 0 0 0,0 0 0 0 0,1 1 0 0 0,-1-1 0 0 0,0 0 0 0 0,0 1 0 0 0,0-1 0 0 0,0 0 0 0 0,1 1 0 0 0,-1-1 0 0 0,0 0-1 0 0,0 1 1 0 0,0-1 0 0 0,0 0 0 0 0,0 1 0 0 0,0-1 0 0 0,0 0 0 0 0,0 1 0 0 0,0-1 0 0 0,0 1 0 0 0,4 15 27 0 0,9 49 135 0 0,-13-65-129 0 0,0 1-1 0 0,0-1 1 0 0,0 0-1 0 0,0 0 1 0 0,0 1-1 0 0,0-1 1 0 0,0 0-1 0 0,0 1 1 0 0,0-1-1 0 0,0 0 1 0 0,0 1-1 0 0,0-1 1 0 0,0 0-1 0 0,0 0 1 0 0,0 1-1 0 0,1-1 1 0 0,-1 0-1 0 0,0 1 1 0 0,0-1-1 0 0,0 0 1 0 0,0 0 0 0 0,1 1-1 0 0,-1-1 1 0 0,0 0-1 0 0,0 0 1 0 0,0 0-1 0 0,1 1 1 0 0,-1-1-1 0 0,0 0 1 0 0,1 0-1 0 0,-1 0 1 0 0,0 0-1 0 0,0 1 1 0 0,1-1-1 0 0,-1 0 1 0 0,0 0-1 0 0,1 0 1 0 0,-1 0-1 0 0,0 0 1 0 0,0 0-1 0 0,1 0 1 0 0,-1 0-1 0 0,0 0 1 0 0,1 0-1 0 0,-1 0 1 0 0,0 0-1 0 0,1 0 1 0 0,-1 0 0 0 0,0 0-1 0 0,1-1 1 0 0,19-9 2723 0 0,-10 5-3522 0 0,38-15 611 0 0,91-43-334 0 0,-109 49 320 0 0,0 2 0 0 0,36-10-1 0 0,-37 14 154 0 0,-1-2 1 0 0,52-26-1 0 0,13-10-342 0 0,21 4 202 0 0,14-5-156 0 0,-64 21 203 0 0,-12 0 117 0 0,-40 18-15 0 0,0 2 0 0 0,26-10-1 0 0,-23 10-235 0 0,0-1 0 0 0,24-13 0 0 0,-10 4 342 0 0,-22 12-135 0 0,0 0 0 0 0,1 1 1 0 0,-1 0-1 0 0,1 1 1 0 0,11-3-1 0 0,-18 4 46 0 0,1 1-1 0 0,0 0 0 0 0,0-1 1 0 0,0 0-1 0 0,0 1 0 0 0,-1-1 1 0 0,1 0-1 0 0,0 0 0 0 0,2-2 1 0 0,-2 2-28 0 0,0-1-1 0 0,-1 1 1 0 0,1 0 0 0 0,0 0 0 0 0,0 1 0 0 0,0-1 0 0 0,0 0 0 0 0,0 1 0 0 0,0-1 0 0 0,2 0-1 0 0,33-10 575 0 0,4 0-1134 0 0,19 0 451 0 0,-57 10 143 0 0,-1 0-1 0 0,0 0 1 0 0,0 0-1 0 0,0 0 1 0 0,0 0-1 0 0,-1 0 1 0 0,1 0-1 0 0,0-1 0 0 0,0 1 1 0 0,-1-1-1 0 0,3-1 1 0 0,-4 3-34 0 0,3 0-31 0 0,-3 0 62 0 0,1 0 0 0 0,-1 0 0 0 0,0 0 0 0 0,1 0 0 0 0,-1 0 0 0 0,0 0 1 0 0,0 0-1 0 0,1 0 0 0 0,-1 0 0 0 0,0 0 0 0 0,0 0 0 0 0,1 0 0 0 0,-1 0 0 0 0,0 0 0 0 0,1 0 0 0 0,-1 0 0 0 0,0 0 0 0 0,0 0 0 0 0,1 0 1 0 0,-1 0-1 0 0,0 0 0 0 0,0 0 0 0 0,1-1 0 0 0,-1 1 0 0 0,0 0 0 0 0,0 0 0 0 0,1 0 0 0 0,-1 0 0 0 0,0-1 0 0 0,0 1 0 0 0,0 0 1 0 0,0 0-1 0 0,1-1 0 0 0,-1 1 0 0 0,0 0 0 0 0,0 0 0 0 0,0-1 0 0 0,0 1 0 0 0,0 0 0 0 0,0 0 0 0 0,0-1 0 0 0,1 1 0 0 0,-1 0 0 0 0,0-1 1 0 0,0 1-63 0 0,-5-11 1916 0 0,2 9-1757 0 0,0 1 0 0 0,0-2 0 0 0,0 1 0 0 0,0 0 0 0 0,1 0 0 0 0,-1-1-1 0 0,1 0 1 0 0,-1 1 0 0 0,1-1 0 0 0,0 0 0 0 0,0 0 0 0 0,0-1 0 0 0,0 1-1 0 0,1 0 1 0 0,-3-6 0 0 0,-3-10-108 0 0,-7-34 0 0 0,1 6-182 0 0,12 44 177 0 0,0 0 0 0 0,0 0 1 0 0,0 0-1 0 0,0 0 0 0 0,-1 0 1 0 0,1 0-1 0 0,-1 0 0 0 0,0 1 1 0 0,0-1-1 0 0,-2-2 1 0 0,3 5-36 0 0,-17-4-652 0 0,11 4 676 0 0,-1 0 0 0 0,0 0 0 0 0,0 1 0 0 0,0-1 0 0 0,0 2 0 0 0,0-1 0 0 0,1 1 0 0 0,-12 5 0 0 0,-8 2 23 0 0,0 0 0 0 0,-50 8-1 0 0,41-13-16 0 0,26-4-28 0 0,0 1-1 0 0,0 1 1 0 0,-17 4 0 0 0,-90 24-90 0 0,-114 39-203 0 0,164-48 210 0 0,-45 17-161 0 0,52-11 43 0 0,-57 22-234 0 0,102-44 443 0 0,3-1 18 0 0,1 0 1 0 0,0 0 0 0 0,-18 10-1 0 0,-33 14-107 0 0,-1 4 68 0 0,58-27 30 0 0,5-5 16 0 0,0 1 1 0 0,-1-1 0 0 0,1 1-1 0 0,0-1 1 0 0,-1 0-1 0 0,1 1 1 0 0,0-1 0 0 0,-1 0-1 0 0,1 1 1 0 0,-1-1-1 0 0,1 0 1 0 0,0 0 0 0 0,-1 1-1 0 0,1-1 1 0 0,-1 0-1 0 0,1 0 1 0 0,-1 0 0 0 0,1 0-1 0 0,-1 1 1 0 0,1-1-1 0 0,-1 0 1 0 0,1 0 0 0 0,-1 0-1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09"/>
    </inkml:context>
    <inkml:brush xml:id="br0">
      <inkml:brushProperty name="width" value="0.1" units="cm"/>
      <inkml:brushProperty name="height" value="0.1" units="cm"/>
      <inkml:brushProperty name="color" value="#849398"/>
    </inkml:brush>
  </inkml:definitions>
  <inkml:trace contextRef="#ctx0" brushRef="#br0">1 496 1264 0 0,'0'0'5036'0'0,"5"8"-3055"0"0,35-10 1093 0 0,-22 1-2940 0 0,-1-1-1 0 0,0-1 1 0 0,25-8-1 0 0,199-59-281 0 0,221-76-1015 0 0,-223 53 358 0 0,-226 89 791 0 0,0 0 1 0 0,0 0-1 0 0,25-2 0 0 0,-26 5-170 0 0,-1-1 0 0 0,0 0 0 0 0,0 0 0 0 0,0-1 0 0 0,0-1 0 0 0,16-7 0 0 0,-19 2 1918 0 0,-27 8 896 0 0,8 2-3444 0 0,-15 1 775 0 0,0 2 0 0 0,1 0 1 0 0,0 2-1 0 0,0 1 0 0 0,-26 10 0 0 0,0 0-13 0 0,-239 82 111 0 0,60-19 315 0 0,31 1-322 0 0,188-76-76 0 0,-1 0 46 0 0,-1 1 0 0 0,1 1 0 0 0,-21 14 0 0 0,27-16-111 0 0,-11 9 165 0 0,-27 18-1 0 0,43-30-87 0 0,-1-2-6 0 0,1 1 0 0 0,0-1 0 0 0,0 1 0 0 0,0 0 0 0 0,0-1 1 0 0,0 1-1 0 0,0 0 0 0 0,0 0 0 0 0,0 0 0 0 0,0 0 0 0 0,1 0 0 0 0,-1 0 0 0 0,0 0 1 0 0,0 0-1 0 0,0 2 0 0 0,1-3 15 0 0,0 1 1 0 0,0-1-1 0 0,0 0 0 0 0,0 1 1 0 0,0-1-1 0 0,-1 0 1 0 0,1 1-1 0 0,0-1 0 0 0,0 0 1 0 0,0 1-1 0 0,0-1 0 0 0,0 0 1 0 0,-1 1-1 0 0,1-1 1 0 0,0 0-1 0 0,0 0 0 0 0,-1 1 1 0 0,1-1-1 0 0,0 0 1 0 0,0 0-1 0 0,-1 1 0 0 0,1-1 1 0 0,0 0-1 0 0,-1 0 1 0 0,1 0-1 0 0,0 0 0 0 0,-1 0 1 0 0,1 1-1 0 0,0-1 0 0 0,-1 0 1 0 0,0 0-8 0 0,1 0 1 0 0,0 0-1 0 0,-1 0 1 0 0,1 0-1 0 0,-1 0 1 0 0,1 1-1 0 0,0-1 1 0 0,-1 0-1 0 0,1 0 1 0 0,0 0-1 0 0,-1 1 1 0 0,1-1-1 0 0,0 0 1 0 0,-1 0-1 0 0,1 1 1 0 0,0-1-1 0 0,0 0 1 0 0,-1 1-1 0 0,1-1 1 0 0,0 0 0 0 0,0 1-1 0 0,0-1 1 0 0,-1 0-1 0 0,1 1 1 0 0,0-1-1 0 0,0 1 1 0 0,0-1-1 0 0,0 0 1 0 0,0 1-1 0 0,0-1 1 0 0,0 1-1 0 0,24-2 290 0 0,9-5-229 0 0,0-2-1 0 0,52-20 0 0 0,-31 10-27 0 0,328-125 93 0 0,-75 15-141 0 0,-254 106-202 0 0,80-21-1 0 0,-73 28-48 0 0,-31 9 209 0 0,-1-2-1 0 0,27-11 1 0 0,-33 8-35 0 0,-19 7 275 0 0,-15 3-186 0 0,5 3-10 0 0,0 0 0 0 0,0 0 0 0 0,1 1 1 0 0,0-1-1 0 0,-1 1 0 0 0,1 1 0 0 0,-9 6 0 0 0,-18 8 28 0 0,-505 193 138 0 0,337-126 392 0 0,-4 3-391 0 0,75-35 247 0 0,93-42-219 0 0,31-9-156 0 0,-1-1 0 0 0,1 1 0 0 0,0 0 0 0 0,0 1 0 0 0,-8 3 0 0 0,11-4-8 0 0,-2 1-9 0 0,0 1-1 0 0,0-2 1 0 0,0 1 0 0 0,-9 3-1 0 0,4-2-222 0 0,8-3 91 0 0,1 0 0 0 0,-1 0 0 0 0,0-1-1 0 0,1 1 1 0 0,-1 0 0 0 0,0-1 0 0 0,0 0-1 0 0,0 1 1 0 0,-3-1 0 0 0,-26-2-114 0 0,31 2 229 0 0,0-1 0 0 0,-1 1 0 0 0,1-1 0 0 0,0 0 0 0 0,0 1 0 0 0,0-1 0 0 0,0 1 0 0 0,0-1 0 0 0,1 0 0 0 0,-1 1-1 0 0,0-1 1 0 0,0 1 0 0 0,0-1 0 0 0,0 0 0 0 0,1 1 0 0 0,-1-1 0 0 0,0 1 0 0 0,1-1 0 0 0,-1 1 0 0 0,0-1 0 0 0,1 1 0 0 0,-1-1-1 0 0,1 1 1 0 0,0-1 0 0 0,6-4-246 0 0,22-12-93 0 0,-1-1 0 0 0,45-38 0 0 0,-42 30 428 0 0,-24 21-44 0 0,0 0 0 0 0,-1-1 1 0 0,1 1-1 0 0,-1-1 1 0 0,-1 0-1 0 0,1-1 0 0 0,-1 0 1 0 0,6-8-1 0 0,-10 12-44 0 0,1 0 0 0 0,0 1 0 0 0,0-1 0 0 0,1 1 0 0 0,-1-1-1 0 0,0 1 1 0 0,1 0 0 0 0,-1 0 0 0 0,1 0 0 0 0,0 0 0 0 0,0 1 0 0 0,0-1 0 0 0,5-1-1 0 0,47-14-65 0 0,-29 10 131 0 0,12-8 228 0 0,-1-1 0 0 0,0-2 0 0 0,-1-2 0 0 0,37-26 1 0 0,37-21 192 0 0,-68 47-573 0 0,1 1 0 0 0,83-22 1 0 0,-79 27 97 0 0,32-5 2 0 0,-58 16 101 0 0,1-2 1 0 0,-1-1-1 0 0,-1 0 0 0 0,24-11 0 0 0,-30 6-4 0 0,-12 10-52 0 0,-1 0 1 0 0,0 0-1 0 0,0 0 1 0 0,0 0-1 0 0,1 0 1 0 0,-1 0-1 0 0,0 0 0 0 0,1 1 1 0 0,-1-1-1 0 0,1 1 1 0 0,-1-1-1 0 0,1 1 1 0 0,1-1-1 0 0,0 0-59 0 0,0 1-1 0 0,0-1 0 0 0,0 1 1 0 0,-1-1-1 0 0,1 0 1 0 0,0-1-1 0 0,0 1 1 0 0,-1 0-1 0 0,3-2 0 0 0,-2 1 11 0 0,-1 1 0 0 0,1-1-1 0 0,0 1 1 0 0,-1 0 0 0 0,1 0-1 0 0,0 0 1 0 0,0 0 0 0 0,5 0-1 0 0,19-7 21 0 0,18-1 880 0 0,-65 9-682 0 0,1 2-242 0 0,0 0 0 0 0,0 1 0 0 0,0 2 0 0 0,-23 7 0 0 0,-13 3-32 0 0,-215 52 80 0 0,201-50-5 0 0,-250 70 509 0 0,278-71-425 0 0,1 2 0 0 0,-46 28-1 0 0,21-15-182 0 0,14-8 103 0 0,42-20-23 0 0,0 0-1 0 0,0 1 0 0 0,1 0 1 0 0,-1 1-1 0 0,-14 10 1 0 0,-11 11-433 0 0,34-26 434 0 0,0 0-1 0 0,-1 0 1 0 0,1 1-1 0 0,0-1 1 0 0,-1 0-1 0 0,1 0 0 0 0,0 1 1 0 0,-1-1-1 0 0,1 0 1 0 0,0 0-1 0 0,-1 1 0 0 0,1-1 1 0 0,0 0-1 0 0,0 1 1 0 0,-1-1-1 0 0,1 0 1 0 0,0 1-1 0 0,0-1 0 0 0,0 1 1 0 0,0-1-1 0 0,-1 0 1 0 0,1 1-1 0 0,0-1 0 0 0,0 1 1 0 0,0-1-1 0 0,0 0 1 0 0,0 1-1 0 0,0-1 1 0 0,0 1-1 0 0,0-1 0 0 0,0 0 1 0 0,0 1-1 0 0,0-1 1 0 0,0 1-1 0 0,1-1 0 0 0,-1 0 1 0 0,0 1-1 0 0,0-1 1 0 0,0 1-1 0 0,0-1 0 0 0,1 0 1 0 0,-1 1-1 0 0,0-1 1 0 0,0 0-1 0 0,1 1 1 0 0,-1-1-1 0 0,0 0 0 0 0,1 0 1 0 0,-1 1-1 0 0,0-1 1 0 0,1 0-1 0 0,-1 0 0 0 0,0 1 1 0 0,1-1-1 0 0,-1 0 1 0 0,1 0-1 0 0,-1 0 1 0 0,0 0-1 0 0,1 0 0 0 0,0 0 1 0 0,71-6 250 0 0,-69 5-250 0 0,-4 2-251 0 0,-8 1 158 0 0,-1 0 0 0 0,1 1 0 0 0,0 0-1 0 0,0 1 1 0 0,1-1 0 0 0,-13 9-1 0 0,10-4 84 0 0,0-1-1 0 0,0 0 1 0 0,-1 0 0 0 0,-18 6-1 0 0,73-17-215 0 0,27-21 323 0 0,90-46-1 0 0,21-8 36 0 0,-70 27 175 0 0,-95 47-246 0 0,0 1 1 0 0,1 0 0 0 0,22-1-1 0 0,-16 1-21 0 0,24-5 79 0 0,55-19 0 0 0,-20 4-75 0 0,-54 16-28 0 0,-1-2 0 0 0,29-15 0 0 0,14-5-129 0 0,27-5-247 0 0,-93 34 421 0 0,1 0 1 0 0,-1 0 0 0 0,1 0-1 0 0,-1 1 1 0 0,1 0-1 0 0,8 0 1 0 0,-6 0 6 0 0,-7 0-87 0 0,0 0 0 0 0,0 0 0 0 0,1 0 0 0 0,-1 0 0 0 0,0 0 0 0 0,0 0 0 0 0,0 0-1 0 0,0-1 1 0 0,1 1 0 0 0,-1 0 0 0 0,0 0 0 0 0,0 0 0 0 0,0 0 0 0 0,0 0 0 0 0,1 0 0 0 0,-1 0 0 0 0,0 1 0 0 0,0-1-1 0 0,0 0 1 0 0,0 0 0 0 0,1 0 0 0 0,-1 0 0 0 0,0 0 0 0 0,0 0 0 0 0,0 0 0 0 0,0 0 0 0 0,0 0 0 0 0,0 0 0 0 0,1 0 0 0 0,-1 1-1 0 0,0-1 1 0 0,0 0 0 0 0,0 0 0 0 0,0 0 0 0 0,0 0 0 0 0,0 0 0 0 0,0 1 0 0 0,0-1 0 0 0,1 0 0 0 0,-1 0 0 0 0,0 0-1 0 0,0 0 1 0 0,0 0 0 0 0,0 1 0 0 0,0-1 0 0 0,0 0 0 0 0,0 0 0 0 0,0 0 0 0 0,0 1 0 0 0,-11 5-3520 0 0,-4-3-631 0 0,15-4 4017 0 0,0 0 0 0 0,0 1 1 0 0,0-1-1 0 0,0 0 0 0 0,0 1 0 0 0,0-1 0 0 0,1 0 0 0 0,-1 1 0 0 0,0-1 0 0 0,0 1 0 0 0,1-1 0 0 0,-1 0 0 0 0,0 1 0 0 0,0-1 1 0 0,1 1-1 0 0,-1-1 0 0 0,1 1 0 0 0,-1-1 0 0 0,1 0 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5:53.5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9 0 812 0 0,'0'0'5195'0'0,"-9"1"-5138"0"0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6:52.98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63 93 548 0 0,'0'0'4270'0'0,"0"-3"-3824"0"0,0-5-637 0 0,1-4 2062 0 0,-1 0 0 0 0,-1-1 1 0 0,-3-15-1 0 0,-1 13-1182 0 0,5 15-681 0 0,0 0 0 0 0,0 0 0 0 0,0 0 0 0 0,0 0 0 0 0,0 0 0 0 0,0 0 0 0 0,-1 0 0 0 0,1 0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0 0 0 0,0 0 0 0 0,0 0 0 0 0,-1 0 0 0 0,1 0 0 0 0,0 0 0 0 0,0 0 0 0 0,0 0 0 0 0,0 0 0 0 0,0 0 0 0 0,0 0 0 0 0,0 0 0 0 0,0-1 1 0 0,0 1-1 0 0,0 0 0 0 0,0 0 0 0 0,0 0 0 0 0,0 0 0 0 0,0 0 0 0 0,0 0 0 0 0,0 0 0 0 0,0 0 0 0 0,0 0 0 0 0,0 0-1 0 0,0 24 580 0 0,-1 7-427 0 0,-44 199 353 0 0,43-223-547 0 0,1 1 0 0 0,0-1 0 0 0,1 1 0 0 0,-1 8 0 0 0,1-15 12 0 0,25-4-8185 0 0,-25 3 8207 0 0,-25 4-6620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7:55.3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76 0 548 0 0,'-4'10'12019'0'0,"4"-8"-11543"0"0,0 0-340 0 0,1 0 0 0 0,1 0 0 0 0,-1-1 0 0 0,0 1 1 0 0,0 0-1 0 0,1-1 0 0 0,-1 1 0 0 0,1 0 0 0 0,-1-1 1 0 0,1 0-1 0 0,0 1 0 0 0,0-1 0 0 0,3 2 0 0 0,4 3 486 0 0,-9-5-579 0 0,3 0-42 0 0,-1 1 0 0 0,1 0 0 0 0,0 0 0 0 0,-1 0 0 0 0,0 0 0 0 0,1 0 0 0 0,-1 1 0 0 0,0-1 0 0 0,0 1 1 0 0,1 2-1 0 0,3 2-10 0 0,6 8 10 0 0,-1 1 0 0 0,-1 0 0 0 0,9 19 0 0 0,12 18 3 0 0,2 4-3 0 0,-98-82 636 0 0,44 16-642 0 0,15 7 18 0 0,-1 0 0 0 0,1-1 0 0 0,0 0 0 0 0,-1 0 0 0 0,1 0 0 0 0,-6-6 0 0 0,-5-3 44 0 0,12 9-37 0 0,1-1 0 0 0,0 1 0 0 0,0 0 0 0 0,0-1 0 0 0,-3-4 0 0 0,-1-1-12 0 0,-1 1 1 0 0,1 0-1 0 0,-14-9 0 0 0,4 2 34 0 0,11 7-752 0 0,10 3 434 0 0,17 2 357 0 0,-4 1-172 0 0,-10-1 21 0 0,1-1 0 0 0,-1 1 0 0 0,0-1 0 0 0,-1 0 0 0 0,1-1 0 0 0,-1 1 0 0 0,1-1 0 0 0,-2 0 0 0 0,6-7 0 0 0,7-2-211 0 0,-17 14 404 0 0,0 1-261 0 0,0 0 149 0 0,0 0 0 0 0,0 0 0 0 0,0 1 0 0 0,0-1 0 0 0,0 0 0 0 0,0 0 0 0 0,0 0 0 0 0,-1 0 0 0 0,1 1 0 0 0,0-1 0 0 0,-1 0 0 0 0,1 0 0 0 0,-1 0 0 0 0,1 0 0 0 0,-1 0 0 0 0,0 0 0 0 0,1 0 0 0 0,-1 0 0 0 0,0 0 0 0 0,0 0 0 0 0,1-1 0 0 0,-1 1 0 0 0,0 0 0 0 0,-2 1 0 0 0,-3 8-37 0 0,6-9 38 0 0,0 0 0 0 0,-1 0 0 0 0,1 0 0 0 0,0 0 0 0 0,-1 0-1 0 0,1-1 1 0 0,-1 1 0 0 0,0 0 0 0 0,1 0 0 0 0,-1 0 0 0 0,1-1 0 0 0,-1 1 0 0 0,0 0 0 0 0,0-1 0 0 0,1 1 0 0 0,-1 0 0 0 0,-2 0 0 0 0,-9 5 76 0 0,10-6-107 0 0,0 1 1 0 0,1 0-1 0 0,-1-1 0 0 0,1 1 0 0 0,-1 0 0 0 0,1 0 0 0 0,-1 0 0 0 0,1 0 0 0 0,-1 0 0 0 0,1 0 0 0 0,0 0 0 0 0,0 1 0 0 0,-2 2 0 0 0,2-3-12 0 0,-1 1 0 0 0,2 0 0 0 0,-1 0 0 0 0,0-1 0 0 0,0 1-1 0 0,0 0 1 0 0,1 0 0 0 0,-1 0 0 0 0,1 0 0 0 0,0 0 0 0 0,-1 0 0 0 0,1 0 0 0 0,0 3 0 0 0,0 38-57 0 0,5-36 518 0 0,-5-7-427 0 0,0 0 0 0 0,0 0 0 0 0,0 1 0 0 0,0-1 0 0 0,0 0 0 0 0,0 0 0 0 0,1 0 0 0 0,-1 0 0 0 0,0 1 0 0 0,0-1 0 0 0,0 0 0 0 0,0 0 1 0 0,0 0-1 0 0,0 1 0 0 0,0-1 0 0 0,0 0 0 0 0,0 0 0 0 0,0 0 0 0 0,0 0 0 0 0,0 1 0 0 0,0-1 0 0 0,0 0 0 0 0,0 0 0 0 0,0 0 0 0 0,0 1 0 0 0,0-1 0 0 0,0 0 0 0 0,0 0 0 0 0,0 0 0 0 0,0 1 0 0 0,0-1 0 0 0,0 0 0 0 0,-1 0 0 0 0,1 0 0 0 0,0 0 0 0 0,0 1 1 0 0,0-1-1 0 0,0 0 0 0 0,0 0 0 0 0,-1 0 0 0 0,1 0 0 0 0,0 0 0 0 0,0 0 0 0 0,0 0 0 0 0,0 1 0 0 0,-1-1 0 0 0,1 0 0 0 0,0 0 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6:41.69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1556 0 0,'6'1'11183'0'0,"5"2"-9885"0"0,-10-1-1272 0 0,0 0 0 0 0,0 0 0 0 0,-1 0 0 0 0,1 0 0 0 0,1 0 0 0 0,-1 0 0 0 0,0 0 0 0 0,0-1 0 0 0,2 3 0 0 0,11 18 23 0 0,-5 7 124 0 0,-3-12-101 0 0,-1 1-1 0 0,3 21 1 0 0,-3 16 103 0 0,-4-38-128 0 0,0 0-1 0 0,1 0 1 0 0,1 0-1 0 0,1-1 1 0 0,6 22-1 0 0,6-14-55 0 0,-15-23 15 0 0,-1 0-1 0 0,1-1 1 0 0,-1 1-1 0 0,1 0 1 0 0,-1-1-1 0 0,1 1 1 0 0,-1-1-1 0 0,1 1 1 0 0,0-1-1 0 0,-1 1 1 0 0,1-1-1 0 0,0 0 1 0 0,-1 1-1 0 0,1-1 1 0 0,0 0-1 0 0,-1 1 1 0 0,1-1-1 0 0,0 0 1 0 0,0 0-1 0 0,-1 0 1 0 0,1 1-1 0 0,0-1 1 0 0,0 0-1 0 0,0 0 1 0 0,-1 0-1 0 0,1 0 1 0 0,0 0-1 0 0,0-1 1 0 0,-1 1-1 0 0,1 0 1 0 0,0 0-1 0 0,0 0 1 0 0,-1-1-1 0 0,1 1 1 0 0,1-1-1 0 0,-1-1-249 0 0,0 0 0 0 0,0 0 0 0 0,0 1-1 0 0,-1-1 1 0 0,1 0 0 0 0,-1 0-1 0 0,1 0 1 0 0,-1 0 0 0 0,1 0-1 0 0,-1 0 1 0 0,0 0 0 0 0,0 0-1 0 0,-1-3 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6:42.46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5 15 604 0 0,'0'0'5067'0'0,"-4"-15"489"0"0,8 74-3194 0 0,-5 4-1668 0 0,-1-31-569 0 0,2 1 1 0 0,1-1 0 0 0,8 44-1 0 0,0-45 257 0 0,-3-19-1061 0 0,-10-32-7139 0 0,10 45 1148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6:43.48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 6 328 0 0,'-6'-5'10857'0'0,"15"222"-8319"0"0,-9-214-2540 0 0,-1 24 122 0 0,2 0 1 0 0,7 43-1 0 0,-4-57-116 0 0,-3-9 20 0 0,0-1-1 0 0,0 1 1 0 0,0 0 0 0 0,-1 0 0 0 0,1 0 0 0 0,-1-1 0 0 0,0 6 0 0 0,0-9-38 0 0,0 9 212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7:39.21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289 1 708 0 0,'-1'2'14166'0'0,"-3"9"-14230"0"0,-27 17 117 0 0,2 1 0 0 0,1 2 0 0 0,-39 53 0 0 0,-57 112 346 0 0,119-189-520 0 0,7-12-914 0 0,8-15-2076 0 0,-5 13 1455 0 0,1-2-1453 0 0,-28 53-3280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7:40.01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210 9 432 0 0,'-4'-8'15782'0'0,"-26"61"-15287"0"0,-29 46 267 0 0,30-52-599 0 0,2 1 1 0 0,-25 61-1 0 0,46-98-265 0 0,6-14-729 0 0,8-21-954 0 0,3-1-2520 0 0,-7 15 206 0 0,-30 75-2740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7:41.067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184 23 1180 0 0,'0'0'7187'0'0,"2"-4"-6681"0"0,3-11-67 0 0,-3 12 31 0 0,-9 25 349 0 0,-8 7-336 0 0,-2-1 0 0 0,-28 36 0 0 0,-1 2 190 0 0,38-56-585 0 0,7-9-63 0 0,0 0 0 0 0,0 0 0 0 0,0 0 0 0 0,0 1 0 0 0,0-1 0 0 0,0 0 0 0 0,0 1 0 0 0,0-1 0 0 0,0 1 0 0 0,1-1 0 0 0,-2 3 456 0 0,-2-11-1282 0 0,-28 40 1097 0 0,31-32-263 0 0,1-1 1 0 0,-1 1-1 0 0,1-1 0 0 0,-1 1 1 0 0,1 0-1 0 0,-1 0 0 0 0,1-1 1 0 0,-1 1-1 0 0,1 0 0 0 0,0 0 1 0 0,0-1-1 0 0,-1 1 0 0 0,1 0 1 0 0,0 0-1 0 0,0 0 0 0 0,0-1 1 0 0,0 1-1 0 0,0 0 0 0 0,0 0 1 0 0,0 0-1 0 0,0 0 0 0 0,0-1 0 0 0,0 1 1 0 0,0 0-1 0 0,1 0 0 0 0,-1 0 1 0 0,0-1-1 0 0,1 1 0 0 0,-1 0 1 0 0,0 0-1 0 0,1-1 0 0 0,-1 1 1 0 0,1 0-1 0 0,-1-1 0 0 0,1 1 1 0 0,-1 0-1 0 0,1-1 0 0 0,0 1 1 0 0,-1-1-1 0 0,2 1 0 0 0,0 1-4 0 0,0 0-1 0 0,1 0 0 0 0,-1 0 0 0 0,1 0 0 0 0,-1 0 0 0 0,1-1 0 0 0,0 1 0 0 0,-1-1 0 0 0,5 2 0 0 0,16 6 297 0 0,-22-9-328 0 0,0 1-1 0 0,0-1 1 0 0,-1 1 0 0 0,1-1-1 0 0,0 1 1 0 0,0 0-1 0 0,0-1 1 0 0,-1 1-1 0 0,1 0 1 0 0,0 0-1 0 0,-1-1 1 0 0,1 1 0 0 0,0 0-1 0 0,-1 0 1 0 0,1 0-1 0 0,-1 0 1 0 0,0 0-1 0 0,1 0 1 0 0,-1 0-1 0 0,1 2 1 0 0,-1-3 11 0 0,0 0-1 0 0,2 0-4 0 0,-2 0-49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7:58.46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286 0 800 0 0,'0'0'977'0'0,"-9"9"166"0"0,2-9-867 0 0,7 0-79 0 0,-1 0 0 0 0,1 0 0 0 0,-1-1 0 0 0,1 1 0 0 0,-1 0 0 0 0,1 0 0 0 0,-1 0 0 0 0,-10 6 4728 0 0,11-6-4728 0 0,-1 1 0 0 0,1-1 0 0 0,0 1 0 0 0,0-1 0 0 0,0 1 0 0 0,-1-1 0 0 0,1 1 0 0 0,0-1 0 0 0,0 1 0 0 0,0-1 0 0 0,0 1 0 0 0,0-1 0 0 0,0 1 0 0 0,0-1 0 0 0,0 1 0 0 0,0-1 0 0 0,0 1 0 0 0,1 0 0 0 0,-4 4-12 0 0,0-1 0 0 0,0 1 0 0 0,0-1 0 0 0,0 0 0 0 0,-1 0 0 0 0,-4 5 0 0 0,6-7-135 0 0,-71 70 204 0 0,-39 46-161 0 0,105-111-88 0 0,2-1-25 0 0,1 0 0 0 0,-1 0 0 0 0,1 0 0 0 0,0 1 0 0 0,-6 12 0 0 0,18-32-2384 0 0,0 1 0 0 0,1 0 0 0 0,1 0 1 0 0,15-14-1 0 0,-79 88-594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7:59.3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256 17 352 0 0,'0'0'2556'0'0,"-2"-1"-2248"0"0,-19-15 7489 0 0,13 26-7519 0 0,-30 68 1152 0 0,-54 85 0 0 0,51-96-1196 0 0,41-66-270 0 0,-1 0 0 0 0,1 0 1 0 0,-1 0-1 0 0,1 0 0 0 0,-1 0 0 0 0,0 0 1 0 0,1 0-1 0 0,-1 0 0 0 0,0 0 1 0 0,0 0-1 0 0,0-1 0 0 0,0 1 0 0 0,1 0 1 0 0,-1-1-1 0 0,0 1 0 0 0,0 0 1 0 0,-1-1-1 0 0,1 0 0 0 0,0 1 1 0 0,0-1-1 0 0,0 1 0 0 0,-2-1 0 0 0,1 0-163 0 0,0-1-1 0 0,0 1 1 0 0,-1-1 0 0 0,1 0-1 0 0,1 0 1 0 0,-1 1-1 0 0,0-2 1 0 0,0 1-1 0 0,0 0 1 0 0,0 0-1 0 0,1 0 1 0 0,-4-4-1 0 0,0-2-1511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7:59.70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4 548 0 0,'0'0'7448'0'0,"2"1"-6941"0"0,1 0-515 0 0,-2 0 200 0 0,1-1-1 0 0,-1 1 0 0 0,1-1 1 0 0,-1 1-1 0 0,1-1 1 0 0,-1 0-1 0 0,1 1 0 0 0,-1-1 1 0 0,1 0-1 0 0,-1 0 1 0 0,1 0-1 0 0,-1 0 0 0 0,1 0 1 0 0,1-1-1 0 0,6-7-3206 0 0,-28 18-5336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01.772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39 21 996 0 0,'0'4'14670'0'0,"2"10"-14539"0"0,6-3-99 0 0,2-1-1 0 0,-1 0 1 0 0,1-1-1 0 0,0 0 1 0 0,23 15-1 0 0,-28-22-39 0 0,1 0 0 0 0,-1 0 0 0 0,0-1-1 0 0,1 1 1 0 0,-1-1 0 0 0,1 0 0 0 0,-1-1-1 0 0,1 1 1 0 0,-1-1 0 0 0,11-1 0 0 0,-4 1-234 0 0,-11 0 151 0 0,-2-1 85 0 0,1-1 1 0 0,0 1 0 0 0,-1 0 1 0 0,1 0-1 0 0,0 0 1 0 0,-1 0-1 0 0,0 0 0 0 0,1 0 1 0 0,-1 0-1 0 0,1 0 0 0 0,-1 0 1 0 0,0 0-1 0 0,0 1 0 0 0,0-1 1 0 0,1 0-1 0 0,-1 0 0 0 0,0 1 1 0 0,0-1-1 0 0,0 0 0 0 0,0 1 1 0 0,0-1-1 0 0,0 1 1 0 0,0-1-1 0 0,0 1 0 0 0,-3-1 1 0 0,-36-9-1146 0 0,21 6 482 0 0,15 3 679 0 0,0 0 0 0 0,1-1 0 0 0,-1 0-1 0 0,1 0 1 0 0,-1 0 0 0 0,1 0 0 0 0,0-1 0 0 0,0 1 0 0 0,0-1-1 0 0,0 0 1 0 0,-4-5 0 0 0,-23-36 118 0 0,29 42-138 0 0,-2-6 109 0 0,9 7 121 0 0,-5 1-196 0 0,0 1 0 0 0,0-1 0 0 0,0 1 0 0 0,1 0 0 0 0,-1-1-1 0 0,0 1 1 0 0,0 0 0 0 0,0 0 0 0 0,0 0 0 0 0,0 0 0 0 0,0 0-1 0 0,0 1 1 0 0,6 12 11 0 0,-6-11-25 0 0,0 0 1 0 0,0 0 0 0 0,0 0-1 0 0,1 0 1 0 0,0-1 0 0 0,-1 1-1 0 0,4 3 1 0 0,-4-5-1 0 0,1 6 43 0 0,2-4-12 0 0,0 1 0 0 0,-1 0 0 0 0,0 1 0 0 0,0-1 0 0 0,0 0 0 0 0,-1 1 0 0 0,1 0 1 0 0,-1-1-1 0 0,0 1 0 0 0,2 7 0 0 0,3 7-51 0 0,1 0 87 0 0,-1 0 0 0 0,-1 0 0 0 0,-1 1-1 0 0,3 20 1 0 0,-4-24 24 0 0,0 9 571 0 0,-9-49-674 0 0,-7 7-92 0 0,0 1 0 0 0,-25-26 0 0 0,25 29 61 0 0,-72-87-220 0 0,83 99 241 0 0,0 0 1 0 0,0 0-1 0 0,0 0 1 0 0,1 0 0 0 0,-1 0-1 0 0,1 0 1 0 0,-1 0-1 0 0,1 0 1 0 0,-1-1-1 0 0,1 1 1 0 0,-1 0 0 0 0,1 0-1 0 0,0-1 1 0 0,0-1-1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09.48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 57 484 0 0,'0'0'2910'0'0,"-1"-3"-2303"0"0,0-50 12681 0 0,1 59-12745 0 0,-2 19-506 0 0,0 0 0 0 0,-2 0 0 0 0,-6 26 1 0 0,2-11-61 0 0,5 2 379 0 0,3-27-982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10.3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1204 0 0,'0'-1'17979'0'0,"0"4"-18726"0"0,0 19 797 0 0,1 0 1 0 0,1 1 0 0 0,1-1-1 0 0,1 0 1 0 0,13 40 0 0 0,-9-37-61 0 0,-4-12 6 0 0,0 0 0 0 0,1 0 0 0 0,7 13 0 0 0,-11-24 3 0 0,-1-2 34 0 0,-4-23-8213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11.4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63 392 0 0,'0'0'5689'0'0,"3"0"-5208"0"0,-2 0-337 0 0,0-1 0 0 0,0 1 1 0 0,0 0-1 0 0,0 0 0 0 0,0-1 0 0 0,0 1 0 0 0,0-1 1 0 0,0 1-1 0 0,0-1 0 0 0,0 1 0 0 0,-1-1 1 0 0,1 1-1 0 0,0-1 0 0 0,0 0 0 0 0,-1 1 0 0 0,1-1 1 0 0,0 0-1 0 0,-1 0 0 0 0,1 0 0 0 0,-1 1 1 0 0,1-1-1 0 0,-1 0 0 0 0,1-1 0 0 0,0-2 392 0 0,0 0 0 0 0,0 0 0 0 0,0 0-1 0 0,-1 0 1 0 0,0-8 0 0 0,-2-4 1326 0 0,-4 25-1052 0 0,-3 25-365 0 0,7-13-190 0 0,3 38-1 0 0,0-21-145 0 0,0-24-66 0 0,1 1 1 0 0,1 0-1 0 0,0-1 1 0 0,1 0-1 0 0,7 20 0 0 0,2 3 49 0 0,-11-28 1 0 0,-2-7-94 0 0,0-1 0 0 0,0 1 0 0 0,0-1 1 0 0,0 1-1 0 0,0-1 0 0 0,1 1 0 0 0,-1-1 0 0 0,1 1 1 0 0,-1-1-1 0 0,1 0 0 0 0,-1 1 0 0 0,1-1 1 0 0,0 0-1 0 0,0 0 0 0 0,-1 1 0 0 0,1-1 1 0 0,0 0-1 0 0,0 0 0 0 0,2 2 0 0 0,-2-3-3 0 0,23 2-476 0 0,-12 2 968 0 0,-4-4-3047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16.5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334 0 708 0 0,'7'1'14677'0'0,"-9"1"-14641"0"0,1 1 0 0 0,0-1 1 0 0,-1 0-1 0 0,1 0 1 0 0,-1 0-1 0 0,0 1 0 0 0,0-2 1 0 0,0 1-1 0 0,-3 2 0 0 0,-7 9 79 0 0,-10 13 64 0 0,-34 32 1 0 0,-5 6-88 0 0,39-39-78 0 0,-116 141 125 0 0,135-162-77 0 0,-1 1-378 0 0,2-10-636 0 0,3 2 549 0 0,0 1 0 0 0,0-1 0 0 0,0 1 0 0 0,0-1 1 0 0,0 1-1 0 0,1 0 0 0 0,-1-1 0 0 0,1 1 0 0 0,0 0 1 0 0,0 0-1 0 0,-1 0 0 0 0,1 0 0 0 0,3-2 0 0 0,-28 45-9218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17.3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302 3 2068 0 0,'0'-3'10783'0'0,"-22"53"-8827"0"0,16-38-1724 0 0,-1 0 0 0 0,0 0-1 0 0,-1-1 1 0 0,0 0 0 0 0,-1-1 0 0 0,0 0-1 0 0,-14 12 1 0 0,-19 22 58 0 0,-100 127-67 0 0,128-156-326 0 0,9-12-446 0 0,9-11-374 0 0,1 2 277 0 0,0-1-1 0 0,1 1 1 0 0,0 0-1 0 0,13-10 0 0 0,-18 16 633 0 0,0 0 148 0 0,-2 12 851 0 0,1-8-1014 0 0,0-1 0 0 0,-1 1 0 0 0,1-1 0 0 0,1 1 0 0 0,-1-1 0 0 0,0 0 0 0 0,1 1 0 0 0,0-1 0 0 0,0 0 0 0 0,1 4 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19.10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129 13 1376 0 0,'0'0'9824'0'0,"1"-1"-9665"0"0,-1 1 1 0 0,0-1 0 0 0,0 1-1 0 0,-1-1 1 0 0,1 0 0 0 0,0 1 0 0 0,0-1-1 0 0,0 0 1 0 0,0 1 0 0 0,-1-1-1 0 0,1 1 1 0 0,0-1 0 0 0,0 0-1 0 0,-1 1 1 0 0,1-1 0 0 0,0 1 0 0 0,-1-1-1 0 0,1 1 1 0 0,-1-1 0 0 0,0 0-1 0 0,-5 2-171 0 0,0 1 0 0 0,0 0-1 0 0,-1 0 1 0 0,2 0-1 0 0,-1 0 1 0 0,0 1 0 0 0,0 0-1 0 0,-8 6 1 0 0,-11 5-71 0 0,-8 6 57 0 0,29-18 377 0 0,9-3 423 0 0,7-3 882 0 0,-1 8-948 0 0,16 27-495 0 0,31 29-1 0 0,-7-9-270 0 0,-45-42 51 0 0,-1-1 10 0 0,-5-8 6 0 0,0 0 1 0 0,0 0 0 0 0,1 0-1 0 0,-1 0 1 0 0,0 0 0 0 0,0 0 0 0 0,0 0-1 0 0,0 0 1 0 0,0 0 0 0 0,0 0-1 0 0,1 0 1 0 0,-1 0 0 0 0,0 0-1 0 0,0-1 1 0 0,0 1 0 0 0,0 0-1 0 0,0 0 1 0 0,0 0 0 0 0,0 0 0 0 0,1 0-1 0 0,-1 0 1 0 0,0 0 0 0 0,0 0-1 0 0,0-1 1 0 0,0 1 0 0 0,0 0-1 0 0,0 0 1 0 0,0 0 0 0 0,0 0 0 0 0,0 0-1 0 0,0 0 1 0 0,0-1 0 0 0,0 1-1 0 0,0 0 1 0 0,0 0 0 0 0,0 0-1 0 0,0 0 1 0 0,0 0 0 0 0,0 0 0 0 0,0-1-1 0 0,0 1 1 0 0,0 0 0 0 0,0 0-1 0 0,0 0 1 0 0,0 0 0 0 0,0 0-1 0 0,0-1 1 0 0,0 1 0 0 0,0 0-1 0 0,0 0 1 0 0,0 0 0 0 0,0 0 0 0 0,0 0-1 0 0,-1 0 1 0 0,1-1 0 0 0,0 1-53 0 0,0-3-1077 0 0,0 1 1145 0 0,0 0 1 0 0,0 1 0 0 0,0-1 0 0 0,0 0 0 0 0,0 1-1 0 0,-1-1 1 0 0,1 0 0 0 0,-1 1 0 0 0,0-1 0 0 0,-1-2-1 0 0,-21-12 384 0 0,-32-28 0 0 0,46 36-382 0 0,1-1-1 0 0,0 0 0 0 0,0-1 0 0 0,1 1 0 0 0,0-1 0 0 0,-6-13 0 0 0,8 12-604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20.54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267 0 944 0 0,'0'0'9870'0'0,"2"0"-9148"0"0,9 2 1767 0 0,-19 6 697 0 0,-2 2-3890 0 0,9-10 705 0 0,-48 45 30 0 0,-63 74 0 0 0,109-115-30 0 0,-89 105 48 0 0,91-108-47 0 0,1-1-2 0 0,0 0 0 0 0,-1 1-1 0 0,1-1 1 0 0,0 1 0 0 0,-1-1 0 0 0,1 0 0 0 0,0 1 0 0 0,0-1 0 0 0,-1 1 0 0 0,1-1 0 0 0,0 1 0 0 0,0-1 0 0 0,0 1 0 0 0,-1-1 0 0 0,1 1 0 0 0,0-1-1 0 0,0 1 1 0 0,0-1 0 0 0,0 1 0 0 0,0 0 0 0 0,0-1-10 0 0,0-1-377 0 0,1 0 109 0 0,-1 0 1 0 0,0 0-1 0 0,1-1 0 0 0,-1 1 1 0 0,0 0-1 0 0,1 0 0 0 0,0 0 1 0 0,-1 0-1 0 0,1 0 0 0 0,-1 0 1 0 0,1 0-1 0 0,0 0 0 0 0,0 0 1 0 0,0 0-1 0 0,0 1 0 0 0,-1-1 0 0 0,3-1 1 0 0,18-17-4567 0 0,-13 13 2314 0 0,-4 3 880 0 0,-8 7 466 0 0,-38 42 167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22.6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135 37 1700 0 0,'0'0'3252'0'0,"1"-4"-3257"0"0,2-16-62 0 0,-2 19 178 0 0,-1 1-1 0 0,0-1 1 0 0,0 1-1 0 0,0-1 1 0 0,0 0-1 0 0,0 1 1 0 0,0-1-1 0 0,0 1 1 0 0,-1-1-1 0 0,1 1 1 0 0,0-1-1 0 0,0 1 0 0 0,0-1 1 0 0,0 1-1 0 0,-1-1 1 0 0,1 1-1 0 0,0-1 1 0 0,-1 1-1 0 0,1-1 1 0 0,-1 0-1 0 0,-12 0 5483 0 0,6 1-4939 0 0,0 1-460 0 0,1 0 0 0 0,0 1 0 0 0,0 0 0 0 0,0 0 1 0 0,0 0-1 0 0,0 1 0 0 0,1 0 0 0 0,-11 6 1 0 0,-7 4-106 0 0,13-6-84 0 0,8-6 27 0 0,1 1-1 0 0,0-1 1 0 0,-1 0-1 0 0,1 0 1 0 0,-1-1-1 0 0,1 1 1 0 0,-1 0-1 0 0,1 0 1 0 0,-1-1 0 0 0,-1 1-1 0 0,41 0 1751 0 0,-3 0-1851 0 0,-35-1 66 0 0,1 0-1 0 0,0 0 0 0 0,0 0-1 0 0,-1 2 211 0 0,0 0-28 0 0,1 0 0 0 0,-1 1-1 0 0,1-1 1 0 0,0 0 0 0 0,-1 1-1 0 0,1-1 1 0 0,0 0 0 0 0,0 0-1 0 0,1 0 1 0 0,-1 0-1 0 0,3 3 1 0 0,3 0-150 0 0,0 0-1 0 0,0 0 1 0 0,-1 1 0 0 0,0-1-1 0 0,1 1 1 0 0,-2 1 0 0 0,6 6-1 0 0,13 13-124 0 0,16 13 88 0 0,-40-39 9 0 0,0 0 1 0 0,0 0 0 0 0,1 0-1 0 0,-1 1 1 0 0,0-1 0 0 0,0 0-1 0 0,0 0 1 0 0,0 0 0 0 0,0 0-1 0 0,1 0 1 0 0,-1 0 0 0 0,0 0-1 0 0,0 0 1 0 0,0 1 0 0 0,0-1-1 0 0,1 0 1 0 0,-1 0 0 0 0,0 0-1 0 0,0 0 1 0 0,0 0 0 0 0,0 0-1 0 0,1 0 1 0 0,-1 0 0 0 0,0 0-1 0 0,0 0 1 0 0,0 0 0 0 0,1 0-1 0 0,-1 0 1 0 0,0 0 0 0 0,0 0-1 0 0,0-1 1 0 0,0 1-1 0 0,1 0 1 0 0,-1 0 0 0 0,0 0-1 0 0,0 0 1 0 0,0 0 0 0 0,0 0-1 0 0,0 0 1 0 0,1 0 0 0 0,-1-1-1 0 0,2-9 62 0 0,-2 8-52 0 0,0 0-1 0 0,0 0 1 0 0,0 0-1 0 0,0 0 1 0 0,-1 0-1 0 0,1 0 0 0 0,-1 0 1 0 0,1 0-1 0 0,-1 0 1 0 0,-1-2-1 0 0,-12-14 74 0 0,-29-30 1 0 0,35 40-418 0 0,0 1 0 0 0,-1 0 1 0 0,0 0-1 0 0,0 1 0 0 0,-19-10 1 0 0,20 15-2518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04T14:58:24.9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39 5 1124 0 0,'0'-4'11399'0'0,"0"4"-11311"0"0,-5 0-148 0 0,0 0 0 0 0,1 1 0 0 0,-1 0 0 0 0,0 0 1 0 0,-5 2-1 0 0,5-2 49 0 0,5-1 93 0 0,0 1 0 0 0,0-1-1 0 0,0 0 1 0 0,0 1 0 0 0,0-1 0 0 0,0 0-1 0 0,0 1 1 0 0,0-1 0 0 0,0 0 0 0 0,0 1-1 0 0,0-1 1 0 0,0 0 0 0 0,1 1 0 0 0,-1-1 0 0 0,0 0-1 0 0,0 1 1 0 0,0-1 0 0 0,0 0 0 0 0,1 1-1 0 0,-1-1 1 0 0,0 0 0 0 0,0 0 0 0 0,0 1-1 0 0,1-1 1 0 0,-1 0 0 0 0,0 0 0 0 0,0 0-1 0 0,1 1 1 0 0,-1-1 0 0 0,0 0 0 0 0,1 0-1 0 0,-1 0 1 0 0,0 0 0 0 0,1 1 0 0 0,16 13 413 0 0,-12-10-398 0 0,11 9-85 0 0,1 0 0 0 0,0-1-1 0 0,22 11 1 0 0,-4 2-29 0 0,-22-18 91 0 0,-11-6-53 0 0,1 1 1 0 0,-1-1-1 0 0,1 0 0 0 0,0 0 0 0 0,-1 0 0 0 0,1 0 0 0 0,0 0 0 0 0,0-1 0 0 0,4 1 0 0 0,-6-1 23 0 0,0 0-101 0 0,-1 0 0 0 0,1 0 1 0 0,-1 0-1 0 0,1-1 0 0 0,0 1 0 0 0,-1 0 0 0 0,1 0 0 0 0,-1 0 1 0 0,1 0-1 0 0,0 0 0 0 0,-1 0 0 0 0,1 1 0 0 0,-1-1 0 0 0,1 0 0 0 0,0 0 1 0 0,-1 0-1 0 0,1 0 0 0 0,-1 1 0 0 0,1-1 0 0 0,-1 0 0 0 0,1 1 0 0 0,-1-1 1 0 0,1 0-1 0 0,-1 1 0 0 0,1-1 0 0 0,-1 1 0 0 0,0-1 0 0 0,1 0 1 0 0,-1 1-1 0 0,1-1 0 0 0,-1 1 0 0 0,0-1 0 0 0,1 2 0 0 0,-7-1-1283 0 0,-19 2-8948 0 0,55-11 7795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641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86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122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519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888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87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15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886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029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11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0450F-D4EE-43CC-8950-D4292BCB17B9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260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45886-04FD-4DF9-8B37-9EE6F2C2E97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FC9814C-2DA1-7528-2270-014CE204CDB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91E906B-0F1D-E7FB-0139-6250C3B56986}"/>
              </a:ext>
            </a:extLst>
          </p:cNvPr>
          <p:cNvGrpSpPr/>
          <p:nvPr userDrawn="1"/>
        </p:nvGrpSpPr>
        <p:grpSpPr>
          <a:xfrm>
            <a:off x="2877944" y="413983"/>
            <a:ext cx="1152000" cy="1152000"/>
            <a:chOff x="592749" y="413983"/>
            <a:chExt cx="1152000" cy="1152000"/>
          </a:xfrm>
          <a:noFill/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8BF2FD82-B8C3-297D-E688-3FBC5367E4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AD34F6D0-3F97-4B67-7810-466252B9C53D}"/>
                </a:ext>
              </a:extLst>
            </p:cNvPr>
            <p:cNvCxnSpPr>
              <a:stCxn id="20" idx="1"/>
              <a:endCxn id="20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0197AA70-505B-53EB-C33C-ECEE474C5874}"/>
                </a:ext>
              </a:extLst>
            </p:cNvPr>
            <p:cNvCxnSpPr>
              <a:stCxn id="20" idx="0"/>
              <a:endCxn id="20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121E10F-35BC-4683-1674-9E8D6D1C9BB0}"/>
              </a:ext>
            </a:extLst>
          </p:cNvPr>
          <p:cNvGrpSpPr/>
          <p:nvPr userDrawn="1"/>
        </p:nvGrpSpPr>
        <p:grpSpPr>
          <a:xfrm>
            <a:off x="4198973" y="413983"/>
            <a:ext cx="1152000" cy="1152000"/>
            <a:chOff x="592749" y="413983"/>
            <a:chExt cx="1152000" cy="1152000"/>
          </a:xfrm>
          <a:noFill/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36D7A4F3-9EFE-7E51-62C8-B582B88DE0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D633B10F-CCFD-1378-DAD9-051904DAB088}"/>
                </a:ext>
              </a:extLst>
            </p:cNvPr>
            <p:cNvCxnSpPr>
              <a:stCxn id="24" idx="1"/>
              <a:endCxn id="24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E075273C-AC4B-4CEA-60AE-EC4880C66028}"/>
                </a:ext>
              </a:extLst>
            </p:cNvPr>
            <p:cNvCxnSpPr>
              <a:stCxn id="24" idx="0"/>
              <a:endCxn id="24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8FB64373-EB12-E51A-C176-CF450D2B66E7}"/>
              </a:ext>
            </a:extLst>
          </p:cNvPr>
          <p:cNvGrpSpPr/>
          <p:nvPr userDrawn="1"/>
        </p:nvGrpSpPr>
        <p:grpSpPr>
          <a:xfrm>
            <a:off x="5520002" y="413983"/>
            <a:ext cx="1152000" cy="1152000"/>
            <a:chOff x="592749" y="413983"/>
            <a:chExt cx="1152000" cy="1152000"/>
          </a:xfrm>
          <a:noFill/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5C4E4E8E-0D09-939B-0D61-8345CF1BDD4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C5E26D68-1773-1CC9-2B8B-87550755FB45}"/>
                </a:ext>
              </a:extLst>
            </p:cNvPr>
            <p:cNvCxnSpPr>
              <a:stCxn id="28" idx="1"/>
              <a:endCxn id="28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FF20959A-7CF2-B80F-0462-940ADAAC28F2}"/>
                </a:ext>
              </a:extLst>
            </p:cNvPr>
            <p:cNvCxnSpPr>
              <a:stCxn id="28" idx="0"/>
              <a:endCxn id="28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1039B37-9036-EAC1-566E-E7A67963573E}"/>
              </a:ext>
            </a:extLst>
          </p:cNvPr>
          <p:cNvGrpSpPr/>
          <p:nvPr userDrawn="1"/>
        </p:nvGrpSpPr>
        <p:grpSpPr>
          <a:xfrm>
            <a:off x="6841031" y="413983"/>
            <a:ext cx="1152000" cy="1152000"/>
            <a:chOff x="592749" y="413983"/>
            <a:chExt cx="1152000" cy="1152000"/>
          </a:xfrm>
          <a:noFill/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95FFA5E5-0246-1713-11EA-D78B6921810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B30B81C9-6778-BD36-4597-444DC7BCE869}"/>
                </a:ext>
              </a:extLst>
            </p:cNvPr>
            <p:cNvCxnSpPr>
              <a:stCxn id="32" idx="1"/>
              <a:endCxn id="32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462E1A3E-5B3C-D5D6-55FD-B1816344FDCC}"/>
                </a:ext>
              </a:extLst>
            </p:cNvPr>
            <p:cNvCxnSpPr>
              <a:stCxn id="32" idx="0"/>
              <a:endCxn id="32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EC58F44-6D2A-060F-2309-FA44AE7D88C7}"/>
              </a:ext>
            </a:extLst>
          </p:cNvPr>
          <p:cNvGrpSpPr/>
          <p:nvPr userDrawn="1"/>
        </p:nvGrpSpPr>
        <p:grpSpPr>
          <a:xfrm>
            <a:off x="8162060" y="413983"/>
            <a:ext cx="1152000" cy="1152000"/>
            <a:chOff x="592749" y="413983"/>
            <a:chExt cx="1152000" cy="1152000"/>
          </a:xfrm>
          <a:noFill/>
        </p:grpSpPr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88F9D95F-12E1-0D80-9570-A10B82BCD92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7710A3BD-7439-991C-12BB-24215A7BD41D}"/>
                </a:ext>
              </a:extLst>
            </p:cNvPr>
            <p:cNvCxnSpPr>
              <a:stCxn id="36" idx="1"/>
              <a:endCxn id="36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C97106F5-BDBF-33C6-DB78-43F240E99BFA}"/>
                </a:ext>
              </a:extLst>
            </p:cNvPr>
            <p:cNvCxnSpPr>
              <a:stCxn id="36" idx="0"/>
              <a:endCxn id="36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193852A-0A57-3425-B7F8-F8A3D2E4D482}"/>
              </a:ext>
            </a:extLst>
          </p:cNvPr>
          <p:cNvGrpSpPr/>
          <p:nvPr userDrawn="1"/>
        </p:nvGrpSpPr>
        <p:grpSpPr>
          <a:xfrm>
            <a:off x="9483089" y="413983"/>
            <a:ext cx="1152000" cy="1152000"/>
            <a:chOff x="592749" y="413983"/>
            <a:chExt cx="1152000" cy="1152000"/>
          </a:xfrm>
          <a:noFill/>
        </p:grpSpPr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EF2AD313-72A1-C6D5-0A6E-BB12288E2D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EED7CF28-9ADB-BA10-C9FF-BCBAFA8AE180}"/>
                </a:ext>
              </a:extLst>
            </p:cNvPr>
            <p:cNvCxnSpPr>
              <a:stCxn id="40" idx="1"/>
              <a:endCxn id="40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C3B97529-07AC-0692-74E9-1FD0E1ED6804}"/>
                </a:ext>
              </a:extLst>
            </p:cNvPr>
            <p:cNvCxnSpPr>
              <a:stCxn id="40" idx="0"/>
              <a:endCxn id="40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73881B1F-74B5-FCBE-36AE-BD5C0B8F08A3}"/>
              </a:ext>
            </a:extLst>
          </p:cNvPr>
          <p:cNvGrpSpPr/>
          <p:nvPr userDrawn="1"/>
        </p:nvGrpSpPr>
        <p:grpSpPr>
          <a:xfrm>
            <a:off x="10804114" y="413983"/>
            <a:ext cx="1152000" cy="1152000"/>
            <a:chOff x="592749" y="413983"/>
            <a:chExt cx="1152000" cy="1152000"/>
          </a:xfrm>
          <a:noFill/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D61DAAD5-76EE-7B1B-0222-B7BFCE0A78F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83E75234-0060-6450-5194-5A083C16787E}"/>
                </a:ext>
              </a:extLst>
            </p:cNvPr>
            <p:cNvCxnSpPr>
              <a:stCxn id="44" idx="1"/>
              <a:endCxn id="44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8D5E9ACE-9E62-C510-A52A-CD14EFF1F8D5}"/>
                </a:ext>
              </a:extLst>
            </p:cNvPr>
            <p:cNvCxnSpPr>
              <a:stCxn id="44" idx="0"/>
              <a:endCxn id="44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A52494FF-AFFD-FCDD-2AC4-2E164C5EE05D}"/>
              </a:ext>
            </a:extLst>
          </p:cNvPr>
          <p:cNvGrpSpPr/>
          <p:nvPr userDrawn="1"/>
        </p:nvGrpSpPr>
        <p:grpSpPr>
          <a:xfrm>
            <a:off x="235886" y="1985880"/>
            <a:ext cx="1152000" cy="1152000"/>
            <a:chOff x="592749" y="413983"/>
            <a:chExt cx="1152000" cy="1152000"/>
          </a:xfrm>
          <a:noFill/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9A41AFA3-DF6F-2C35-25F9-FEEEEA61F3E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38" name="直線コネクタ 37">
              <a:extLst>
                <a:ext uri="{FF2B5EF4-FFF2-40B4-BE49-F238E27FC236}">
                  <a16:creationId xmlns:a16="http://schemas.microsoft.com/office/drawing/2014/main" id="{AC7BDAE2-EFBA-F838-77BC-B48E619C2FCC}"/>
                </a:ext>
              </a:extLst>
            </p:cNvPr>
            <p:cNvCxnSpPr>
              <a:stCxn id="82" idx="1"/>
              <a:endCxn id="82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0BB55E50-8295-FF9D-5034-B22F66C5C4A7}"/>
                </a:ext>
              </a:extLst>
            </p:cNvPr>
            <p:cNvCxnSpPr>
              <a:stCxn id="82" idx="0"/>
              <a:endCxn id="82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8F3918C7-C1EF-F101-2E2B-9DACB408ABCF}"/>
              </a:ext>
            </a:extLst>
          </p:cNvPr>
          <p:cNvGrpSpPr/>
          <p:nvPr userDrawn="1"/>
        </p:nvGrpSpPr>
        <p:grpSpPr>
          <a:xfrm>
            <a:off x="1556915" y="1985880"/>
            <a:ext cx="1152000" cy="1152000"/>
            <a:chOff x="592749" y="413983"/>
            <a:chExt cx="1152000" cy="1152000"/>
          </a:xfrm>
          <a:noFill/>
        </p:grpSpPr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F0E01D46-EDCD-2511-2916-DC686CBC855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3A67BE92-27D1-9DF9-4E58-D92CE5054CDC}"/>
                </a:ext>
              </a:extLst>
            </p:cNvPr>
            <p:cNvCxnSpPr>
              <a:stCxn id="79" idx="1"/>
              <a:endCxn id="79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コネクタ 42">
              <a:extLst>
                <a:ext uri="{FF2B5EF4-FFF2-40B4-BE49-F238E27FC236}">
                  <a16:creationId xmlns:a16="http://schemas.microsoft.com/office/drawing/2014/main" id="{6912F542-FCB6-7A7F-8D99-834CF4092717}"/>
                </a:ext>
              </a:extLst>
            </p:cNvPr>
            <p:cNvCxnSpPr>
              <a:stCxn id="79" idx="0"/>
              <a:endCxn id="79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0EACD7E7-20DD-886D-EE53-543E6EDDA0DF}"/>
              </a:ext>
            </a:extLst>
          </p:cNvPr>
          <p:cNvGrpSpPr/>
          <p:nvPr userDrawn="1"/>
        </p:nvGrpSpPr>
        <p:grpSpPr>
          <a:xfrm>
            <a:off x="2877944" y="1985880"/>
            <a:ext cx="1152000" cy="1152000"/>
            <a:chOff x="592749" y="413983"/>
            <a:chExt cx="1152000" cy="1152000"/>
          </a:xfrm>
          <a:noFill/>
        </p:grpSpPr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D7237866-96AF-255A-CCA0-5F5967EE466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4E9CA20C-711F-E2E3-8158-0B87898E5052}"/>
                </a:ext>
              </a:extLst>
            </p:cNvPr>
            <p:cNvCxnSpPr>
              <a:stCxn id="76" idx="1"/>
              <a:endCxn id="76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6A0142D4-09E8-EF1B-AAD4-0490990C0569}"/>
                </a:ext>
              </a:extLst>
            </p:cNvPr>
            <p:cNvCxnSpPr>
              <a:stCxn id="76" idx="0"/>
              <a:endCxn id="76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EBFBAE93-DA2C-DB06-E095-0A24E9C89EFD}"/>
              </a:ext>
            </a:extLst>
          </p:cNvPr>
          <p:cNvGrpSpPr/>
          <p:nvPr userDrawn="1"/>
        </p:nvGrpSpPr>
        <p:grpSpPr>
          <a:xfrm>
            <a:off x="4198973" y="1985880"/>
            <a:ext cx="1152000" cy="1152000"/>
            <a:chOff x="592749" y="413983"/>
            <a:chExt cx="1152000" cy="1152000"/>
          </a:xfrm>
          <a:noFill/>
        </p:grpSpPr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E01BEA11-6C5A-4232-C33A-5D85CB05786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166BD8BC-0683-3DF2-7DE5-3C0DF7211E35}"/>
                </a:ext>
              </a:extLst>
            </p:cNvPr>
            <p:cNvCxnSpPr>
              <a:stCxn id="73" idx="1"/>
              <a:endCxn id="73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5848B3B-47F5-1DE0-CAD8-2C66B64A0F77}"/>
                </a:ext>
              </a:extLst>
            </p:cNvPr>
            <p:cNvCxnSpPr>
              <a:stCxn id="73" idx="0"/>
              <a:endCxn id="73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12420406-97BF-A898-0E1E-CE74C03D86B1}"/>
              </a:ext>
            </a:extLst>
          </p:cNvPr>
          <p:cNvGrpSpPr/>
          <p:nvPr userDrawn="1"/>
        </p:nvGrpSpPr>
        <p:grpSpPr>
          <a:xfrm>
            <a:off x="5520002" y="1985880"/>
            <a:ext cx="1152000" cy="1152000"/>
            <a:chOff x="592749" y="413983"/>
            <a:chExt cx="1152000" cy="1152000"/>
          </a:xfrm>
          <a:noFill/>
        </p:grpSpPr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82A88992-2A9C-E211-4B29-F140C211C98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E75761C6-92A4-C664-8466-B0BBD85EFA85}"/>
                </a:ext>
              </a:extLst>
            </p:cNvPr>
            <p:cNvCxnSpPr>
              <a:stCxn id="70" idx="1"/>
              <a:endCxn id="70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90DCA4A4-43FD-3691-EABE-09539C09D574}"/>
                </a:ext>
              </a:extLst>
            </p:cNvPr>
            <p:cNvCxnSpPr>
              <a:stCxn id="70" idx="0"/>
              <a:endCxn id="70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3FBF2E77-8898-A483-6361-03842986D4F0}"/>
              </a:ext>
            </a:extLst>
          </p:cNvPr>
          <p:cNvGrpSpPr/>
          <p:nvPr userDrawn="1"/>
        </p:nvGrpSpPr>
        <p:grpSpPr>
          <a:xfrm>
            <a:off x="6841031" y="1985880"/>
            <a:ext cx="1152000" cy="1152000"/>
            <a:chOff x="592749" y="413983"/>
            <a:chExt cx="1152000" cy="1152000"/>
          </a:xfrm>
          <a:noFill/>
        </p:grpSpPr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BD31E4A3-2556-3ED5-8CFA-90024D4F44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2538EC9F-2710-4E73-EB1B-6B1418297E3B}"/>
                </a:ext>
              </a:extLst>
            </p:cNvPr>
            <p:cNvCxnSpPr>
              <a:stCxn id="67" idx="1"/>
              <a:endCxn id="67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5DBF76FE-FA6B-F559-68F7-FE00E56202C1}"/>
                </a:ext>
              </a:extLst>
            </p:cNvPr>
            <p:cNvCxnSpPr>
              <a:stCxn id="67" idx="0"/>
              <a:endCxn id="67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グループ化 59">
            <a:extLst>
              <a:ext uri="{FF2B5EF4-FFF2-40B4-BE49-F238E27FC236}">
                <a16:creationId xmlns:a16="http://schemas.microsoft.com/office/drawing/2014/main" id="{290AE051-830A-B6C2-9B6D-9611703192FD}"/>
              </a:ext>
            </a:extLst>
          </p:cNvPr>
          <p:cNvGrpSpPr/>
          <p:nvPr userDrawn="1"/>
        </p:nvGrpSpPr>
        <p:grpSpPr>
          <a:xfrm>
            <a:off x="8162060" y="1985880"/>
            <a:ext cx="1152000" cy="1152000"/>
            <a:chOff x="592749" y="413983"/>
            <a:chExt cx="1152000" cy="1152000"/>
          </a:xfrm>
          <a:noFill/>
        </p:grpSpPr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702129A5-1A80-9F32-6512-AD8C367D0CF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62" name="直線コネクタ 61">
              <a:extLst>
                <a:ext uri="{FF2B5EF4-FFF2-40B4-BE49-F238E27FC236}">
                  <a16:creationId xmlns:a16="http://schemas.microsoft.com/office/drawing/2014/main" id="{8BBE71E7-B945-B79E-AF1A-E64FE79E6938}"/>
                </a:ext>
              </a:extLst>
            </p:cNvPr>
            <p:cNvCxnSpPr>
              <a:stCxn id="64" idx="1"/>
              <a:endCxn id="64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B369A3F3-D11A-E06E-F239-3487C91B7AE1}"/>
                </a:ext>
              </a:extLst>
            </p:cNvPr>
            <p:cNvCxnSpPr>
              <a:stCxn id="64" idx="0"/>
              <a:endCxn id="64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FD33B80F-DCFD-596C-644E-F5DD97761B45}"/>
              </a:ext>
            </a:extLst>
          </p:cNvPr>
          <p:cNvGrpSpPr/>
          <p:nvPr userDrawn="1"/>
        </p:nvGrpSpPr>
        <p:grpSpPr>
          <a:xfrm>
            <a:off x="9483089" y="1985880"/>
            <a:ext cx="1152000" cy="1152000"/>
            <a:chOff x="592749" y="413983"/>
            <a:chExt cx="1152000" cy="1152000"/>
          </a:xfrm>
          <a:noFill/>
        </p:grpSpPr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9C2B3B2B-F0DB-6885-85F6-804B51B6E0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A894BCDE-7992-E316-44B6-ADF1F99FB472}"/>
                </a:ext>
              </a:extLst>
            </p:cNvPr>
            <p:cNvCxnSpPr>
              <a:stCxn id="61" idx="1"/>
              <a:endCxn id="61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F51AF8AB-54C1-9612-8163-9AF644EB057C}"/>
                </a:ext>
              </a:extLst>
            </p:cNvPr>
            <p:cNvCxnSpPr>
              <a:stCxn id="61" idx="0"/>
              <a:endCxn id="61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3F7DC64F-B26B-6AEE-C2E2-B4985AF50319}"/>
              </a:ext>
            </a:extLst>
          </p:cNvPr>
          <p:cNvGrpSpPr/>
          <p:nvPr userDrawn="1"/>
        </p:nvGrpSpPr>
        <p:grpSpPr>
          <a:xfrm>
            <a:off x="10804114" y="1985880"/>
            <a:ext cx="1152000" cy="1152000"/>
            <a:chOff x="592749" y="413983"/>
            <a:chExt cx="1152000" cy="1152000"/>
          </a:xfrm>
          <a:noFill/>
        </p:grpSpPr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C72BF514-81E0-437B-BB11-38F9DBB3247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92749" y="413983"/>
              <a:ext cx="1152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F17C8AD0-33AB-21B0-51DF-72C885E6FA8A}"/>
                </a:ext>
              </a:extLst>
            </p:cNvPr>
            <p:cNvCxnSpPr>
              <a:stCxn id="58" idx="1"/>
              <a:endCxn id="58" idx="3"/>
            </p:cNvCxnSpPr>
            <p:nvPr userDrawn="1"/>
          </p:nvCxnSpPr>
          <p:spPr>
            <a:xfrm>
              <a:off x="592749" y="989983"/>
              <a:ext cx="1152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431F6B44-C92B-D77E-65F4-BF830178C93B}"/>
                </a:ext>
              </a:extLst>
            </p:cNvPr>
            <p:cNvCxnSpPr>
              <a:stCxn id="58" idx="0"/>
              <a:endCxn id="58" idx="2"/>
            </p:cNvCxnSpPr>
            <p:nvPr userDrawn="1"/>
          </p:nvCxnSpPr>
          <p:spPr>
            <a:xfrm>
              <a:off x="1168749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CA3D8B3F-F18B-10BC-E05D-2A614E642265}"/>
              </a:ext>
            </a:extLst>
          </p:cNvPr>
          <p:cNvGrpSpPr/>
          <p:nvPr userDrawn="1"/>
        </p:nvGrpSpPr>
        <p:grpSpPr>
          <a:xfrm>
            <a:off x="235886" y="3784200"/>
            <a:ext cx="11720228" cy="1152000"/>
            <a:chOff x="253114" y="413983"/>
            <a:chExt cx="11720228" cy="1152000"/>
          </a:xfrm>
          <a:noFill/>
        </p:grpSpPr>
        <p:grpSp>
          <p:nvGrpSpPr>
            <p:cNvPr id="73" name="グループ化 72">
              <a:extLst>
                <a:ext uri="{FF2B5EF4-FFF2-40B4-BE49-F238E27FC236}">
                  <a16:creationId xmlns:a16="http://schemas.microsoft.com/office/drawing/2014/main" id="{79F19C92-821C-B45A-3A35-091CDAF9155B}"/>
                </a:ext>
              </a:extLst>
            </p:cNvPr>
            <p:cNvGrpSpPr/>
            <p:nvPr userDrawn="1"/>
          </p:nvGrpSpPr>
          <p:grpSpPr>
            <a:xfrm>
              <a:off x="253114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06" name="正方形/長方形 105">
                <a:extLst>
                  <a:ext uri="{FF2B5EF4-FFF2-40B4-BE49-F238E27FC236}">
                    <a16:creationId xmlns:a16="http://schemas.microsoft.com/office/drawing/2014/main" id="{565ABBD2-14B1-30F7-A458-4F1FE7051F43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07" name="直線コネクタ 106">
                <a:extLst>
                  <a:ext uri="{FF2B5EF4-FFF2-40B4-BE49-F238E27FC236}">
                    <a16:creationId xmlns:a16="http://schemas.microsoft.com/office/drawing/2014/main" id="{65FA64BE-FB00-DD8D-BCB2-87595EA17A4C}"/>
                  </a:ext>
                </a:extLst>
              </p:cNvPr>
              <p:cNvCxnSpPr>
                <a:stCxn id="119" idx="1"/>
                <a:endCxn id="119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線コネクタ 107">
                <a:extLst>
                  <a:ext uri="{FF2B5EF4-FFF2-40B4-BE49-F238E27FC236}">
                    <a16:creationId xmlns:a16="http://schemas.microsoft.com/office/drawing/2014/main" id="{CE5187E0-9745-33E2-5167-0AAD2E6246F9}"/>
                  </a:ext>
                </a:extLst>
              </p:cNvPr>
              <p:cNvCxnSpPr>
                <a:stCxn id="119" idx="0"/>
                <a:endCxn id="119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グループ化 73">
              <a:extLst>
                <a:ext uri="{FF2B5EF4-FFF2-40B4-BE49-F238E27FC236}">
                  <a16:creationId xmlns:a16="http://schemas.microsoft.com/office/drawing/2014/main" id="{3501C6CC-7D2D-FB44-4C57-C202F183F3B1}"/>
                </a:ext>
              </a:extLst>
            </p:cNvPr>
            <p:cNvGrpSpPr/>
            <p:nvPr userDrawn="1"/>
          </p:nvGrpSpPr>
          <p:grpSpPr>
            <a:xfrm>
              <a:off x="1574143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03" name="正方形/長方形 102">
                <a:extLst>
                  <a:ext uri="{FF2B5EF4-FFF2-40B4-BE49-F238E27FC236}">
                    <a16:creationId xmlns:a16="http://schemas.microsoft.com/office/drawing/2014/main" id="{1AEA3B61-D674-5DBE-DE7E-F6F1A80B950E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04" name="直線コネクタ 103">
                <a:extLst>
                  <a:ext uri="{FF2B5EF4-FFF2-40B4-BE49-F238E27FC236}">
                    <a16:creationId xmlns:a16="http://schemas.microsoft.com/office/drawing/2014/main" id="{C65F4613-A606-BEDA-08B0-24E6BC585DE5}"/>
                  </a:ext>
                </a:extLst>
              </p:cNvPr>
              <p:cNvCxnSpPr>
                <a:stCxn id="116" idx="1"/>
                <a:endCxn id="116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コネクタ 104">
                <a:extLst>
                  <a:ext uri="{FF2B5EF4-FFF2-40B4-BE49-F238E27FC236}">
                    <a16:creationId xmlns:a16="http://schemas.microsoft.com/office/drawing/2014/main" id="{D178E540-08CD-271F-A134-E5A1824EA840}"/>
                  </a:ext>
                </a:extLst>
              </p:cNvPr>
              <p:cNvCxnSpPr>
                <a:stCxn id="116" idx="0"/>
                <a:endCxn id="116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グループ化 74">
              <a:extLst>
                <a:ext uri="{FF2B5EF4-FFF2-40B4-BE49-F238E27FC236}">
                  <a16:creationId xmlns:a16="http://schemas.microsoft.com/office/drawing/2014/main" id="{2FE51CD8-612F-1AB3-487E-BEFF6169398B}"/>
                </a:ext>
              </a:extLst>
            </p:cNvPr>
            <p:cNvGrpSpPr/>
            <p:nvPr userDrawn="1"/>
          </p:nvGrpSpPr>
          <p:grpSpPr>
            <a:xfrm>
              <a:off x="2895172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00" name="正方形/長方形 99">
                <a:extLst>
                  <a:ext uri="{FF2B5EF4-FFF2-40B4-BE49-F238E27FC236}">
                    <a16:creationId xmlns:a16="http://schemas.microsoft.com/office/drawing/2014/main" id="{25BACDC9-4DA3-55B7-8D48-BF93F0711A8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01" name="直線コネクタ 100">
                <a:extLst>
                  <a:ext uri="{FF2B5EF4-FFF2-40B4-BE49-F238E27FC236}">
                    <a16:creationId xmlns:a16="http://schemas.microsoft.com/office/drawing/2014/main" id="{BA054AC4-4C41-29C4-B35C-5A3FB72469DE}"/>
                  </a:ext>
                </a:extLst>
              </p:cNvPr>
              <p:cNvCxnSpPr>
                <a:stCxn id="113" idx="1"/>
                <a:endCxn id="113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コネクタ 101">
                <a:extLst>
                  <a:ext uri="{FF2B5EF4-FFF2-40B4-BE49-F238E27FC236}">
                    <a16:creationId xmlns:a16="http://schemas.microsoft.com/office/drawing/2014/main" id="{0A0637A2-0B61-FFC5-B0D3-D571D1DAD2E5}"/>
                  </a:ext>
                </a:extLst>
              </p:cNvPr>
              <p:cNvCxnSpPr>
                <a:stCxn id="113" idx="0"/>
                <a:endCxn id="113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0552249C-7483-298B-B2DA-25F4AC484C71}"/>
                </a:ext>
              </a:extLst>
            </p:cNvPr>
            <p:cNvGrpSpPr/>
            <p:nvPr userDrawn="1"/>
          </p:nvGrpSpPr>
          <p:grpSpPr>
            <a:xfrm>
              <a:off x="4216201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93857BDC-37FC-3AFD-FBEB-5FAB6C3835F3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98" name="直線コネクタ 97">
                <a:extLst>
                  <a:ext uri="{FF2B5EF4-FFF2-40B4-BE49-F238E27FC236}">
                    <a16:creationId xmlns:a16="http://schemas.microsoft.com/office/drawing/2014/main" id="{1D0FF495-1FCC-D8F0-1B63-88DB558B2063}"/>
                  </a:ext>
                </a:extLst>
              </p:cNvPr>
              <p:cNvCxnSpPr>
                <a:stCxn id="110" idx="1"/>
                <a:endCxn id="110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コネクタ 98">
                <a:extLst>
                  <a:ext uri="{FF2B5EF4-FFF2-40B4-BE49-F238E27FC236}">
                    <a16:creationId xmlns:a16="http://schemas.microsoft.com/office/drawing/2014/main" id="{9D42B4FF-C4D6-90C1-0267-1007FBBD3BDA}"/>
                  </a:ext>
                </a:extLst>
              </p:cNvPr>
              <p:cNvCxnSpPr>
                <a:stCxn id="110" idx="0"/>
                <a:endCxn id="110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25798A96-1B7B-07A4-4702-929529EDBAE3}"/>
                </a:ext>
              </a:extLst>
            </p:cNvPr>
            <p:cNvGrpSpPr/>
            <p:nvPr userDrawn="1"/>
          </p:nvGrpSpPr>
          <p:grpSpPr>
            <a:xfrm>
              <a:off x="5537230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94" name="正方形/長方形 93">
                <a:extLst>
                  <a:ext uri="{FF2B5EF4-FFF2-40B4-BE49-F238E27FC236}">
                    <a16:creationId xmlns:a16="http://schemas.microsoft.com/office/drawing/2014/main" id="{C4098A86-6791-0FD7-6381-03EAB9A01BD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5A64C48E-ACD8-609E-6B1A-B837A3580FDE}"/>
                  </a:ext>
                </a:extLst>
              </p:cNvPr>
              <p:cNvCxnSpPr>
                <a:stCxn id="107" idx="1"/>
                <a:endCxn id="107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コネクタ 95">
                <a:extLst>
                  <a:ext uri="{FF2B5EF4-FFF2-40B4-BE49-F238E27FC236}">
                    <a16:creationId xmlns:a16="http://schemas.microsoft.com/office/drawing/2014/main" id="{9069F4A4-B037-F7E5-3682-8B56B9AC0DB6}"/>
                  </a:ext>
                </a:extLst>
              </p:cNvPr>
              <p:cNvCxnSpPr>
                <a:stCxn id="107" idx="0"/>
                <a:endCxn id="107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グループ化 77">
              <a:extLst>
                <a:ext uri="{FF2B5EF4-FFF2-40B4-BE49-F238E27FC236}">
                  <a16:creationId xmlns:a16="http://schemas.microsoft.com/office/drawing/2014/main" id="{083F75FD-1E4F-194A-6781-35F2157F3121}"/>
                </a:ext>
              </a:extLst>
            </p:cNvPr>
            <p:cNvGrpSpPr/>
            <p:nvPr userDrawn="1"/>
          </p:nvGrpSpPr>
          <p:grpSpPr>
            <a:xfrm>
              <a:off x="6858259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91" name="正方形/長方形 90">
                <a:extLst>
                  <a:ext uri="{FF2B5EF4-FFF2-40B4-BE49-F238E27FC236}">
                    <a16:creationId xmlns:a16="http://schemas.microsoft.com/office/drawing/2014/main" id="{D2DD8F2A-1C1B-26E3-D92F-58CE6202BA38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92" name="直線コネクタ 91">
                <a:extLst>
                  <a:ext uri="{FF2B5EF4-FFF2-40B4-BE49-F238E27FC236}">
                    <a16:creationId xmlns:a16="http://schemas.microsoft.com/office/drawing/2014/main" id="{8DD8D5F7-92A3-1C8C-B786-7596CD23F91F}"/>
                  </a:ext>
                </a:extLst>
              </p:cNvPr>
              <p:cNvCxnSpPr>
                <a:stCxn id="104" idx="1"/>
                <a:endCxn id="104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線コネクタ 92">
                <a:extLst>
                  <a:ext uri="{FF2B5EF4-FFF2-40B4-BE49-F238E27FC236}">
                    <a16:creationId xmlns:a16="http://schemas.microsoft.com/office/drawing/2014/main" id="{12C52C29-CE92-400F-5EF9-BCA98815DFD6}"/>
                  </a:ext>
                </a:extLst>
              </p:cNvPr>
              <p:cNvCxnSpPr>
                <a:stCxn id="104" idx="0"/>
                <a:endCxn id="104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グループ化 78">
              <a:extLst>
                <a:ext uri="{FF2B5EF4-FFF2-40B4-BE49-F238E27FC236}">
                  <a16:creationId xmlns:a16="http://schemas.microsoft.com/office/drawing/2014/main" id="{7E026C65-3461-88EC-9527-10914D78A9A8}"/>
                </a:ext>
              </a:extLst>
            </p:cNvPr>
            <p:cNvGrpSpPr/>
            <p:nvPr userDrawn="1"/>
          </p:nvGrpSpPr>
          <p:grpSpPr>
            <a:xfrm>
              <a:off x="8179288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2BF5277A-A996-0C99-2DE5-95BACE931FAA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E22E19DF-DD97-A7AB-6653-9FB9322856E6}"/>
                  </a:ext>
                </a:extLst>
              </p:cNvPr>
              <p:cNvCxnSpPr>
                <a:stCxn id="101" idx="1"/>
                <a:endCxn id="101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コネクタ 89">
                <a:extLst>
                  <a:ext uri="{FF2B5EF4-FFF2-40B4-BE49-F238E27FC236}">
                    <a16:creationId xmlns:a16="http://schemas.microsoft.com/office/drawing/2014/main" id="{ED7A99B0-A741-FBA4-3E46-6A51035D2E2C}"/>
                  </a:ext>
                </a:extLst>
              </p:cNvPr>
              <p:cNvCxnSpPr>
                <a:stCxn id="101" idx="0"/>
                <a:endCxn id="101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761BD091-EB54-C898-B729-A46576A3BA27}"/>
                </a:ext>
              </a:extLst>
            </p:cNvPr>
            <p:cNvGrpSpPr/>
            <p:nvPr userDrawn="1"/>
          </p:nvGrpSpPr>
          <p:grpSpPr>
            <a:xfrm>
              <a:off x="9500317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530A1041-1EC8-4A3A-202C-914759DF3FD3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86" name="直線コネクタ 85">
                <a:extLst>
                  <a:ext uri="{FF2B5EF4-FFF2-40B4-BE49-F238E27FC236}">
                    <a16:creationId xmlns:a16="http://schemas.microsoft.com/office/drawing/2014/main" id="{D016F75D-7819-AF65-84EE-6D8FFD6C604B}"/>
                  </a:ext>
                </a:extLst>
              </p:cNvPr>
              <p:cNvCxnSpPr>
                <a:stCxn id="98" idx="1"/>
                <a:endCxn id="98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コネクタ 86">
                <a:extLst>
                  <a:ext uri="{FF2B5EF4-FFF2-40B4-BE49-F238E27FC236}">
                    <a16:creationId xmlns:a16="http://schemas.microsoft.com/office/drawing/2014/main" id="{D214A8D7-48ED-AA7C-160E-2143A534E738}"/>
                  </a:ext>
                </a:extLst>
              </p:cNvPr>
              <p:cNvCxnSpPr>
                <a:stCxn id="98" idx="0"/>
                <a:endCxn id="98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グループ化 80">
              <a:extLst>
                <a:ext uri="{FF2B5EF4-FFF2-40B4-BE49-F238E27FC236}">
                  <a16:creationId xmlns:a16="http://schemas.microsoft.com/office/drawing/2014/main" id="{05BEB442-0968-7C06-440B-BB08CA2F675B}"/>
                </a:ext>
              </a:extLst>
            </p:cNvPr>
            <p:cNvGrpSpPr/>
            <p:nvPr userDrawn="1"/>
          </p:nvGrpSpPr>
          <p:grpSpPr>
            <a:xfrm>
              <a:off x="10821342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5D3C9C72-37B3-7324-5013-8B2AFA96134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83" name="直線コネクタ 82">
                <a:extLst>
                  <a:ext uri="{FF2B5EF4-FFF2-40B4-BE49-F238E27FC236}">
                    <a16:creationId xmlns:a16="http://schemas.microsoft.com/office/drawing/2014/main" id="{AB4DEF46-65B5-D0B5-8134-6C81A097C1BB}"/>
                  </a:ext>
                </a:extLst>
              </p:cNvPr>
              <p:cNvCxnSpPr>
                <a:stCxn id="95" idx="1"/>
                <a:endCxn id="95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EAB50C69-2250-0CC8-AD45-0EA87D35CE7F}"/>
                  </a:ext>
                </a:extLst>
              </p:cNvPr>
              <p:cNvCxnSpPr>
                <a:stCxn id="95" idx="0"/>
                <a:endCxn id="95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91DCA840-FACA-0044-B963-39C7B52AED42}"/>
              </a:ext>
            </a:extLst>
          </p:cNvPr>
          <p:cNvGrpSpPr/>
          <p:nvPr userDrawn="1"/>
        </p:nvGrpSpPr>
        <p:grpSpPr>
          <a:xfrm>
            <a:off x="235886" y="5386912"/>
            <a:ext cx="11720228" cy="1152000"/>
            <a:chOff x="253114" y="413983"/>
            <a:chExt cx="11720228" cy="1152000"/>
          </a:xfrm>
          <a:noFill/>
        </p:grpSpPr>
        <p:grpSp>
          <p:nvGrpSpPr>
            <p:cNvPr id="110" name="グループ化 109">
              <a:extLst>
                <a:ext uri="{FF2B5EF4-FFF2-40B4-BE49-F238E27FC236}">
                  <a16:creationId xmlns:a16="http://schemas.microsoft.com/office/drawing/2014/main" id="{B76DA5CA-54B6-956D-E75C-ABFBF0988D26}"/>
                </a:ext>
              </a:extLst>
            </p:cNvPr>
            <p:cNvGrpSpPr/>
            <p:nvPr userDrawn="1"/>
          </p:nvGrpSpPr>
          <p:grpSpPr>
            <a:xfrm>
              <a:off x="253114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43" name="正方形/長方形 142">
                <a:extLst>
                  <a:ext uri="{FF2B5EF4-FFF2-40B4-BE49-F238E27FC236}">
                    <a16:creationId xmlns:a16="http://schemas.microsoft.com/office/drawing/2014/main" id="{9E3EBA22-C715-9F1A-9604-38630C8EC86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44" name="直線コネクタ 143">
                <a:extLst>
                  <a:ext uri="{FF2B5EF4-FFF2-40B4-BE49-F238E27FC236}">
                    <a16:creationId xmlns:a16="http://schemas.microsoft.com/office/drawing/2014/main" id="{E951E7A4-240D-A423-C6CB-EBE498B8FC68}"/>
                  </a:ext>
                </a:extLst>
              </p:cNvPr>
              <p:cNvCxnSpPr>
                <a:stCxn id="156" idx="1"/>
                <a:endCxn id="156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線コネクタ 144">
                <a:extLst>
                  <a:ext uri="{FF2B5EF4-FFF2-40B4-BE49-F238E27FC236}">
                    <a16:creationId xmlns:a16="http://schemas.microsoft.com/office/drawing/2014/main" id="{27CB09C7-FB53-FD18-C307-A8E177BCDECF}"/>
                  </a:ext>
                </a:extLst>
              </p:cNvPr>
              <p:cNvCxnSpPr>
                <a:stCxn id="156" idx="0"/>
                <a:endCxn id="156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グループ化 110">
              <a:extLst>
                <a:ext uri="{FF2B5EF4-FFF2-40B4-BE49-F238E27FC236}">
                  <a16:creationId xmlns:a16="http://schemas.microsoft.com/office/drawing/2014/main" id="{8903477E-F0D5-4836-2347-29C2E47F5562}"/>
                </a:ext>
              </a:extLst>
            </p:cNvPr>
            <p:cNvGrpSpPr/>
            <p:nvPr userDrawn="1"/>
          </p:nvGrpSpPr>
          <p:grpSpPr>
            <a:xfrm>
              <a:off x="1574143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40" name="正方形/長方形 139">
                <a:extLst>
                  <a:ext uri="{FF2B5EF4-FFF2-40B4-BE49-F238E27FC236}">
                    <a16:creationId xmlns:a16="http://schemas.microsoft.com/office/drawing/2014/main" id="{D6F74ED9-59CE-30EA-D36A-F2BDE6BE221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41" name="直線コネクタ 140">
                <a:extLst>
                  <a:ext uri="{FF2B5EF4-FFF2-40B4-BE49-F238E27FC236}">
                    <a16:creationId xmlns:a16="http://schemas.microsoft.com/office/drawing/2014/main" id="{180DB8E4-C543-0586-72E4-6AD0E1DEA756}"/>
                  </a:ext>
                </a:extLst>
              </p:cNvPr>
              <p:cNvCxnSpPr>
                <a:stCxn id="153" idx="1"/>
                <a:endCxn id="153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線コネクタ 141">
                <a:extLst>
                  <a:ext uri="{FF2B5EF4-FFF2-40B4-BE49-F238E27FC236}">
                    <a16:creationId xmlns:a16="http://schemas.microsoft.com/office/drawing/2014/main" id="{510F0593-1A2C-8DCE-BED1-2A3869A4BCA2}"/>
                  </a:ext>
                </a:extLst>
              </p:cNvPr>
              <p:cNvCxnSpPr>
                <a:stCxn id="153" idx="0"/>
                <a:endCxn id="153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2" name="グループ化 111">
              <a:extLst>
                <a:ext uri="{FF2B5EF4-FFF2-40B4-BE49-F238E27FC236}">
                  <a16:creationId xmlns:a16="http://schemas.microsoft.com/office/drawing/2014/main" id="{4C1285C8-880B-5865-635A-78FEB3B70687}"/>
                </a:ext>
              </a:extLst>
            </p:cNvPr>
            <p:cNvGrpSpPr/>
            <p:nvPr userDrawn="1"/>
          </p:nvGrpSpPr>
          <p:grpSpPr>
            <a:xfrm>
              <a:off x="2895172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37" name="正方形/長方形 136">
                <a:extLst>
                  <a:ext uri="{FF2B5EF4-FFF2-40B4-BE49-F238E27FC236}">
                    <a16:creationId xmlns:a16="http://schemas.microsoft.com/office/drawing/2014/main" id="{63C25079-601A-63E1-E0E6-D35B614D479C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38" name="直線コネクタ 137">
                <a:extLst>
                  <a:ext uri="{FF2B5EF4-FFF2-40B4-BE49-F238E27FC236}">
                    <a16:creationId xmlns:a16="http://schemas.microsoft.com/office/drawing/2014/main" id="{4BD5887C-197A-772A-CC96-BD1F4A480EF3}"/>
                  </a:ext>
                </a:extLst>
              </p:cNvPr>
              <p:cNvCxnSpPr>
                <a:stCxn id="150" idx="1"/>
                <a:endCxn id="150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コネクタ 138">
                <a:extLst>
                  <a:ext uri="{FF2B5EF4-FFF2-40B4-BE49-F238E27FC236}">
                    <a16:creationId xmlns:a16="http://schemas.microsoft.com/office/drawing/2014/main" id="{DDD5951A-8437-EFEC-870F-C6C203B18863}"/>
                  </a:ext>
                </a:extLst>
              </p:cNvPr>
              <p:cNvCxnSpPr>
                <a:stCxn id="150" idx="0"/>
                <a:endCxn id="150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" name="グループ化 112">
              <a:extLst>
                <a:ext uri="{FF2B5EF4-FFF2-40B4-BE49-F238E27FC236}">
                  <a16:creationId xmlns:a16="http://schemas.microsoft.com/office/drawing/2014/main" id="{63B70554-F41F-620F-BCA7-B5B88F627A51}"/>
                </a:ext>
              </a:extLst>
            </p:cNvPr>
            <p:cNvGrpSpPr/>
            <p:nvPr userDrawn="1"/>
          </p:nvGrpSpPr>
          <p:grpSpPr>
            <a:xfrm>
              <a:off x="4216201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34" name="正方形/長方形 133">
                <a:extLst>
                  <a:ext uri="{FF2B5EF4-FFF2-40B4-BE49-F238E27FC236}">
                    <a16:creationId xmlns:a16="http://schemas.microsoft.com/office/drawing/2014/main" id="{69DE608E-58D4-6CD5-229A-4418F31BD3CE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35" name="直線コネクタ 134">
                <a:extLst>
                  <a:ext uri="{FF2B5EF4-FFF2-40B4-BE49-F238E27FC236}">
                    <a16:creationId xmlns:a16="http://schemas.microsoft.com/office/drawing/2014/main" id="{7BB49904-E2F9-9FD8-EDAB-B20903DED574}"/>
                  </a:ext>
                </a:extLst>
              </p:cNvPr>
              <p:cNvCxnSpPr>
                <a:stCxn id="147" idx="1"/>
                <a:endCxn id="147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コネクタ 135">
                <a:extLst>
                  <a:ext uri="{FF2B5EF4-FFF2-40B4-BE49-F238E27FC236}">
                    <a16:creationId xmlns:a16="http://schemas.microsoft.com/office/drawing/2014/main" id="{76B07C80-7C54-5B29-404A-2364702B0492}"/>
                  </a:ext>
                </a:extLst>
              </p:cNvPr>
              <p:cNvCxnSpPr>
                <a:stCxn id="147" idx="0"/>
                <a:endCxn id="147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グループ化 113">
              <a:extLst>
                <a:ext uri="{FF2B5EF4-FFF2-40B4-BE49-F238E27FC236}">
                  <a16:creationId xmlns:a16="http://schemas.microsoft.com/office/drawing/2014/main" id="{030D5AA0-92FE-3CEF-154E-1070AA9E4C60}"/>
                </a:ext>
              </a:extLst>
            </p:cNvPr>
            <p:cNvGrpSpPr/>
            <p:nvPr userDrawn="1"/>
          </p:nvGrpSpPr>
          <p:grpSpPr>
            <a:xfrm>
              <a:off x="5537230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31" name="正方形/長方形 130">
                <a:extLst>
                  <a:ext uri="{FF2B5EF4-FFF2-40B4-BE49-F238E27FC236}">
                    <a16:creationId xmlns:a16="http://schemas.microsoft.com/office/drawing/2014/main" id="{B53AC1BE-F9F0-6BEA-BB6E-0F4B4E5AC44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32" name="直線コネクタ 131">
                <a:extLst>
                  <a:ext uri="{FF2B5EF4-FFF2-40B4-BE49-F238E27FC236}">
                    <a16:creationId xmlns:a16="http://schemas.microsoft.com/office/drawing/2014/main" id="{A60E76CF-1BD5-81D4-7B25-40D2F3A146A8}"/>
                  </a:ext>
                </a:extLst>
              </p:cNvPr>
              <p:cNvCxnSpPr>
                <a:stCxn id="144" idx="1"/>
                <a:endCxn id="144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コネクタ 132">
                <a:extLst>
                  <a:ext uri="{FF2B5EF4-FFF2-40B4-BE49-F238E27FC236}">
                    <a16:creationId xmlns:a16="http://schemas.microsoft.com/office/drawing/2014/main" id="{4D85F863-EAA1-A76E-AD79-2EC0DAE8F75E}"/>
                  </a:ext>
                </a:extLst>
              </p:cNvPr>
              <p:cNvCxnSpPr>
                <a:stCxn id="144" idx="0"/>
                <a:endCxn id="144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グループ化 114">
              <a:extLst>
                <a:ext uri="{FF2B5EF4-FFF2-40B4-BE49-F238E27FC236}">
                  <a16:creationId xmlns:a16="http://schemas.microsoft.com/office/drawing/2014/main" id="{DC548EE1-3E49-07DD-E741-4EB27A0E2C42}"/>
                </a:ext>
              </a:extLst>
            </p:cNvPr>
            <p:cNvGrpSpPr/>
            <p:nvPr userDrawn="1"/>
          </p:nvGrpSpPr>
          <p:grpSpPr>
            <a:xfrm>
              <a:off x="6858259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28" name="正方形/長方形 127">
                <a:extLst>
                  <a:ext uri="{FF2B5EF4-FFF2-40B4-BE49-F238E27FC236}">
                    <a16:creationId xmlns:a16="http://schemas.microsoft.com/office/drawing/2014/main" id="{EEFFAD73-C96B-E8C6-5752-75801A2A00A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29" name="直線コネクタ 128">
                <a:extLst>
                  <a:ext uri="{FF2B5EF4-FFF2-40B4-BE49-F238E27FC236}">
                    <a16:creationId xmlns:a16="http://schemas.microsoft.com/office/drawing/2014/main" id="{6EDAB707-FFDF-DB99-B253-1A71F386DF0C}"/>
                  </a:ext>
                </a:extLst>
              </p:cNvPr>
              <p:cNvCxnSpPr>
                <a:stCxn id="141" idx="1"/>
                <a:endCxn id="141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コネクタ 129">
                <a:extLst>
                  <a:ext uri="{FF2B5EF4-FFF2-40B4-BE49-F238E27FC236}">
                    <a16:creationId xmlns:a16="http://schemas.microsoft.com/office/drawing/2014/main" id="{2494320C-A357-B2F5-2124-5C7447C529D7}"/>
                  </a:ext>
                </a:extLst>
              </p:cNvPr>
              <p:cNvCxnSpPr>
                <a:stCxn id="141" idx="0"/>
                <a:endCxn id="141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6" name="グループ化 115">
              <a:extLst>
                <a:ext uri="{FF2B5EF4-FFF2-40B4-BE49-F238E27FC236}">
                  <a16:creationId xmlns:a16="http://schemas.microsoft.com/office/drawing/2014/main" id="{39C5B20A-2707-75D2-12EA-D59C9F82BCFB}"/>
                </a:ext>
              </a:extLst>
            </p:cNvPr>
            <p:cNvGrpSpPr/>
            <p:nvPr userDrawn="1"/>
          </p:nvGrpSpPr>
          <p:grpSpPr>
            <a:xfrm>
              <a:off x="8179288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25" name="正方形/長方形 124">
                <a:extLst>
                  <a:ext uri="{FF2B5EF4-FFF2-40B4-BE49-F238E27FC236}">
                    <a16:creationId xmlns:a16="http://schemas.microsoft.com/office/drawing/2014/main" id="{70858896-EA86-8C2D-58F6-9293FC60BCCF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26" name="直線コネクタ 125">
                <a:extLst>
                  <a:ext uri="{FF2B5EF4-FFF2-40B4-BE49-F238E27FC236}">
                    <a16:creationId xmlns:a16="http://schemas.microsoft.com/office/drawing/2014/main" id="{155EAB21-1BA9-2259-C57F-5A032B2C4393}"/>
                  </a:ext>
                </a:extLst>
              </p:cNvPr>
              <p:cNvCxnSpPr>
                <a:stCxn id="138" idx="1"/>
                <a:endCxn id="138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コネクタ 126">
                <a:extLst>
                  <a:ext uri="{FF2B5EF4-FFF2-40B4-BE49-F238E27FC236}">
                    <a16:creationId xmlns:a16="http://schemas.microsoft.com/office/drawing/2014/main" id="{1C1AAAB7-BC23-53F9-2269-4B60C097CB97}"/>
                  </a:ext>
                </a:extLst>
              </p:cNvPr>
              <p:cNvCxnSpPr>
                <a:stCxn id="138" idx="0"/>
                <a:endCxn id="138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グループ化 116">
              <a:extLst>
                <a:ext uri="{FF2B5EF4-FFF2-40B4-BE49-F238E27FC236}">
                  <a16:creationId xmlns:a16="http://schemas.microsoft.com/office/drawing/2014/main" id="{51C2B965-ADDC-4087-EBD7-349DF5E80BC1}"/>
                </a:ext>
              </a:extLst>
            </p:cNvPr>
            <p:cNvGrpSpPr/>
            <p:nvPr userDrawn="1"/>
          </p:nvGrpSpPr>
          <p:grpSpPr>
            <a:xfrm>
              <a:off x="9500317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22" name="正方形/長方形 121">
                <a:extLst>
                  <a:ext uri="{FF2B5EF4-FFF2-40B4-BE49-F238E27FC236}">
                    <a16:creationId xmlns:a16="http://schemas.microsoft.com/office/drawing/2014/main" id="{A510021D-9606-623F-9DF3-53AFFC1C6003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23" name="直線コネクタ 122">
                <a:extLst>
                  <a:ext uri="{FF2B5EF4-FFF2-40B4-BE49-F238E27FC236}">
                    <a16:creationId xmlns:a16="http://schemas.microsoft.com/office/drawing/2014/main" id="{D618CEEF-93DE-AB44-745C-A83901BB3FAC}"/>
                  </a:ext>
                </a:extLst>
              </p:cNvPr>
              <p:cNvCxnSpPr>
                <a:stCxn id="135" idx="1"/>
                <a:endCxn id="135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コネクタ 123">
                <a:extLst>
                  <a:ext uri="{FF2B5EF4-FFF2-40B4-BE49-F238E27FC236}">
                    <a16:creationId xmlns:a16="http://schemas.microsoft.com/office/drawing/2014/main" id="{BCCA2AC9-1408-333D-D2D3-0395076EFC16}"/>
                  </a:ext>
                </a:extLst>
              </p:cNvPr>
              <p:cNvCxnSpPr>
                <a:stCxn id="135" idx="0"/>
                <a:endCxn id="135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8" name="グループ化 117">
              <a:extLst>
                <a:ext uri="{FF2B5EF4-FFF2-40B4-BE49-F238E27FC236}">
                  <a16:creationId xmlns:a16="http://schemas.microsoft.com/office/drawing/2014/main" id="{7E5D238F-1069-F29F-E716-2851504DBBE3}"/>
                </a:ext>
              </a:extLst>
            </p:cNvPr>
            <p:cNvGrpSpPr/>
            <p:nvPr userDrawn="1"/>
          </p:nvGrpSpPr>
          <p:grpSpPr>
            <a:xfrm>
              <a:off x="10821342" y="413983"/>
              <a:ext cx="1152000" cy="1152000"/>
              <a:chOff x="592749" y="413983"/>
              <a:chExt cx="1152000" cy="1152000"/>
            </a:xfrm>
            <a:grpFill/>
          </p:grpSpPr>
          <p:sp>
            <p:nvSpPr>
              <p:cNvPr id="119" name="正方形/長方形 118">
                <a:extLst>
                  <a:ext uri="{FF2B5EF4-FFF2-40B4-BE49-F238E27FC236}">
                    <a16:creationId xmlns:a16="http://schemas.microsoft.com/office/drawing/2014/main" id="{6F27F537-D4F8-606C-AC00-0E46F4D1DDE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592749" y="413983"/>
                <a:ext cx="1152000" cy="1152000"/>
              </a:xfrm>
              <a:prstGeom prst="rect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cxnSp>
            <p:nvCxnSpPr>
              <p:cNvPr id="120" name="直線コネクタ 119">
                <a:extLst>
                  <a:ext uri="{FF2B5EF4-FFF2-40B4-BE49-F238E27FC236}">
                    <a16:creationId xmlns:a16="http://schemas.microsoft.com/office/drawing/2014/main" id="{5FBE66C6-EA63-0F2E-5397-D0115F23D95E}"/>
                  </a:ext>
                </a:extLst>
              </p:cNvPr>
              <p:cNvCxnSpPr>
                <a:stCxn id="132" idx="1"/>
                <a:endCxn id="132" idx="3"/>
              </p:cNvCxnSpPr>
              <p:nvPr userDrawn="1"/>
            </p:nvCxnSpPr>
            <p:spPr>
              <a:xfrm>
                <a:off x="592749" y="989983"/>
                <a:ext cx="1152000" cy="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コネクタ 120">
                <a:extLst>
                  <a:ext uri="{FF2B5EF4-FFF2-40B4-BE49-F238E27FC236}">
                    <a16:creationId xmlns:a16="http://schemas.microsoft.com/office/drawing/2014/main" id="{5673F42C-871F-032F-E0AB-4D7ABABD37BC}"/>
                  </a:ext>
                </a:extLst>
              </p:cNvPr>
              <p:cNvCxnSpPr>
                <a:stCxn id="132" idx="0"/>
                <a:endCxn id="132" idx="2"/>
              </p:cNvCxnSpPr>
              <p:nvPr userDrawn="1"/>
            </p:nvCxnSpPr>
            <p:spPr>
              <a:xfrm>
                <a:off x="1168749" y="413983"/>
                <a:ext cx="0" cy="1152000"/>
              </a:xfrm>
              <a:prstGeom prst="line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6" name="グループ化 145">
            <a:extLst>
              <a:ext uri="{FF2B5EF4-FFF2-40B4-BE49-F238E27FC236}">
                <a16:creationId xmlns:a16="http://schemas.microsoft.com/office/drawing/2014/main" id="{7F176EAB-4E7B-A107-B4B8-E1AD9C0CBA0B}"/>
              </a:ext>
            </a:extLst>
          </p:cNvPr>
          <p:cNvGrpSpPr/>
          <p:nvPr userDrawn="1"/>
        </p:nvGrpSpPr>
        <p:grpSpPr>
          <a:xfrm>
            <a:off x="235886" y="413983"/>
            <a:ext cx="2304000" cy="1152000"/>
            <a:chOff x="235886" y="413983"/>
            <a:chExt cx="2304000" cy="1152000"/>
          </a:xfrm>
          <a:noFill/>
        </p:grpSpPr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B45D9AB4-82E7-0B6F-9CF7-3EA4C99573E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35886" y="413983"/>
              <a:ext cx="2304000" cy="1152000"/>
            </a:xfrm>
            <a:prstGeom prst="rect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148" name="直線コネクタ 147">
              <a:extLst>
                <a:ext uri="{FF2B5EF4-FFF2-40B4-BE49-F238E27FC236}">
                  <a16:creationId xmlns:a16="http://schemas.microsoft.com/office/drawing/2014/main" id="{9B2082AB-A71C-92B1-EBE7-E914D4160D2B}"/>
                </a:ext>
              </a:extLst>
            </p:cNvPr>
            <p:cNvCxnSpPr>
              <a:cxnSpLocks/>
              <a:stCxn id="7" idx="1"/>
              <a:endCxn id="7" idx="3"/>
            </p:cNvCxnSpPr>
            <p:nvPr userDrawn="1"/>
          </p:nvCxnSpPr>
          <p:spPr>
            <a:xfrm>
              <a:off x="235886" y="989983"/>
              <a:ext cx="2304000" cy="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コネクタ 148">
              <a:extLst>
                <a:ext uri="{FF2B5EF4-FFF2-40B4-BE49-F238E27FC236}">
                  <a16:creationId xmlns:a16="http://schemas.microsoft.com/office/drawing/2014/main" id="{F7237A72-D8E3-486D-FB74-848EC700B1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387886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コネクタ 149">
              <a:extLst>
                <a:ext uri="{FF2B5EF4-FFF2-40B4-BE49-F238E27FC236}">
                  <a16:creationId xmlns:a16="http://schemas.microsoft.com/office/drawing/2014/main" id="{E2E20B93-19F4-E863-B494-F6A653215F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63886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コネクタ 150">
              <a:extLst>
                <a:ext uri="{FF2B5EF4-FFF2-40B4-BE49-F238E27FC236}">
                  <a16:creationId xmlns:a16="http://schemas.microsoft.com/office/drawing/2014/main" id="{3492EC29-1B84-411E-1430-5DAB02FD4E0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1886" y="413983"/>
              <a:ext cx="0" cy="115200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577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324" Type="http://schemas.openxmlformats.org/officeDocument/2006/relationships/image" Target="../media/image150.png"/><Relationship Id="rId531" Type="http://schemas.openxmlformats.org/officeDocument/2006/relationships/image" Target="../media/image233.png"/><Relationship Id="rId170" Type="http://schemas.openxmlformats.org/officeDocument/2006/relationships/customXml" Target="../ink/ink85.xml"/><Relationship Id="rId268" Type="http://schemas.openxmlformats.org/officeDocument/2006/relationships/image" Target="../media/image122.png"/><Relationship Id="rId475" Type="http://schemas.openxmlformats.org/officeDocument/2006/relationships/image" Target="../media/image215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customXml" Target="../ink/ink179.xml"/><Relationship Id="rId542" Type="http://schemas.openxmlformats.org/officeDocument/2006/relationships/customXml" Target="../ink/ink303.xml"/><Relationship Id="rId181" Type="http://schemas.openxmlformats.org/officeDocument/2006/relationships/image" Target="../media/image90.png"/><Relationship Id="rId402" Type="http://schemas.openxmlformats.org/officeDocument/2006/relationships/image" Target="../media/image189.png"/><Relationship Id="rId279" Type="http://schemas.openxmlformats.org/officeDocument/2006/relationships/customXml" Target="../ink/ink151.xml"/><Relationship Id="rId486" Type="http://schemas.openxmlformats.org/officeDocument/2006/relationships/customXml" Target="../ink/ink270.xml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346" Type="http://schemas.openxmlformats.org/officeDocument/2006/relationships/image" Target="../media/image161.png"/><Relationship Id="rId553" Type="http://schemas.openxmlformats.org/officeDocument/2006/relationships/customXml" Target="../ink/ink312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customXml" Target="../ink/ink223.xml"/><Relationship Id="rId497" Type="http://schemas.openxmlformats.org/officeDocument/2006/relationships/image" Target="../media/image216.png"/><Relationship Id="rId357" Type="http://schemas.openxmlformats.org/officeDocument/2006/relationships/customXml" Target="../ink/ink190.xml"/><Relationship Id="rId54" Type="http://schemas.openxmlformats.org/officeDocument/2006/relationships/customXml" Target="../ink/ink27.xml"/><Relationship Id="rId217" Type="http://schemas.openxmlformats.org/officeDocument/2006/relationships/image" Target="../media/image108.png"/><Relationship Id="rId564" Type="http://schemas.openxmlformats.org/officeDocument/2006/relationships/customXml" Target="../ink/ink323.xml"/><Relationship Id="rId424" Type="http://schemas.openxmlformats.org/officeDocument/2006/relationships/image" Target="../media/image190.png"/><Relationship Id="rId270" Type="http://schemas.openxmlformats.org/officeDocument/2006/relationships/image" Target="../media/image123.png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image" Target="../media/image172.png"/><Relationship Id="rId575" Type="http://schemas.openxmlformats.org/officeDocument/2006/relationships/customXml" Target="../ink/ink330.xml"/><Relationship Id="rId228" Type="http://schemas.openxmlformats.org/officeDocument/2006/relationships/customXml" Target="../ink/ink116.xml"/><Relationship Id="rId435" Type="http://schemas.openxmlformats.org/officeDocument/2006/relationships/customXml" Target="../ink/ink239.xml"/><Relationship Id="rId281" Type="http://schemas.openxmlformats.org/officeDocument/2006/relationships/customXml" Target="../ink/ink152.xml"/><Relationship Id="rId502" Type="http://schemas.openxmlformats.org/officeDocument/2006/relationships/customXml" Target="../ink/ink283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customXml" Target="../ink/ink201.xml"/><Relationship Id="rId586" Type="http://schemas.openxmlformats.org/officeDocument/2006/relationships/image" Target="../media/image250.png"/><Relationship Id="rId7" Type="http://schemas.openxmlformats.org/officeDocument/2006/relationships/image" Target="../media/image3.png"/><Relationship Id="rId239" Type="http://schemas.openxmlformats.org/officeDocument/2006/relationships/customXml" Target="../ink/ink125.xml"/><Relationship Id="rId446" Type="http://schemas.openxmlformats.org/officeDocument/2006/relationships/customXml" Target="../ink/ink245.xml"/><Relationship Id="rId292" Type="http://schemas.openxmlformats.org/officeDocument/2006/relationships/image" Target="../media/image134.png"/><Relationship Id="rId306" Type="http://schemas.openxmlformats.org/officeDocument/2006/relationships/image" Target="../media/image141.png"/><Relationship Id="rId87" Type="http://schemas.openxmlformats.org/officeDocument/2006/relationships/image" Target="../media/image43.png"/><Relationship Id="rId513" Type="http://schemas.openxmlformats.org/officeDocument/2006/relationships/image" Target="../media/image224.png"/><Relationship Id="rId597" Type="http://schemas.openxmlformats.org/officeDocument/2006/relationships/customXml" Target="../ink/ink341.xml"/><Relationship Id="rId152" Type="http://schemas.openxmlformats.org/officeDocument/2006/relationships/customXml" Target="../ink/ink76.xml"/><Relationship Id="rId457" Type="http://schemas.openxmlformats.org/officeDocument/2006/relationships/image" Target="../media/image206.png"/><Relationship Id="rId14" Type="http://schemas.openxmlformats.org/officeDocument/2006/relationships/customXml" Target="../ink/ink7.xml"/><Relationship Id="rId317" Type="http://schemas.openxmlformats.org/officeDocument/2006/relationships/customXml" Target="../ink/ink170.xml"/><Relationship Id="rId524" Type="http://schemas.openxmlformats.org/officeDocument/2006/relationships/customXml" Target="../ink/ink294.xml"/><Relationship Id="rId98" Type="http://schemas.openxmlformats.org/officeDocument/2006/relationships/customXml" Target="../ink/ink49.xml"/><Relationship Id="rId163" Type="http://schemas.openxmlformats.org/officeDocument/2006/relationships/image" Target="../media/image81.png"/><Relationship Id="rId370" Type="http://schemas.openxmlformats.org/officeDocument/2006/relationships/image" Target="../media/image173.png"/><Relationship Id="rId230" Type="http://schemas.openxmlformats.org/officeDocument/2006/relationships/customXml" Target="../ink/ink118.xml"/><Relationship Id="rId468" Type="http://schemas.openxmlformats.org/officeDocument/2006/relationships/customXml" Target="../ink/ink256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image" Target="../media/image124.png"/><Relationship Id="rId328" Type="http://schemas.openxmlformats.org/officeDocument/2006/relationships/image" Target="../media/image152.png"/><Relationship Id="rId535" Type="http://schemas.openxmlformats.org/officeDocument/2006/relationships/image" Target="../media/image235.png"/><Relationship Id="rId577" Type="http://schemas.openxmlformats.org/officeDocument/2006/relationships/customXml" Target="../ink/ink331.xml"/><Relationship Id="rId132" Type="http://schemas.openxmlformats.org/officeDocument/2006/relationships/customXml" Target="../ink/ink66.xml"/><Relationship Id="rId174" Type="http://schemas.openxmlformats.org/officeDocument/2006/relationships/customXml" Target="../ink/ink87.xml"/><Relationship Id="rId381" Type="http://schemas.openxmlformats.org/officeDocument/2006/relationships/customXml" Target="../ink/ink202.xml"/><Relationship Id="rId602" Type="http://schemas.openxmlformats.org/officeDocument/2006/relationships/image" Target="../media/image258.png"/><Relationship Id="rId241" Type="http://schemas.openxmlformats.org/officeDocument/2006/relationships/customXml" Target="../ink/ink127.xml"/><Relationship Id="rId437" Type="http://schemas.openxmlformats.org/officeDocument/2006/relationships/customXml" Target="../ink/ink240.xml"/><Relationship Id="rId479" Type="http://schemas.openxmlformats.org/officeDocument/2006/relationships/customXml" Target="../ink/ink263.xml"/><Relationship Id="rId36" Type="http://schemas.openxmlformats.org/officeDocument/2006/relationships/customXml" Target="../ink/ink18.xml"/><Relationship Id="rId283" Type="http://schemas.openxmlformats.org/officeDocument/2006/relationships/customXml" Target="../ink/ink153.xml"/><Relationship Id="rId339" Type="http://schemas.openxmlformats.org/officeDocument/2006/relationships/customXml" Target="../ink/ink181.xml"/><Relationship Id="rId490" Type="http://schemas.openxmlformats.org/officeDocument/2006/relationships/customXml" Target="../ink/ink274.xml"/><Relationship Id="rId504" Type="http://schemas.openxmlformats.org/officeDocument/2006/relationships/customXml" Target="../ink/ink284.xml"/><Relationship Id="rId546" Type="http://schemas.openxmlformats.org/officeDocument/2006/relationships/customXml" Target="../ink/ink305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1.png"/><Relationship Id="rId185" Type="http://schemas.openxmlformats.org/officeDocument/2006/relationships/image" Target="../media/image92.png"/><Relationship Id="rId350" Type="http://schemas.openxmlformats.org/officeDocument/2006/relationships/image" Target="../media/image163.png"/><Relationship Id="rId406" Type="http://schemas.openxmlformats.org/officeDocument/2006/relationships/customXml" Target="../ink/ink216.xml"/><Relationship Id="rId588" Type="http://schemas.openxmlformats.org/officeDocument/2006/relationships/image" Target="../media/image251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392" Type="http://schemas.openxmlformats.org/officeDocument/2006/relationships/image" Target="../media/image184.png"/><Relationship Id="rId448" Type="http://schemas.openxmlformats.org/officeDocument/2006/relationships/customXml" Target="../ink/ink246.xml"/><Relationship Id="rId613" Type="http://schemas.openxmlformats.org/officeDocument/2006/relationships/image" Target="../media/image266.png"/><Relationship Id="rId252" Type="http://schemas.openxmlformats.org/officeDocument/2006/relationships/image" Target="../media/image114.png"/><Relationship Id="rId294" Type="http://schemas.openxmlformats.org/officeDocument/2006/relationships/image" Target="../media/image135.png"/><Relationship Id="rId308" Type="http://schemas.openxmlformats.org/officeDocument/2006/relationships/image" Target="../media/image142.png"/><Relationship Id="rId515" Type="http://schemas.openxmlformats.org/officeDocument/2006/relationships/image" Target="../media/image225.png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customXml" Target="../ink/ink77.xml"/><Relationship Id="rId361" Type="http://schemas.openxmlformats.org/officeDocument/2006/relationships/customXml" Target="../ink/ink192.xml"/><Relationship Id="rId557" Type="http://schemas.openxmlformats.org/officeDocument/2006/relationships/customXml" Target="../ink/ink316.xml"/><Relationship Id="rId599" Type="http://schemas.openxmlformats.org/officeDocument/2006/relationships/customXml" Target="../ink/ink342.xml"/><Relationship Id="rId196" Type="http://schemas.openxmlformats.org/officeDocument/2006/relationships/customXml" Target="../ink/ink98.xml"/><Relationship Id="rId417" Type="http://schemas.openxmlformats.org/officeDocument/2006/relationships/customXml" Target="../ink/ink227.xml"/><Relationship Id="rId459" Type="http://schemas.openxmlformats.org/officeDocument/2006/relationships/image" Target="../media/image207.png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63" Type="http://schemas.openxmlformats.org/officeDocument/2006/relationships/customXml" Target="../ink/ink143.xml"/><Relationship Id="rId319" Type="http://schemas.openxmlformats.org/officeDocument/2006/relationships/customXml" Target="../ink/ink171.xml"/><Relationship Id="rId470" Type="http://schemas.openxmlformats.org/officeDocument/2006/relationships/customXml" Target="../ink/ink257.xml"/><Relationship Id="rId526" Type="http://schemas.openxmlformats.org/officeDocument/2006/relationships/customXml" Target="../ink/ink295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image" Target="../media/image153.png"/><Relationship Id="rId568" Type="http://schemas.openxmlformats.org/officeDocument/2006/relationships/image" Target="../media/image241.png"/><Relationship Id="rId165" Type="http://schemas.openxmlformats.org/officeDocument/2006/relationships/image" Target="../media/image82.png"/><Relationship Id="rId372" Type="http://schemas.openxmlformats.org/officeDocument/2006/relationships/image" Target="../media/image174.png"/><Relationship Id="rId428" Type="http://schemas.openxmlformats.org/officeDocument/2006/relationships/image" Target="../media/image192.png"/><Relationship Id="rId232" Type="http://schemas.openxmlformats.org/officeDocument/2006/relationships/customXml" Target="../ink/ink120.xml"/><Relationship Id="rId274" Type="http://schemas.openxmlformats.org/officeDocument/2006/relationships/image" Target="../media/image125.png"/><Relationship Id="rId481" Type="http://schemas.openxmlformats.org/officeDocument/2006/relationships/customXml" Target="../ink/ink265.xml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537" Type="http://schemas.openxmlformats.org/officeDocument/2006/relationships/image" Target="../media/image236.png"/><Relationship Id="rId579" Type="http://schemas.openxmlformats.org/officeDocument/2006/relationships/customXml" Target="../ink/ink332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customXml" Target="../ink/ink182.xml"/><Relationship Id="rId383" Type="http://schemas.openxmlformats.org/officeDocument/2006/relationships/customXml" Target="../ink/ink203.xml"/><Relationship Id="rId439" Type="http://schemas.openxmlformats.org/officeDocument/2006/relationships/image" Target="../media/image197.png"/><Relationship Id="rId590" Type="http://schemas.openxmlformats.org/officeDocument/2006/relationships/image" Target="../media/image252.png"/><Relationship Id="rId604" Type="http://schemas.openxmlformats.org/officeDocument/2006/relationships/image" Target="../media/image259.png"/><Relationship Id="rId201" Type="http://schemas.openxmlformats.org/officeDocument/2006/relationships/image" Target="../media/image100.png"/><Relationship Id="rId243" Type="http://schemas.openxmlformats.org/officeDocument/2006/relationships/customXml" Target="../ink/ink129.xml"/><Relationship Id="rId285" Type="http://schemas.openxmlformats.org/officeDocument/2006/relationships/customXml" Target="../ink/ink154.xml"/><Relationship Id="rId450" Type="http://schemas.openxmlformats.org/officeDocument/2006/relationships/customXml" Target="../ink/ink247.xml"/><Relationship Id="rId506" Type="http://schemas.openxmlformats.org/officeDocument/2006/relationships/customXml" Target="../ink/ink285.xml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image" Target="../media/image143.png"/><Relationship Id="rId492" Type="http://schemas.openxmlformats.org/officeDocument/2006/relationships/customXml" Target="../ink/ink276.xml"/><Relationship Id="rId548" Type="http://schemas.openxmlformats.org/officeDocument/2006/relationships/customXml" Target="../ink/ink307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87" Type="http://schemas.openxmlformats.org/officeDocument/2006/relationships/image" Target="../media/image93.png"/><Relationship Id="rId352" Type="http://schemas.openxmlformats.org/officeDocument/2006/relationships/image" Target="../media/image164.png"/><Relationship Id="rId394" Type="http://schemas.openxmlformats.org/officeDocument/2006/relationships/image" Target="../media/image185.png"/><Relationship Id="rId408" Type="http://schemas.openxmlformats.org/officeDocument/2006/relationships/customXml" Target="../ink/ink218.xml"/><Relationship Id="rId212" Type="http://schemas.openxmlformats.org/officeDocument/2006/relationships/customXml" Target="../ink/ink106.xml"/><Relationship Id="rId254" Type="http://schemas.openxmlformats.org/officeDocument/2006/relationships/image" Target="../media/image115.png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96" Type="http://schemas.openxmlformats.org/officeDocument/2006/relationships/image" Target="../media/image136.png"/><Relationship Id="rId461" Type="http://schemas.openxmlformats.org/officeDocument/2006/relationships/image" Target="../media/image208.png"/><Relationship Id="rId517" Type="http://schemas.openxmlformats.org/officeDocument/2006/relationships/image" Target="../media/image226.png"/><Relationship Id="rId559" Type="http://schemas.openxmlformats.org/officeDocument/2006/relationships/customXml" Target="../ink/ink318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customXml" Target="../ink/ink172.xml"/><Relationship Id="rId363" Type="http://schemas.openxmlformats.org/officeDocument/2006/relationships/customXml" Target="../ink/ink193.xml"/><Relationship Id="rId419" Type="http://schemas.openxmlformats.org/officeDocument/2006/relationships/customXml" Target="../ink/ink229.xml"/><Relationship Id="rId570" Type="http://schemas.openxmlformats.org/officeDocument/2006/relationships/image" Target="../media/image242.png"/><Relationship Id="rId223" Type="http://schemas.openxmlformats.org/officeDocument/2006/relationships/image" Target="../media/image111.png"/><Relationship Id="rId430" Type="http://schemas.openxmlformats.org/officeDocument/2006/relationships/image" Target="../media/image193.png"/><Relationship Id="rId18" Type="http://schemas.openxmlformats.org/officeDocument/2006/relationships/customXml" Target="../ink/ink9.xml"/><Relationship Id="rId265" Type="http://schemas.openxmlformats.org/officeDocument/2006/relationships/customXml" Target="../ink/ink144.xml"/><Relationship Id="rId472" Type="http://schemas.openxmlformats.org/officeDocument/2006/relationships/customXml" Target="../ink/ink258.xml"/><Relationship Id="rId528" Type="http://schemas.openxmlformats.org/officeDocument/2006/relationships/customXml" Target="../ink/ink296.xml"/><Relationship Id="rId125" Type="http://schemas.openxmlformats.org/officeDocument/2006/relationships/image" Target="../media/image62.png"/><Relationship Id="rId167" Type="http://schemas.openxmlformats.org/officeDocument/2006/relationships/image" Target="../media/image83.png"/><Relationship Id="rId332" Type="http://schemas.openxmlformats.org/officeDocument/2006/relationships/image" Target="../media/image154.png"/><Relationship Id="rId374" Type="http://schemas.openxmlformats.org/officeDocument/2006/relationships/image" Target="../media/image175.png"/><Relationship Id="rId581" Type="http://schemas.openxmlformats.org/officeDocument/2006/relationships/customXml" Target="../ink/ink333.xml"/><Relationship Id="rId71" Type="http://schemas.openxmlformats.org/officeDocument/2006/relationships/image" Target="../media/image35.png"/><Relationship Id="rId234" Type="http://schemas.openxmlformats.org/officeDocument/2006/relationships/customXml" Target="../ink/ink122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76" Type="http://schemas.openxmlformats.org/officeDocument/2006/relationships/image" Target="../media/image126.png"/><Relationship Id="rId441" Type="http://schemas.openxmlformats.org/officeDocument/2006/relationships/image" Target="../media/image198.png"/><Relationship Id="rId483" Type="http://schemas.openxmlformats.org/officeDocument/2006/relationships/customXml" Target="../ink/ink267.xml"/><Relationship Id="rId539" Type="http://schemas.openxmlformats.org/officeDocument/2006/relationships/image" Target="../media/image237.png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customXml" Target="../ink/ink162.xml"/><Relationship Id="rId343" Type="http://schemas.openxmlformats.org/officeDocument/2006/relationships/customXml" Target="../ink/ink183.xml"/><Relationship Id="rId550" Type="http://schemas.openxmlformats.org/officeDocument/2006/relationships/customXml" Target="../ink/ink309.xml"/><Relationship Id="rId82" Type="http://schemas.openxmlformats.org/officeDocument/2006/relationships/customXml" Target="../ink/ink41.xml"/><Relationship Id="rId203" Type="http://schemas.openxmlformats.org/officeDocument/2006/relationships/image" Target="../media/image101.png"/><Relationship Id="rId385" Type="http://schemas.openxmlformats.org/officeDocument/2006/relationships/customXml" Target="../ink/ink204.xml"/><Relationship Id="rId592" Type="http://schemas.openxmlformats.org/officeDocument/2006/relationships/image" Target="../media/image253.png"/><Relationship Id="rId606" Type="http://schemas.openxmlformats.org/officeDocument/2006/relationships/image" Target="../media/image260.png"/><Relationship Id="rId245" Type="http://schemas.openxmlformats.org/officeDocument/2006/relationships/customXml" Target="../ink/ink131.xml"/><Relationship Id="rId287" Type="http://schemas.openxmlformats.org/officeDocument/2006/relationships/customXml" Target="../ink/ink155.xml"/><Relationship Id="rId410" Type="http://schemas.openxmlformats.org/officeDocument/2006/relationships/customXml" Target="../ink/ink220.xml"/><Relationship Id="rId452" Type="http://schemas.openxmlformats.org/officeDocument/2006/relationships/customXml" Target="../ink/ink248.xml"/><Relationship Id="rId494" Type="http://schemas.openxmlformats.org/officeDocument/2006/relationships/customXml" Target="../ink/ink278.xml"/><Relationship Id="rId508" Type="http://schemas.openxmlformats.org/officeDocument/2006/relationships/customXml" Target="../ink/ink286.xml"/><Relationship Id="rId105" Type="http://schemas.openxmlformats.org/officeDocument/2006/relationships/image" Target="../media/image52.png"/><Relationship Id="rId147" Type="http://schemas.openxmlformats.org/officeDocument/2006/relationships/image" Target="../media/image73.png"/><Relationship Id="rId312" Type="http://schemas.openxmlformats.org/officeDocument/2006/relationships/image" Target="../media/image144.png"/><Relationship Id="rId354" Type="http://schemas.openxmlformats.org/officeDocument/2006/relationships/image" Target="../media/image165.png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image" Target="../media/image186.png"/><Relationship Id="rId561" Type="http://schemas.openxmlformats.org/officeDocument/2006/relationships/customXml" Target="../ink/ink320.xml"/><Relationship Id="rId214" Type="http://schemas.openxmlformats.org/officeDocument/2006/relationships/customXml" Target="../ink/ink107.xml"/><Relationship Id="rId256" Type="http://schemas.openxmlformats.org/officeDocument/2006/relationships/image" Target="../media/image116.png"/><Relationship Id="rId298" Type="http://schemas.openxmlformats.org/officeDocument/2006/relationships/image" Target="../media/image137.png"/><Relationship Id="rId421" Type="http://schemas.openxmlformats.org/officeDocument/2006/relationships/customXml" Target="../ink/ink231.xml"/><Relationship Id="rId463" Type="http://schemas.openxmlformats.org/officeDocument/2006/relationships/image" Target="../media/image209.png"/><Relationship Id="rId519" Type="http://schemas.openxmlformats.org/officeDocument/2006/relationships/image" Target="../media/image227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customXml" Target="../ink/ink173.xml"/><Relationship Id="rId530" Type="http://schemas.openxmlformats.org/officeDocument/2006/relationships/customXml" Target="../ink/ink297.xml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customXml" Target="../ink/ink194.xml"/><Relationship Id="rId572" Type="http://schemas.openxmlformats.org/officeDocument/2006/relationships/image" Target="../media/image243.png"/><Relationship Id="rId225" Type="http://schemas.openxmlformats.org/officeDocument/2006/relationships/customXml" Target="../ink/ink113.xml"/><Relationship Id="rId267" Type="http://schemas.openxmlformats.org/officeDocument/2006/relationships/customXml" Target="../ink/ink145.xml"/><Relationship Id="rId432" Type="http://schemas.openxmlformats.org/officeDocument/2006/relationships/image" Target="../media/image194.png"/><Relationship Id="rId474" Type="http://schemas.openxmlformats.org/officeDocument/2006/relationships/customXml" Target="../ink/ink259.xml"/><Relationship Id="rId127" Type="http://schemas.openxmlformats.org/officeDocument/2006/relationships/image" Target="../media/image63.png"/><Relationship Id="rId31" Type="http://schemas.openxmlformats.org/officeDocument/2006/relationships/image" Target="../media/image15.png"/><Relationship Id="rId73" Type="http://schemas.openxmlformats.org/officeDocument/2006/relationships/image" Target="../media/image36.png"/><Relationship Id="rId169" Type="http://schemas.openxmlformats.org/officeDocument/2006/relationships/image" Target="../media/image84.png"/><Relationship Id="rId334" Type="http://schemas.openxmlformats.org/officeDocument/2006/relationships/image" Target="../media/image155.png"/><Relationship Id="rId376" Type="http://schemas.openxmlformats.org/officeDocument/2006/relationships/image" Target="../media/image176.png"/><Relationship Id="rId541" Type="http://schemas.openxmlformats.org/officeDocument/2006/relationships/image" Target="../media/image238.png"/><Relationship Id="rId583" Type="http://schemas.openxmlformats.org/officeDocument/2006/relationships/customXml" Target="../ink/ink334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image" Target="../media/image112.png"/><Relationship Id="rId278" Type="http://schemas.openxmlformats.org/officeDocument/2006/relationships/image" Target="../media/image127.png"/><Relationship Id="rId401" Type="http://schemas.openxmlformats.org/officeDocument/2006/relationships/customXml" Target="../ink/ink212.xml"/><Relationship Id="rId443" Type="http://schemas.openxmlformats.org/officeDocument/2006/relationships/image" Target="../media/image199.png"/><Relationship Id="rId303" Type="http://schemas.openxmlformats.org/officeDocument/2006/relationships/customXml" Target="../ink/ink163.xml"/><Relationship Id="rId485" Type="http://schemas.openxmlformats.org/officeDocument/2006/relationships/customXml" Target="../ink/ink269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customXml" Target="../ink/ink184.xml"/><Relationship Id="rId387" Type="http://schemas.openxmlformats.org/officeDocument/2006/relationships/customXml" Target="../ink/ink205.xml"/><Relationship Id="rId510" Type="http://schemas.openxmlformats.org/officeDocument/2006/relationships/customXml" Target="../ink/ink287.xml"/><Relationship Id="rId552" Type="http://schemas.openxmlformats.org/officeDocument/2006/relationships/customXml" Target="../ink/ink311.xml"/><Relationship Id="rId594" Type="http://schemas.openxmlformats.org/officeDocument/2006/relationships/image" Target="../media/image254.png"/><Relationship Id="rId608" Type="http://schemas.openxmlformats.org/officeDocument/2006/relationships/image" Target="../media/image261.png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customXml" Target="../ink/ink133.xml"/><Relationship Id="rId412" Type="http://schemas.openxmlformats.org/officeDocument/2006/relationships/customXml" Target="../ink/ink222.xml"/><Relationship Id="rId107" Type="http://schemas.openxmlformats.org/officeDocument/2006/relationships/image" Target="../media/image53.png"/><Relationship Id="rId289" Type="http://schemas.openxmlformats.org/officeDocument/2006/relationships/customXml" Target="../ink/ink156.xml"/><Relationship Id="rId454" Type="http://schemas.openxmlformats.org/officeDocument/2006/relationships/customXml" Target="../ink/ink249.xml"/><Relationship Id="rId496" Type="http://schemas.openxmlformats.org/officeDocument/2006/relationships/customXml" Target="../ink/ink280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14" Type="http://schemas.openxmlformats.org/officeDocument/2006/relationships/image" Target="../media/image145.png"/><Relationship Id="rId356" Type="http://schemas.openxmlformats.org/officeDocument/2006/relationships/image" Target="../media/image166.png"/><Relationship Id="rId398" Type="http://schemas.openxmlformats.org/officeDocument/2006/relationships/image" Target="../media/image187.png"/><Relationship Id="rId521" Type="http://schemas.openxmlformats.org/officeDocument/2006/relationships/image" Target="../media/image228.png"/><Relationship Id="rId563" Type="http://schemas.openxmlformats.org/officeDocument/2006/relationships/customXml" Target="../ink/ink322.xml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customXml" Target="../ink/ink233.xml"/><Relationship Id="rId258" Type="http://schemas.openxmlformats.org/officeDocument/2006/relationships/image" Target="../media/image117.png"/><Relationship Id="rId465" Type="http://schemas.openxmlformats.org/officeDocument/2006/relationships/image" Target="../media/image210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customXml" Target="../ink/ink174.xml"/><Relationship Id="rId367" Type="http://schemas.openxmlformats.org/officeDocument/2006/relationships/customXml" Target="../ink/ink195.xml"/><Relationship Id="rId532" Type="http://schemas.openxmlformats.org/officeDocument/2006/relationships/customXml" Target="../ink/ink298.xml"/><Relationship Id="rId574" Type="http://schemas.openxmlformats.org/officeDocument/2006/relationships/image" Target="../media/image244.png"/><Relationship Id="rId171" Type="http://schemas.openxmlformats.org/officeDocument/2006/relationships/image" Target="../media/image85.png"/><Relationship Id="rId227" Type="http://schemas.openxmlformats.org/officeDocument/2006/relationships/customXml" Target="../ink/ink115.xml"/><Relationship Id="rId269" Type="http://schemas.openxmlformats.org/officeDocument/2006/relationships/customXml" Target="../ink/ink146.xml"/><Relationship Id="rId434" Type="http://schemas.openxmlformats.org/officeDocument/2006/relationships/image" Target="../media/image195.png"/><Relationship Id="rId476" Type="http://schemas.openxmlformats.org/officeDocument/2006/relationships/customXml" Target="../ink/ink260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image" Target="../media/image128.png"/><Relationship Id="rId336" Type="http://schemas.openxmlformats.org/officeDocument/2006/relationships/image" Target="../media/image156.png"/><Relationship Id="rId501" Type="http://schemas.openxmlformats.org/officeDocument/2006/relationships/image" Target="../media/image218.png"/><Relationship Id="rId543" Type="http://schemas.openxmlformats.org/officeDocument/2006/relationships/image" Target="../media/image239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image" Target="../media/image177.png"/><Relationship Id="rId403" Type="http://schemas.openxmlformats.org/officeDocument/2006/relationships/customXml" Target="../ink/ink213.xml"/><Relationship Id="rId585" Type="http://schemas.openxmlformats.org/officeDocument/2006/relationships/customXml" Target="../ink/ink335.xml"/><Relationship Id="rId6" Type="http://schemas.openxmlformats.org/officeDocument/2006/relationships/customXml" Target="../ink/ink3.xml"/><Relationship Id="rId238" Type="http://schemas.openxmlformats.org/officeDocument/2006/relationships/image" Target="../media/image113.png"/><Relationship Id="rId445" Type="http://schemas.openxmlformats.org/officeDocument/2006/relationships/image" Target="../media/image200.png"/><Relationship Id="rId487" Type="http://schemas.openxmlformats.org/officeDocument/2006/relationships/customXml" Target="../ink/ink271.xml"/><Relationship Id="rId610" Type="http://schemas.openxmlformats.org/officeDocument/2006/relationships/image" Target="../media/image263.svg"/><Relationship Id="rId291" Type="http://schemas.openxmlformats.org/officeDocument/2006/relationships/customXml" Target="../ink/ink157.xml"/><Relationship Id="rId305" Type="http://schemas.openxmlformats.org/officeDocument/2006/relationships/customXml" Target="../ink/ink164.xml"/><Relationship Id="rId347" Type="http://schemas.openxmlformats.org/officeDocument/2006/relationships/customXml" Target="../ink/ink185.xml"/><Relationship Id="rId512" Type="http://schemas.openxmlformats.org/officeDocument/2006/relationships/customXml" Target="../ink/ink288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customXml" Target="../ink/ink206.xml"/><Relationship Id="rId554" Type="http://schemas.openxmlformats.org/officeDocument/2006/relationships/customXml" Target="../ink/ink313.xml"/><Relationship Id="rId596" Type="http://schemas.openxmlformats.org/officeDocument/2006/relationships/image" Target="../media/image255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49" Type="http://schemas.openxmlformats.org/officeDocument/2006/relationships/customXml" Target="../ink/ink135.xml"/><Relationship Id="rId414" Type="http://schemas.openxmlformats.org/officeDocument/2006/relationships/customXml" Target="../ink/ink224.xml"/><Relationship Id="rId456" Type="http://schemas.openxmlformats.org/officeDocument/2006/relationships/customXml" Target="../ink/ink250.xml"/><Relationship Id="rId498" Type="http://schemas.openxmlformats.org/officeDocument/2006/relationships/customXml" Target="../ink/ink281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image" Target="../media/image118.png"/><Relationship Id="rId316" Type="http://schemas.openxmlformats.org/officeDocument/2006/relationships/image" Target="../media/image146.png"/><Relationship Id="rId523" Type="http://schemas.openxmlformats.org/officeDocument/2006/relationships/image" Target="../media/image229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image" Target="../media/image167.png"/><Relationship Id="rId565" Type="http://schemas.openxmlformats.org/officeDocument/2006/relationships/customXml" Target="../ink/ink324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customXml" Target="../ink/ink234.xml"/><Relationship Id="rId467" Type="http://schemas.openxmlformats.org/officeDocument/2006/relationships/image" Target="../media/image211.png"/><Relationship Id="rId271" Type="http://schemas.openxmlformats.org/officeDocument/2006/relationships/customXml" Target="../ink/ink147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customXml" Target="../ink/ink175.xml"/><Relationship Id="rId369" Type="http://schemas.openxmlformats.org/officeDocument/2006/relationships/customXml" Target="../ink/ink196.xml"/><Relationship Id="rId534" Type="http://schemas.openxmlformats.org/officeDocument/2006/relationships/customXml" Target="../ink/ink299.xml"/><Relationship Id="rId576" Type="http://schemas.openxmlformats.org/officeDocument/2006/relationships/image" Target="../media/image245.png"/><Relationship Id="rId173" Type="http://schemas.openxmlformats.org/officeDocument/2006/relationships/image" Target="../media/image86.png"/><Relationship Id="rId229" Type="http://schemas.openxmlformats.org/officeDocument/2006/relationships/customXml" Target="../ink/ink117.xml"/><Relationship Id="rId380" Type="http://schemas.openxmlformats.org/officeDocument/2006/relationships/image" Target="../media/image178.png"/><Relationship Id="rId436" Type="http://schemas.openxmlformats.org/officeDocument/2006/relationships/image" Target="../media/image196.png"/><Relationship Id="rId601" Type="http://schemas.openxmlformats.org/officeDocument/2006/relationships/customXml" Target="../ink/ink343.xml"/><Relationship Id="rId240" Type="http://schemas.openxmlformats.org/officeDocument/2006/relationships/customXml" Target="../ink/ink126.xml"/><Relationship Id="rId478" Type="http://schemas.openxmlformats.org/officeDocument/2006/relationships/customXml" Target="../ink/ink262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29.png"/><Relationship Id="rId338" Type="http://schemas.openxmlformats.org/officeDocument/2006/relationships/image" Target="../media/image157.png"/><Relationship Id="rId503" Type="http://schemas.openxmlformats.org/officeDocument/2006/relationships/image" Target="../media/image219.png"/><Relationship Id="rId545" Type="http://schemas.openxmlformats.org/officeDocument/2006/relationships/image" Target="../media/image240.png"/><Relationship Id="rId587" Type="http://schemas.openxmlformats.org/officeDocument/2006/relationships/customXml" Target="../ink/ink336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customXml" Target="../ink/ink207.xml"/><Relationship Id="rId405" Type="http://schemas.openxmlformats.org/officeDocument/2006/relationships/customXml" Target="../ink/ink215.xml"/><Relationship Id="rId447" Type="http://schemas.openxmlformats.org/officeDocument/2006/relationships/image" Target="../media/image201.png"/><Relationship Id="rId612" Type="http://schemas.openxmlformats.org/officeDocument/2006/relationships/image" Target="../media/image265.svg"/><Relationship Id="rId251" Type="http://schemas.openxmlformats.org/officeDocument/2006/relationships/customXml" Target="../ink/ink137.xml"/><Relationship Id="rId489" Type="http://schemas.openxmlformats.org/officeDocument/2006/relationships/customXml" Target="../ink/ink273.xml"/><Relationship Id="rId46" Type="http://schemas.openxmlformats.org/officeDocument/2006/relationships/customXml" Target="../ink/ink23.xml"/><Relationship Id="rId293" Type="http://schemas.openxmlformats.org/officeDocument/2006/relationships/customXml" Target="../ink/ink158.xml"/><Relationship Id="rId307" Type="http://schemas.openxmlformats.org/officeDocument/2006/relationships/customXml" Target="../ink/ink165.xml"/><Relationship Id="rId349" Type="http://schemas.openxmlformats.org/officeDocument/2006/relationships/customXml" Target="../ink/ink186.xml"/><Relationship Id="rId514" Type="http://schemas.openxmlformats.org/officeDocument/2006/relationships/customXml" Target="../ink/ink289.xml"/><Relationship Id="rId556" Type="http://schemas.openxmlformats.org/officeDocument/2006/relationships/customXml" Target="../ink/ink315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image" Target="../media/image168.png"/><Relationship Id="rId416" Type="http://schemas.openxmlformats.org/officeDocument/2006/relationships/customXml" Target="../ink/ink226.xml"/><Relationship Id="rId598" Type="http://schemas.openxmlformats.org/officeDocument/2006/relationships/image" Target="../media/image256.png"/><Relationship Id="rId220" Type="http://schemas.openxmlformats.org/officeDocument/2006/relationships/customXml" Target="../ink/ink110.xml"/><Relationship Id="rId458" Type="http://schemas.openxmlformats.org/officeDocument/2006/relationships/customXml" Target="../ink/ink251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image" Target="../media/image119.png"/><Relationship Id="rId318" Type="http://schemas.openxmlformats.org/officeDocument/2006/relationships/image" Target="../media/image147.png"/><Relationship Id="rId525" Type="http://schemas.openxmlformats.org/officeDocument/2006/relationships/image" Target="../media/image230.png"/><Relationship Id="rId567" Type="http://schemas.openxmlformats.org/officeDocument/2006/relationships/customXml" Target="../ink/ink326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customXml" Target="../ink/ink197.xml"/><Relationship Id="rId427" Type="http://schemas.openxmlformats.org/officeDocument/2006/relationships/customXml" Target="../ink/ink235.xml"/><Relationship Id="rId469" Type="http://schemas.openxmlformats.org/officeDocument/2006/relationships/image" Target="../media/image212.png"/><Relationship Id="rId26" Type="http://schemas.openxmlformats.org/officeDocument/2006/relationships/customXml" Target="../ink/ink13.xml"/><Relationship Id="rId231" Type="http://schemas.openxmlformats.org/officeDocument/2006/relationships/customXml" Target="../ink/ink119.xml"/><Relationship Id="rId273" Type="http://schemas.openxmlformats.org/officeDocument/2006/relationships/customXml" Target="../ink/ink148.xml"/><Relationship Id="rId329" Type="http://schemas.openxmlformats.org/officeDocument/2006/relationships/customXml" Target="../ink/ink176.xml"/><Relationship Id="rId480" Type="http://schemas.openxmlformats.org/officeDocument/2006/relationships/customXml" Target="../ink/ink264.xml"/><Relationship Id="rId536" Type="http://schemas.openxmlformats.org/officeDocument/2006/relationships/customXml" Target="../ink/ink300.xml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image" Target="../media/image158.png"/><Relationship Id="rId578" Type="http://schemas.openxmlformats.org/officeDocument/2006/relationships/image" Target="../media/image246.png"/><Relationship Id="rId200" Type="http://schemas.openxmlformats.org/officeDocument/2006/relationships/customXml" Target="../ink/ink100.xml"/><Relationship Id="rId382" Type="http://schemas.openxmlformats.org/officeDocument/2006/relationships/image" Target="../media/image179.png"/><Relationship Id="rId438" Type="http://schemas.openxmlformats.org/officeDocument/2006/relationships/customXml" Target="../ink/ink241.xml"/><Relationship Id="rId603" Type="http://schemas.openxmlformats.org/officeDocument/2006/relationships/customXml" Target="../ink/ink344.xml"/><Relationship Id="rId242" Type="http://schemas.openxmlformats.org/officeDocument/2006/relationships/customXml" Target="../ink/ink128.xml"/><Relationship Id="rId284" Type="http://schemas.openxmlformats.org/officeDocument/2006/relationships/image" Target="../media/image130.png"/><Relationship Id="rId491" Type="http://schemas.openxmlformats.org/officeDocument/2006/relationships/customXml" Target="../ink/ink275.xml"/><Relationship Id="rId505" Type="http://schemas.openxmlformats.org/officeDocument/2006/relationships/image" Target="../media/image220.png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306.xml"/><Relationship Id="rId589" Type="http://schemas.openxmlformats.org/officeDocument/2006/relationships/customXml" Target="../ink/ink337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customXml" Target="../ink/ink187.xml"/><Relationship Id="rId393" Type="http://schemas.openxmlformats.org/officeDocument/2006/relationships/customXml" Target="../ink/ink208.xml"/><Relationship Id="rId407" Type="http://schemas.openxmlformats.org/officeDocument/2006/relationships/customXml" Target="../ink/ink217.xml"/><Relationship Id="rId449" Type="http://schemas.openxmlformats.org/officeDocument/2006/relationships/image" Target="../media/image202.png"/><Relationship Id="rId614" Type="http://schemas.openxmlformats.org/officeDocument/2006/relationships/image" Target="../media/image267.svg"/><Relationship Id="rId211" Type="http://schemas.openxmlformats.org/officeDocument/2006/relationships/image" Target="../media/image105.png"/><Relationship Id="rId253" Type="http://schemas.openxmlformats.org/officeDocument/2006/relationships/customXml" Target="../ink/ink138.xml"/><Relationship Id="rId295" Type="http://schemas.openxmlformats.org/officeDocument/2006/relationships/customXml" Target="../ink/ink159.xml"/><Relationship Id="rId309" Type="http://schemas.openxmlformats.org/officeDocument/2006/relationships/customXml" Target="../ink/ink166.xml"/><Relationship Id="rId460" Type="http://schemas.openxmlformats.org/officeDocument/2006/relationships/customXml" Target="../ink/ink252.xml"/><Relationship Id="rId516" Type="http://schemas.openxmlformats.org/officeDocument/2006/relationships/customXml" Target="../ink/ink290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image" Target="../media/image148.png"/><Relationship Id="rId558" Type="http://schemas.openxmlformats.org/officeDocument/2006/relationships/customXml" Target="../ink/ink317.xml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image" Target="../media/image169.png"/><Relationship Id="rId418" Type="http://schemas.openxmlformats.org/officeDocument/2006/relationships/customXml" Target="../ink/ink228.xml"/><Relationship Id="rId222" Type="http://schemas.openxmlformats.org/officeDocument/2006/relationships/customXml" Target="../ink/ink111.xml"/><Relationship Id="rId264" Type="http://schemas.openxmlformats.org/officeDocument/2006/relationships/image" Target="../media/image120.png"/><Relationship Id="rId471" Type="http://schemas.openxmlformats.org/officeDocument/2006/relationships/image" Target="../media/image213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527" Type="http://schemas.openxmlformats.org/officeDocument/2006/relationships/image" Target="../media/image231.png"/><Relationship Id="rId569" Type="http://schemas.openxmlformats.org/officeDocument/2006/relationships/customXml" Target="../ink/ink327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customXml" Target="../ink/ink177.xml"/><Relationship Id="rId373" Type="http://schemas.openxmlformats.org/officeDocument/2006/relationships/customXml" Target="../ink/ink198.xml"/><Relationship Id="rId429" Type="http://schemas.openxmlformats.org/officeDocument/2006/relationships/customXml" Target="../ink/ink236.xml"/><Relationship Id="rId580" Type="http://schemas.openxmlformats.org/officeDocument/2006/relationships/image" Target="../media/image247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21.xml"/><Relationship Id="rId440" Type="http://schemas.openxmlformats.org/officeDocument/2006/relationships/customXml" Target="../ink/ink242.xml"/><Relationship Id="rId28" Type="http://schemas.openxmlformats.org/officeDocument/2006/relationships/customXml" Target="../ink/ink14.xml"/><Relationship Id="rId275" Type="http://schemas.openxmlformats.org/officeDocument/2006/relationships/customXml" Target="../ink/ink149.xml"/><Relationship Id="rId300" Type="http://schemas.openxmlformats.org/officeDocument/2006/relationships/image" Target="../media/image138.png"/><Relationship Id="rId482" Type="http://schemas.openxmlformats.org/officeDocument/2006/relationships/customXml" Target="../ink/ink266.xml"/><Relationship Id="rId538" Type="http://schemas.openxmlformats.org/officeDocument/2006/relationships/customXml" Target="../ink/ink301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image" Target="../media/image159.png"/><Relationship Id="rId384" Type="http://schemas.openxmlformats.org/officeDocument/2006/relationships/image" Target="../media/image180.png"/><Relationship Id="rId591" Type="http://schemas.openxmlformats.org/officeDocument/2006/relationships/customXml" Target="../ink/ink338.xml"/><Relationship Id="rId605" Type="http://schemas.openxmlformats.org/officeDocument/2006/relationships/customXml" Target="../ink/ink345.xml"/><Relationship Id="rId202" Type="http://schemas.openxmlformats.org/officeDocument/2006/relationships/customXml" Target="../ink/ink101.xml"/><Relationship Id="rId244" Type="http://schemas.openxmlformats.org/officeDocument/2006/relationships/customXml" Target="../ink/ink130.xml"/><Relationship Id="rId39" Type="http://schemas.openxmlformats.org/officeDocument/2006/relationships/image" Target="../media/image19.png"/><Relationship Id="rId286" Type="http://schemas.openxmlformats.org/officeDocument/2006/relationships/image" Target="../media/image131.png"/><Relationship Id="rId451" Type="http://schemas.openxmlformats.org/officeDocument/2006/relationships/image" Target="../media/image203.png"/><Relationship Id="rId493" Type="http://schemas.openxmlformats.org/officeDocument/2006/relationships/customXml" Target="../ink/ink277.xml"/><Relationship Id="rId507" Type="http://schemas.openxmlformats.org/officeDocument/2006/relationships/image" Target="../media/image221.png"/><Relationship Id="rId549" Type="http://schemas.openxmlformats.org/officeDocument/2006/relationships/customXml" Target="../ink/ink308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customXml" Target="../ink/ink167.xml"/><Relationship Id="rId353" Type="http://schemas.openxmlformats.org/officeDocument/2006/relationships/customXml" Target="../ink/ink188.xml"/><Relationship Id="rId395" Type="http://schemas.openxmlformats.org/officeDocument/2006/relationships/customXml" Target="../ink/ink209.xml"/><Relationship Id="rId409" Type="http://schemas.openxmlformats.org/officeDocument/2006/relationships/customXml" Target="../ink/ink219.xml"/><Relationship Id="rId560" Type="http://schemas.openxmlformats.org/officeDocument/2006/relationships/customXml" Target="../ink/ink319.xml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customXml" Target="../ink/ink230.xml"/><Relationship Id="rId255" Type="http://schemas.openxmlformats.org/officeDocument/2006/relationships/customXml" Target="../ink/ink139.xml"/><Relationship Id="rId297" Type="http://schemas.openxmlformats.org/officeDocument/2006/relationships/customXml" Target="../ink/ink160.xml"/><Relationship Id="rId462" Type="http://schemas.openxmlformats.org/officeDocument/2006/relationships/customXml" Target="../ink/ink253.xml"/><Relationship Id="rId518" Type="http://schemas.openxmlformats.org/officeDocument/2006/relationships/customXml" Target="../ink/ink291.xml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image" Target="../media/image149.png"/><Relationship Id="rId364" Type="http://schemas.openxmlformats.org/officeDocument/2006/relationships/image" Target="../media/image170.png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571" Type="http://schemas.openxmlformats.org/officeDocument/2006/relationships/customXml" Target="../ink/ink328.xml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image" Target="../media/image121.png"/><Relationship Id="rId431" Type="http://schemas.openxmlformats.org/officeDocument/2006/relationships/customXml" Target="../ink/ink237.xml"/><Relationship Id="rId473" Type="http://schemas.openxmlformats.org/officeDocument/2006/relationships/image" Target="../media/image214.png"/><Relationship Id="rId529" Type="http://schemas.openxmlformats.org/officeDocument/2006/relationships/image" Target="../media/image232.png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customXml" Target="../ink/ink178.xml"/><Relationship Id="rId540" Type="http://schemas.openxmlformats.org/officeDocument/2006/relationships/customXml" Target="../ink/ink302.xml"/><Relationship Id="rId72" Type="http://schemas.openxmlformats.org/officeDocument/2006/relationships/customXml" Target="../ink/ink36.xml"/><Relationship Id="rId375" Type="http://schemas.openxmlformats.org/officeDocument/2006/relationships/customXml" Target="../ink/ink199.xml"/><Relationship Id="rId582" Type="http://schemas.openxmlformats.org/officeDocument/2006/relationships/image" Target="../media/image248.png"/><Relationship Id="rId3" Type="http://schemas.openxmlformats.org/officeDocument/2006/relationships/image" Target="../media/image1.png"/><Relationship Id="rId235" Type="http://schemas.openxmlformats.org/officeDocument/2006/relationships/customXml" Target="../ink/ink123.xml"/><Relationship Id="rId277" Type="http://schemas.openxmlformats.org/officeDocument/2006/relationships/customXml" Target="../ink/ink150.xml"/><Relationship Id="rId400" Type="http://schemas.openxmlformats.org/officeDocument/2006/relationships/image" Target="../media/image188.png"/><Relationship Id="rId442" Type="http://schemas.openxmlformats.org/officeDocument/2006/relationships/customXml" Target="../ink/ink243.xml"/><Relationship Id="rId484" Type="http://schemas.openxmlformats.org/officeDocument/2006/relationships/customXml" Target="../ink/ink268.xml"/><Relationship Id="rId137" Type="http://schemas.openxmlformats.org/officeDocument/2006/relationships/image" Target="../media/image68.png"/><Relationship Id="rId302" Type="http://schemas.openxmlformats.org/officeDocument/2006/relationships/image" Target="../media/image139.png"/><Relationship Id="rId344" Type="http://schemas.openxmlformats.org/officeDocument/2006/relationships/image" Target="../media/image160.png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86" Type="http://schemas.openxmlformats.org/officeDocument/2006/relationships/image" Target="../media/image181.png"/><Relationship Id="rId551" Type="http://schemas.openxmlformats.org/officeDocument/2006/relationships/customXml" Target="../ink/ink310.xml"/><Relationship Id="rId593" Type="http://schemas.openxmlformats.org/officeDocument/2006/relationships/customXml" Target="../ink/ink339.xml"/><Relationship Id="rId607" Type="http://schemas.openxmlformats.org/officeDocument/2006/relationships/customXml" Target="../ink/ink346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32.xml"/><Relationship Id="rId288" Type="http://schemas.openxmlformats.org/officeDocument/2006/relationships/image" Target="../media/image132.png"/><Relationship Id="rId411" Type="http://schemas.openxmlformats.org/officeDocument/2006/relationships/customXml" Target="../ink/ink221.xml"/><Relationship Id="rId453" Type="http://schemas.openxmlformats.org/officeDocument/2006/relationships/image" Target="../media/image204.png"/><Relationship Id="rId509" Type="http://schemas.openxmlformats.org/officeDocument/2006/relationships/image" Target="../media/image222.png"/><Relationship Id="rId106" Type="http://schemas.openxmlformats.org/officeDocument/2006/relationships/customXml" Target="../ink/ink53.xml"/><Relationship Id="rId313" Type="http://schemas.openxmlformats.org/officeDocument/2006/relationships/customXml" Target="../ink/ink168.xml"/><Relationship Id="rId495" Type="http://schemas.openxmlformats.org/officeDocument/2006/relationships/customXml" Target="../ink/ink279.xml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customXml" Target="../ink/ink189.xml"/><Relationship Id="rId397" Type="http://schemas.openxmlformats.org/officeDocument/2006/relationships/customXml" Target="../ink/ink210.xml"/><Relationship Id="rId520" Type="http://schemas.openxmlformats.org/officeDocument/2006/relationships/customXml" Target="../ink/ink292.xml"/><Relationship Id="rId562" Type="http://schemas.openxmlformats.org/officeDocument/2006/relationships/customXml" Target="../ink/ink321.xml"/><Relationship Id="rId215" Type="http://schemas.openxmlformats.org/officeDocument/2006/relationships/image" Target="../media/image107.png"/><Relationship Id="rId257" Type="http://schemas.openxmlformats.org/officeDocument/2006/relationships/customXml" Target="../ink/ink140.xml"/><Relationship Id="rId422" Type="http://schemas.openxmlformats.org/officeDocument/2006/relationships/customXml" Target="../ink/ink232.xml"/><Relationship Id="rId464" Type="http://schemas.openxmlformats.org/officeDocument/2006/relationships/customXml" Target="../ink/ink254.xml"/><Relationship Id="rId299" Type="http://schemas.openxmlformats.org/officeDocument/2006/relationships/customXml" Target="../ink/ink161.xml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66" Type="http://schemas.openxmlformats.org/officeDocument/2006/relationships/image" Target="../media/image171.png"/><Relationship Id="rId573" Type="http://schemas.openxmlformats.org/officeDocument/2006/relationships/customXml" Target="../ink/ink329.xml"/><Relationship Id="rId226" Type="http://schemas.openxmlformats.org/officeDocument/2006/relationships/customXml" Target="../ink/ink114.xml"/><Relationship Id="rId433" Type="http://schemas.openxmlformats.org/officeDocument/2006/relationships/customXml" Target="../ink/ink238.xml"/><Relationship Id="rId74" Type="http://schemas.openxmlformats.org/officeDocument/2006/relationships/customXml" Target="../ink/ink37.xml"/><Relationship Id="rId377" Type="http://schemas.openxmlformats.org/officeDocument/2006/relationships/customXml" Target="../ink/ink200.xml"/><Relationship Id="rId500" Type="http://schemas.openxmlformats.org/officeDocument/2006/relationships/customXml" Target="../ink/ink282.xml"/><Relationship Id="rId584" Type="http://schemas.openxmlformats.org/officeDocument/2006/relationships/image" Target="../media/image249.png"/><Relationship Id="rId5" Type="http://schemas.openxmlformats.org/officeDocument/2006/relationships/image" Target="../media/image2.png"/><Relationship Id="rId237" Type="http://schemas.openxmlformats.org/officeDocument/2006/relationships/customXml" Target="../ink/ink124.xml"/><Relationship Id="rId444" Type="http://schemas.openxmlformats.org/officeDocument/2006/relationships/customXml" Target="../ink/ink244.xml"/><Relationship Id="rId290" Type="http://schemas.openxmlformats.org/officeDocument/2006/relationships/image" Target="../media/image133.png"/><Relationship Id="rId304" Type="http://schemas.openxmlformats.org/officeDocument/2006/relationships/image" Target="../media/image140.png"/><Relationship Id="rId388" Type="http://schemas.openxmlformats.org/officeDocument/2006/relationships/image" Target="../media/image182.png"/><Relationship Id="rId511" Type="http://schemas.openxmlformats.org/officeDocument/2006/relationships/image" Target="../media/image223.png"/><Relationship Id="rId609" Type="http://schemas.openxmlformats.org/officeDocument/2006/relationships/image" Target="../media/image262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595" Type="http://schemas.openxmlformats.org/officeDocument/2006/relationships/customXml" Target="../ink/ink340.xml"/><Relationship Id="rId248" Type="http://schemas.openxmlformats.org/officeDocument/2006/relationships/customXml" Target="../ink/ink134.xml"/><Relationship Id="rId455" Type="http://schemas.openxmlformats.org/officeDocument/2006/relationships/image" Target="../media/image205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customXml" Target="../ink/ink169.xml"/><Relationship Id="rId522" Type="http://schemas.openxmlformats.org/officeDocument/2006/relationships/customXml" Target="../ink/ink293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399" Type="http://schemas.openxmlformats.org/officeDocument/2006/relationships/customXml" Target="../ink/ink211.xml"/><Relationship Id="rId259" Type="http://schemas.openxmlformats.org/officeDocument/2006/relationships/customXml" Target="../ink/ink141.xml"/><Relationship Id="rId466" Type="http://schemas.openxmlformats.org/officeDocument/2006/relationships/customXml" Target="../ink/ink255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326" Type="http://schemas.openxmlformats.org/officeDocument/2006/relationships/image" Target="../media/image151.png"/><Relationship Id="rId533" Type="http://schemas.openxmlformats.org/officeDocument/2006/relationships/image" Target="../media/image234.png"/><Relationship Id="rId172" Type="http://schemas.openxmlformats.org/officeDocument/2006/relationships/customXml" Target="../ink/ink86.xml"/><Relationship Id="rId477" Type="http://schemas.openxmlformats.org/officeDocument/2006/relationships/customXml" Target="../ink/ink261.xml"/><Relationship Id="rId600" Type="http://schemas.openxmlformats.org/officeDocument/2006/relationships/image" Target="../media/image257.png"/><Relationship Id="rId337" Type="http://schemas.openxmlformats.org/officeDocument/2006/relationships/customXml" Target="../ink/ink180.xml"/><Relationship Id="rId34" Type="http://schemas.openxmlformats.org/officeDocument/2006/relationships/customXml" Target="../ink/ink17.xml"/><Relationship Id="rId544" Type="http://schemas.openxmlformats.org/officeDocument/2006/relationships/customXml" Target="../ink/ink304.xml"/><Relationship Id="rId183" Type="http://schemas.openxmlformats.org/officeDocument/2006/relationships/image" Target="../media/image91.png"/><Relationship Id="rId390" Type="http://schemas.openxmlformats.org/officeDocument/2006/relationships/image" Target="../media/image183.png"/><Relationship Id="rId404" Type="http://schemas.openxmlformats.org/officeDocument/2006/relationships/customXml" Target="../ink/ink214.xml"/><Relationship Id="rId611" Type="http://schemas.openxmlformats.org/officeDocument/2006/relationships/image" Target="../media/image264.png"/><Relationship Id="rId250" Type="http://schemas.openxmlformats.org/officeDocument/2006/relationships/customXml" Target="../ink/ink136.xml"/><Relationship Id="rId488" Type="http://schemas.openxmlformats.org/officeDocument/2006/relationships/customXml" Target="../ink/ink272.xml"/><Relationship Id="rId45" Type="http://schemas.openxmlformats.org/officeDocument/2006/relationships/image" Target="../media/image22.png"/><Relationship Id="rId110" Type="http://schemas.openxmlformats.org/officeDocument/2006/relationships/customXml" Target="../ink/ink55.xml"/><Relationship Id="rId348" Type="http://schemas.openxmlformats.org/officeDocument/2006/relationships/image" Target="../media/image162.png"/><Relationship Id="rId555" Type="http://schemas.openxmlformats.org/officeDocument/2006/relationships/customXml" Target="../ink/ink314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customXml" Target="../ink/ink225.xml"/><Relationship Id="rId261" Type="http://schemas.openxmlformats.org/officeDocument/2006/relationships/customXml" Target="../ink/ink142.xml"/><Relationship Id="rId499" Type="http://schemas.openxmlformats.org/officeDocument/2006/relationships/image" Target="../media/image217.png"/><Relationship Id="rId56" Type="http://schemas.openxmlformats.org/officeDocument/2006/relationships/customXml" Target="../ink/ink28.xml"/><Relationship Id="rId359" Type="http://schemas.openxmlformats.org/officeDocument/2006/relationships/customXml" Target="../ink/ink191.xml"/><Relationship Id="rId566" Type="http://schemas.openxmlformats.org/officeDocument/2006/relationships/customXml" Target="../ink/ink325.xml"/><Relationship Id="rId121" Type="http://schemas.openxmlformats.org/officeDocument/2006/relationships/image" Target="../media/image60.png"/><Relationship Id="rId219" Type="http://schemas.openxmlformats.org/officeDocument/2006/relationships/image" Target="../media/image109.png"/><Relationship Id="rId426" Type="http://schemas.openxmlformats.org/officeDocument/2006/relationships/image" Target="../media/image1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グループ化 350">
            <a:extLst>
              <a:ext uri="{FF2B5EF4-FFF2-40B4-BE49-F238E27FC236}">
                <a16:creationId xmlns:a16="http://schemas.microsoft.com/office/drawing/2014/main" id="{E8133878-AEB7-BDB9-B628-7037AB3A05B5}"/>
              </a:ext>
            </a:extLst>
          </p:cNvPr>
          <p:cNvGrpSpPr/>
          <p:nvPr/>
        </p:nvGrpSpPr>
        <p:grpSpPr>
          <a:xfrm>
            <a:off x="8446048" y="875507"/>
            <a:ext cx="529560" cy="653760"/>
            <a:chOff x="8446048" y="875507"/>
            <a:chExt cx="529560" cy="65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20" name="インク 219">
                  <a:extLst>
                    <a:ext uri="{FF2B5EF4-FFF2-40B4-BE49-F238E27FC236}">
                      <a16:creationId xmlns:a16="http://schemas.microsoft.com/office/drawing/2014/main" id="{F4285902-734B-BB45-CA0E-E03E02D1A0D3}"/>
                    </a:ext>
                  </a:extLst>
                </p14:cNvPr>
                <p14:cNvContentPartPr/>
                <p14:nvPr/>
              </p14:nvContentPartPr>
              <p14:xfrm>
                <a:off x="8702008" y="1167827"/>
                <a:ext cx="58680" cy="160200"/>
              </p14:xfrm>
            </p:contentPart>
          </mc:Choice>
          <mc:Fallback xmlns="">
            <p:pic>
              <p:nvPicPr>
                <p:cNvPr id="220" name="インク 219">
                  <a:extLst>
                    <a:ext uri="{FF2B5EF4-FFF2-40B4-BE49-F238E27FC236}">
                      <a16:creationId xmlns:a16="http://schemas.microsoft.com/office/drawing/2014/main" id="{F4285902-734B-BB45-CA0E-E03E02D1A0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84008" y="1150187"/>
                  <a:ext cx="94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1" name="インク 220">
                  <a:extLst>
                    <a:ext uri="{FF2B5EF4-FFF2-40B4-BE49-F238E27FC236}">
                      <a16:creationId xmlns:a16="http://schemas.microsoft.com/office/drawing/2014/main" id="{11C1A3BD-BEE6-AFDC-7712-CE54EA514E7E}"/>
                    </a:ext>
                  </a:extLst>
                </p14:cNvPr>
                <p14:cNvContentPartPr/>
                <p14:nvPr/>
              </p14:nvContentPartPr>
              <p14:xfrm>
                <a:off x="8737648" y="1147307"/>
                <a:ext cx="68040" cy="139680"/>
              </p14:xfrm>
            </p:contentPart>
          </mc:Choice>
          <mc:Fallback xmlns="">
            <p:pic>
              <p:nvPicPr>
                <p:cNvPr id="221" name="インク 220">
                  <a:extLst>
                    <a:ext uri="{FF2B5EF4-FFF2-40B4-BE49-F238E27FC236}">
                      <a16:creationId xmlns:a16="http://schemas.microsoft.com/office/drawing/2014/main" id="{11C1A3BD-BEE6-AFDC-7712-CE54EA514E7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20008" y="1129667"/>
                  <a:ext cx="103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2" name="インク 221">
                  <a:extLst>
                    <a:ext uri="{FF2B5EF4-FFF2-40B4-BE49-F238E27FC236}">
                      <a16:creationId xmlns:a16="http://schemas.microsoft.com/office/drawing/2014/main" id="{B89EAEDE-ED27-D2B2-1744-E5A6E000D411}"/>
                    </a:ext>
                  </a:extLst>
                </p14:cNvPr>
                <p14:cNvContentPartPr/>
                <p14:nvPr/>
              </p14:nvContentPartPr>
              <p14:xfrm>
                <a:off x="8684008" y="1288067"/>
                <a:ext cx="104040" cy="216720"/>
              </p14:xfrm>
            </p:contentPart>
          </mc:Choice>
          <mc:Fallback xmlns="">
            <p:pic>
              <p:nvPicPr>
                <p:cNvPr id="222" name="インク 221">
                  <a:extLst>
                    <a:ext uri="{FF2B5EF4-FFF2-40B4-BE49-F238E27FC236}">
                      <a16:creationId xmlns:a16="http://schemas.microsoft.com/office/drawing/2014/main" id="{B89EAEDE-ED27-D2B2-1744-E5A6E000D41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66368" y="1270427"/>
                  <a:ext cx="139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3" name="インク 222">
                  <a:extLst>
                    <a:ext uri="{FF2B5EF4-FFF2-40B4-BE49-F238E27FC236}">
                      <a16:creationId xmlns:a16="http://schemas.microsoft.com/office/drawing/2014/main" id="{D6A03DA3-6039-71BB-F1D5-869A88493EEC}"/>
                    </a:ext>
                  </a:extLst>
                </p14:cNvPr>
                <p14:cNvContentPartPr/>
                <p14:nvPr/>
              </p14:nvContentPartPr>
              <p14:xfrm>
                <a:off x="8681848" y="1301387"/>
                <a:ext cx="152640" cy="224280"/>
              </p14:xfrm>
            </p:contentPart>
          </mc:Choice>
          <mc:Fallback xmlns="">
            <p:pic>
              <p:nvPicPr>
                <p:cNvPr id="223" name="インク 222">
                  <a:extLst>
                    <a:ext uri="{FF2B5EF4-FFF2-40B4-BE49-F238E27FC236}">
                      <a16:creationId xmlns:a16="http://schemas.microsoft.com/office/drawing/2014/main" id="{D6A03DA3-6039-71BB-F1D5-869A88493E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64208" y="1283387"/>
                  <a:ext cx="188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5" name="インク 224">
                  <a:extLst>
                    <a:ext uri="{FF2B5EF4-FFF2-40B4-BE49-F238E27FC236}">
                      <a16:creationId xmlns:a16="http://schemas.microsoft.com/office/drawing/2014/main" id="{5E6F2BCA-BA10-24FA-7B63-9E83ECAFC317}"/>
                    </a:ext>
                  </a:extLst>
                </p14:cNvPr>
                <p14:cNvContentPartPr/>
                <p14:nvPr/>
              </p14:nvContentPartPr>
              <p14:xfrm>
                <a:off x="8694808" y="1197347"/>
                <a:ext cx="1080" cy="1080"/>
              </p14:xfrm>
            </p:contentPart>
          </mc:Choice>
          <mc:Fallback xmlns="">
            <p:pic>
              <p:nvPicPr>
                <p:cNvPr id="225" name="インク 224">
                  <a:extLst>
                    <a:ext uri="{FF2B5EF4-FFF2-40B4-BE49-F238E27FC236}">
                      <a16:creationId xmlns:a16="http://schemas.microsoft.com/office/drawing/2014/main" id="{5E6F2BCA-BA10-24FA-7B63-9E83ECAFC31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676808" y="1179347"/>
                  <a:ext cx="36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7" name="インク 226">
                  <a:extLst>
                    <a:ext uri="{FF2B5EF4-FFF2-40B4-BE49-F238E27FC236}">
                      <a16:creationId xmlns:a16="http://schemas.microsoft.com/office/drawing/2014/main" id="{C9B5EC19-54DD-675A-B6B9-3D54FF2489A8}"/>
                    </a:ext>
                  </a:extLst>
                </p14:cNvPr>
                <p14:cNvContentPartPr/>
                <p14:nvPr/>
              </p14:nvContentPartPr>
              <p14:xfrm>
                <a:off x="8676808" y="1236587"/>
                <a:ext cx="9000" cy="106560"/>
              </p14:xfrm>
            </p:contentPart>
          </mc:Choice>
          <mc:Fallback xmlns="">
            <p:pic>
              <p:nvPicPr>
                <p:cNvPr id="227" name="インク 226">
                  <a:extLst>
                    <a:ext uri="{FF2B5EF4-FFF2-40B4-BE49-F238E27FC236}">
                      <a16:creationId xmlns:a16="http://schemas.microsoft.com/office/drawing/2014/main" id="{C9B5EC19-54DD-675A-B6B9-3D54FF2489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59168" y="1218947"/>
                  <a:ext cx="44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8" name="インク 227">
                  <a:extLst>
                    <a:ext uri="{FF2B5EF4-FFF2-40B4-BE49-F238E27FC236}">
                      <a16:creationId xmlns:a16="http://schemas.microsoft.com/office/drawing/2014/main" id="{4AB47E04-4523-8FD0-E7B5-7031BF453E6F}"/>
                    </a:ext>
                  </a:extLst>
                </p14:cNvPr>
                <p14:cNvContentPartPr/>
                <p14:nvPr/>
              </p14:nvContentPartPr>
              <p14:xfrm>
                <a:off x="8552608" y="1321907"/>
                <a:ext cx="143280" cy="207360"/>
              </p14:xfrm>
            </p:contentPart>
          </mc:Choice>
          <mc:Fallback xmlns="">
            <p:pic>
              <p:nvPicPr>
                <p:cNvPr id="228" name="インク 227">
                  <a:extLst>
                    <a:ext uri="{FF2B5EF4-FFF2-40B4-BE49-F238E27FC236}">
                      <a16:creationId xmlns:a16="http://schemas.microsoft.com/office/drawing/2014/main" id="{4AB47E04-4523-8FD0-E7B5-7031BF453E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34968" y="1304267"/>
                  <a:ext cx="1789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9" name="インク 228">
                  <a:extLst>
                    <a:ext uri="{FF2B5EF4-FFF2-40B4-BE49-F238E27FC236}">
                      <a16:creationId xmlns:a16="http://schemas.microsoft.com/office/drawing/2014/main" id="{38B83599-9DC6-88BD-21BE-1301C50C83F4}"/>
                    </a:ext>
                  </a:extLst>
                </p14:cNvPr>
                <p14:cNvContentPartPr/>
                <p14:nvPr/>
              </p14:nvContentPartPr>
              <p14:xfrm>
                <a:off x="8619928" y="1353227"/>
                <a:ext cx="59760" cy="129960"/>
              </p14:xfrm>
            </p:contentPart>
          </mc:Choice>
          <mc:Fallback xmlns="">
            <p:pic>
              <p:nvPicPr>
                <p:cNvPr id="229" name="インク 228">
                  <a:extLst>
                    <a:ext uri="{FF2B5EF4-FFF2-40B4-BE49-F238E27FC236}">
                      <a16:creationId xmlns:a16="http://schemas.microsoft.com/office/drawing/2014/main" id="{38B83599-9DC6-88BD-21BE-1301C50C83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02288" y="1335227"/>
                  <a:ext cx="95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9" name="インク 238">
                  <a:extLst>
                    <a:ext uri="{FF2B5EF4-FFF2-40B4-BE49-F238E27FC236}">
                      <a16:creationId xmlns:a16="http://schemas.microsoft.com/office/drawing/2014/main" id="{C62A63B8-122C-7E30-5CF8-E581DF787C8C}"/>
                    </a:ext>
                  </a:extLst>
                </p14:cNvPr>
                <p14:cNvContentPartPr/>
                <p14:nvPr/>
              </p14:nvContentPartPr>
              <p14:xfrm>
                <a:off x="8446048" y="875507"/>
                <a:ext cx="168480" cy="160200"/>
              </p14:xfrm>
            </p:contentPart>
          </mc:Choice>
          <mc:Fallback xmlns="">
            <p:pic>
              <p:nvPicPr>
                <p:cNvPr id="239" name="インク 238">
                  <a:extLst>
                    <a:ext uri="{FF2B5EF4-FFF2-40B4-BE49-F238E27FC236}">
                      <a16:creationId xmlns:a16="http://schemas.microsoft.com/office/drawing/2014/main" id="{C62A63B8-122C-7E30-5CF8-E581DF787C8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28048" y="857867"/>
                  <a:ext cx="204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0" name="インク 239">
                  <a:extLst>
                    <a:ext uri="{FF2B5EF4-FFF2-40B4-BE49-F238E27FC236}">
                      <a16:creationId xmlns:a16="http://schemas.microsoft.com/office/drawing/2014/main" id="{CA3E8103-3CFD-1EA1-8F17-8021D626E979}"/>
                    </a:ext>
                  </a:extLst>
                </p14:cNvPr>
                <p14:cNvContentPartPr/>
                <p14:nvPr/>
              </p14:nvContentPartPr>
              <p14:xfrm>
                <a:off x="8508688" y="906107"/>
                <a:ext cx="117360" cy="138240"/>
              </p14:xfrm>
            </p:contentPart>
          </mc:Choice>
          <mc:Fallback xmlns="">
            <p:pic>
              <p:nvPicPr>
                <p:cNvPr id="240" name="インク 239">
                  <a:extLst>
                    <a:ext uri="{FF2B5EF4-FFF2-40B4-BE49-F238E27FC236}">
                      <a16:creationId xmlns:a16="http://schemas.microsoft.com/office/drawing/2014/main" id="{CA3E8103-3CFD-1EA1-8F17-8021D626E9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90688" y="888467"/>
                  <a:ext cx="153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0" name="インク 349">
                  <a:extLst>
                    <a:ext uri="{FF2B5EF4-FFF2-40B4-BE49-F238E27FC236}">
                      <a16:creationId xmlns:a16="http://schemas.microsoft.com/office/drawing/2014/main" id="{245CDE86-DDB4-4E21-748D-15C0E27FA781}"/>
                    </a:ext>
                  </a:extLst>
                </p14:cNvPr>
                <p14:cNvContentPartPr/>
                <p14:nvPr/>
              </p14:nvContentPartPr>
              <p14:xfrm>
                <a:off x="8686168" y="950027"/>
                <a:ext cx="289440" cy="144720"/>
              </p14:xfrm>
            </p:contentPart>
          </mc:Choice>
          <mc:Fallback xmlns="">
            <p:pic>
              <p:nvPicPr>
                <p:cNvPr id="350" name="インク 349">
                  <a:extLst>
                    <a:ext uri="{FF2B5EF4-FFF2-40B4-BE49-F238E27FC236}">
                      <a16:creationId xmlns:a16="http://schemas.microsoft.com/office/drawing/2014/main" id="{245CDE86-DDB4-4E21-748D-15C0E27FA7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68528" y="932387"/>
                  <a:ext cx="32508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グループ化 348">
            <a:extLst>
              <a:ext uri="{FF2B5EF4-FFF2-40B4-BE49-F238E27FC236}">
                <a16:creationId xmlns:a16="http://schemas.microsoft.com/office/drawing/2014/main" id="{2ABDA51E-70FD-313D-7167-F0652F4DCBC1}"/>
              </a:ext>
            </a:extLst>
          </p:cNvPr>
          <p:cNvGrpSpPr/>
          <p:nvPr/>
        </p:nvGrpSpPr>
        <p:grpSpPr>
          <a:xfrm>
            <a:off x="11106725" y="890987"/>
            <a:ext cx="580680" cy="668160"/>
            <a:chOff x="7144288" y="890987"/>
            <a:chExt cx="580680" cy="66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C562D57B-E0D6-2E01-B5B5-3C2777037E72}"/>
                    </a:ext>
                  </a:extLst>
                </p14:cNvPr>
                <p14:cNvContentPartPr/>
                <p14:nvPr/>
              </p14:nvContentPartPr>
              <p14:xfrm>
                <a:off x="7390888" y="1159907"/>
                <a:ext cx="144720" cy="18396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C562D57B-E0D6-2E01-B5B5-3C2777037E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73248" y="1142267"/>
                  <a:ext cx="1803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7" name="インク 176">
                  <a:extLst>
                    <a:ext uri="{FF2B5EF4-FFF2-40B4-BE49-F238E27FC236}">
                      <a16:creationId xmlns:a16="http://schemas.microsoft.com/office/drawing/2014/main" id="{A34ADCDB-8412-8D13-AB92-B90A878F825B}"/>
                    </a:ext>
                  </a:extLst>
                </p14:cNvPr>
                <p14:cNvContentPartPr/>
                <p14:nvPr/>
              </p14:nvContentPartPr>
              <p14:xfrm>
                <a:off x="7447048" y="1176827"/>
                <a:ext cx="115200" cy="145080"/>
              </p14:xfrm>
            </p:contentPart>
          </mc:Choice>
          <mc:Fallback xmlns="">
            <p:pic>
              <p:nvPicPr>
                <p:cNvPr id="177" name="インク 176">
                  <a:extLst>
                    <a:ext uri="{FF2B5EF4-FFF2-40B4-BE49-F238E27FC236}">
                      <a16:creationId xmlns:a16="http://schemas.microsoft.com/office/drawing/2014/main" id="{A34ADCDB-8412-8D13-AB92-B90A878F825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29048" y="1158827"/>
                  <a:ext cx="150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8" name="インク 177">
                  <a:extLst>
                    <a:ext uri="{FF2B5EF4-FFF2-40B4-BE49-F238E27FC236}">
                      <a16:creationId xmlns:a16="http://schemas.microsoft.com/office/drawing/2014/main" id="{A7988CAF-F3B5-044B-2423-18E4E5E1F3FB}"/>
                    </a:ext>
                  </a:extLst>
                </p14:cNvPr>
                <p14:cNvContentPartPr/>
                <p14:nvPr/>
              </p14:nvContentPartPr>
              <p14:xfrm>
                <a:off x="7526608" y="1357187"/>
                <a:ext cx="76680" cy="161640"/>
              </p14:xfrm>
            </p:contentPart>
          </mc:Choice>
          <mc:Fallback xmlns="">
            <p:pic>
              <p:nvPicPr>
                <p:cNvPr id="178" name="インク 177">
                  <a:extLst>
                    <a:ext uri="{FF2B5EF4-FFF2-40B4-BE49-F238E27FC236}">
                      <a16:creationId xmlns:a16="http://schemas.microsoft.com/office/drawing/2014/main" id="{A7988CAF-F3B5-044B-2423-18E4E5E1F3F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08968" y="1339187"/>
                  <a:ext cx="112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9" name="インク 178">
                  <a:extLst>
                    <a:ext uri="{FF2B5EF4-FFF2-40B4-BE49-F238E27FC236}">
                      <a16:creationId xmlns:a16="http://schemas.microsoft.com/office/drawing/2014/main" id="{25AFF091-A6F6-8296-5046-B45E68D9D2D6}"/>
                    </a:ext>
                  </a:extLst>
                </p14:cNvPr>
                <p14:cNvContentPartPr/>
                <p14:nvPr/>
              </p14:nvContentPartPr>
              <p14:xfrm>
                <a:off x="7591408" y="1337027"/>
                <a:ext cx="52200" cy="169200"/>
              </p14:xfrm>
            </p:contentPart>
          </mc:Choice>
          <mc:Fallback xmlns="">
            <p:pic>
              <p:nvPicPr>
                <p:cNvPr id="179" name="インク 178">
                  <a:extLst>
                    <a:ext uri="{FF2B5EF4-FFF2-40B4-BE49-F238E27FC236}">
                      <a16:creationId xmlns:a16="http://schemas.microsoft.com/office/drawing/2014/main" id="{25AFF091-A6F6-8296-5046-B45E68D9D2D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73408" y="1319027"/>
                  <a:ext cx="87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0" name="インク 179">
                  <a:extLst>
                    <a:ext uri="{FF2B5EF4-FFF2-40B4-BE49-F238E27FC236}">
                      <a16:creationId xmlns:a16="http://schemas.microsoft.com/office/drawing/2014/main" id="{9CE8C82B-5361-84AC-B0C8-D78C014689EB}"/>
                    </a:ext>
                  </a:extLst>
                </p14:cNvPr>
                <p14:cNvContentPartPr/>
                <p14:nvPr/>
              </p14:nvContentPartPr>
              <p14:xfrm>
                <a:off x="7614808" y="1477787"/>
                <a:ext cx="110160" cy="41760"/>
              </p14:xfrm>
            </p:contentPart>
          </mc:Choice>
          <mc:Fallback xmlns="">
            <p:pic>
              <p:nvPicPr>
                <p:cNvPr id="180" name="インク 179">
                  <a:extLst>
                    <a:ext uri="{FF2B5EF4-FFF2-40B4-BE49-F238E27FC236}">
                      <a16:creationId xmlns:a16="http://schemas.microsoft.com/office/drawing/2014/main" id="{9CE8C82B-5361-84AC-B0C8-D78C014689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96808" y="1460147"/>
                  <a:ext cx="145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2" name="インク 181">
                  <a:extLst>
                    <a:ext uri="{FF2B5EF4-FFF2-40B4-BE49-F238E27FC236}">
                      <a16:creationId xmlns:a16="http://schemas.microsoft.com/office/drawing/2014/main" id="{2A90D1AD-E309-7A5D-252A-4316F8CA0633}"/>
                    </a:ext>
                  </a:extLst>
                </p14:cNvPr>
                <p14:cNvContentPartPr/>
                <p14:nvPr/>
              </p14:nvContentPartPr>
              <p14:xfrm>
                <a:off x="7302688" y="1248107"/>
                <a:ext cx="103320" cy="141840"/>
              </p14:xfrm>
            </p:contentPart>
          </mc:Choice>
          <mc:Fallback xmlns="">
            <p:pic>
              <p:nvPicPr>
                <p:cNvPr id="182" name="インク 181">
                  <a:extLst>
                    <a:ext uri="{FF2B5EF4-FFF2-40B4-BE49-F238E27FC236}">
                      <a16:creationId xmlns:a16="http://schemas.microsoft.com/office/drawing/2014/main" id="{2A90D1AD-E309-7A5D-252A-4316F8CA063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85048" y="1230107"/>
                  <a:ext cx="1389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3" name="インク 182">
                  <a:extLst>
                    <a:ext uri="{FF2B5EF4-FFF2-40B4-BE49-F238E27FC236}">
                      <a16:creationId xmlns:a16="http://schemas.microsoft.com/office/drawing/2014/main" id="{A3EDE539-C4FD-9477-A1FE-15CB5742AF4E}"/>
                    </a:ext>
                  </a:extLst>
                </p14:cNvPr>
                <p14:cNvContentPartPr/>
                <p14:nvPr/>
              </p14:nvContentPartPr>
              <p14:xfrm>
                <a:off x="7272088" y="1199147"/>
                <a:ext cx="141840" cy="172440"/>
              </p14:xfrm>
            </p:contentPart>
          </mc:Choice>
          <mc:Fallback xmlns="">
            <p:pic>
              <p:nvPicPr>
                <p:cNvPr id="183" name="インク 182">
                  <a:extLst>
                    <a:ext uri="{FF2B5EF4-FFF2-40B4-BE49-F238E27FC236}">
                      <a16:creationId xmlns:a16="http://schemas.microsoft.com/office/drawing/2014/main" id="{A3EDE539-C4FD-9477-A1FE-15CB5742AF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54448" y="1181147"/>
                  <a:ext cx="177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5" name="インク 184">
                  <a:extLst>
                    <a:ext uri="{FF2B5EF4-FFF2-40B4-BE49-F238E27FC236}">
                      <a16:creationId xmlns:a16="http://schemas.microsoft.com/office/drawing/2014/main" id="{F0735A35-4288-FCAA-BBCE-17DDC089658B}"/>
                    </a:ext>
                  </a:extLst>
                </p14:cNvPr>
                <p14:cNvContentPartPr/>
                <p14:nvPr/>
              </p14:nvContentPartPr>
              <p14:xfrm>
                <a:off x="7152928" y="1358987"/>
                <a:ext cx="163440" cy="167040"/>
              </p14:xfrm>
            </p:contentPart>
          </mc:Choice>
          <mc:Fallback xmlns="">
            <p:pic>
              <p:nvPicPr>
                <p:cNvPr id="185" name="インク 184">
                  <a:extLst>
                    <a:ext uri="{FF2B5EF4-FFF2-40B4-BE49-F238E27FC236}">
                      <a16:creationId xmlns:a16="http://schemas.microsoft.com/office/drawing/2014/main" id="{F0735A35-4288-FCAA-BBCE-17DDC089658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35288" y="1341347"/>
                  <a:ext cx="199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86" name="インク 185">
                  <a:extLst>
                    <a:ext uri="{FF2B5EF4-FFF2-40B4-BE49-F238E27FC236}">
                      <a16:creationId xmlns:a16="http://schemas.microsoft.com/office/drawing/2014/main" id="{F410CEEF-71C7-CF65-0723-F1F7C5DE0BBC}"/>
                    </a:ext>
                  </a:extLst>
                </p14:cNvPr>
                <p14:cNvContentPartPr/>
                <p14:nvPr/>
              </p14:nvContentPartPr>
              <p14:xfrm>
                <a:off x="7144288" y="1353227"/>
                <a:ext cx="143640" cy="205920"/>
              </p14:xfrm>
            </p:contentPart>
          </mc:Choice>
          <mc:Fallback xmlns="">
            <p:pic>
              <p:nvPicPr>
                <p:cNvPr id="186" name="インク 185">
                  <a:extLst>
                    <a:ext uri="{FF2B5EF4-FFF2-40B4-BE49-F238E27FC236}">
                      <a16:creationId xmlns:a16="http://schemas.microsoft.com/office/drawing/2014/main" id="{F410CEEF-71C7-CF65-0723-F1F7C5DE0BB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26288" y="1335227"/>
                  <a:ext cx="1792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6" name="インク 235">
                  <a:extLst>
                    <a:ext uri="{FF2B5EF4-FFF2-40B4-BE49-F238E27FC236}">
                      <a16:creationId xmlns:a16="http://schemas.microsoft.com/office/drawing/2014/main" id="{8E1B7A93-FAFB-5836-5A85-78C892CDA2EA}"/>
                    </a:ext>
                  </a:extLst>
                </p14:cNvPr>
                <p14:cNvContentPartPr/>
                <p14:nvPr/>
              </p14:nvContentPartPr>
              <p14:xfrm>
                <a:off x="7213048" y="890987"/>
                <a:ext cx="117720" cy="128520"/>
              </p14:xfrm>
            </p:contentPart>
          </mc:Choice>
          <mc:Fallback xmlns="">
            <p:pic>
              <p:nvPicPr>
                <p:cNvPr id="236" name="インク 235">
                  <a:extLst>
                    <a:ext uri="{FF2B5EF4-FFF2-40B4-BE49-F238E27FC236}">
                      <a16:creationId xmlns:a16="http://schemas.microsoft.com/office/drawing/2014/main" id="{8E1B7A93-FAFB-5836-5A85-78C892CDA2E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95048" y="873347"/>
                  <a:ext cx="153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7" name="インク 236">
                  <a:extLst>
                    <a:ext uri="{FF2B5EF4-FFF2-40B4-BE49-F238E27FC236}">
                      <a16:creationId xmlns:a16="http://schemas.microsoft.com/office/drawing/2014/main" id="{746B24BE-C62E-1E2C-AC73-EBE94DBAA554}"/>
                    </a:ext>
                  </a:extLst>
                </p14:cNvPr>
                <p14:cNvContentPartPr/>
                <p14:nvPr/>
              </p14:nvContentPartPr>
              <p14:xfrm>
                <a:off x="7249768" y="916547"/>
                <a:ext cx="82440" cy="73080"/>
              </p14:xfrm>
            </p:contentPart>
          </mc:Choice>
          <mc:Fallback xmlns="">
            <p:pic>
              <p:nvPicPr>
                <p:cNvPr id="237" name="インク 236">
                  <a:extLst>
                    <a:ext uri="{FF2B5EF4-FFF2-40B4-BE49-F238E27FC236}">
                      <a16:creationId xmlns:a16="http://schemas.microsoft.com/office/drawing/2014/main" id="{746B24BE-C62E-1E2C-AC73-EBE94DBAA5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32128" y="898907"/>
                  <a:ext cx="1180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8" name="インク 347">
                  <a:extLst>
                    <a:ext uri="{FF2B5EF4-FFF2-40B4-BE49-F238E27FC236}">
                      <a16:creationId xmlns:a16="http://schemas.microsoft.com/office/drawing/2014/main" id="{0CDB339B-E1B4-436D-EF6C-ECA26127F55F}"/>
                    </a:ext>
                  </a:extLst>
                </p14:cNvPr>
                <p14:cNvContentPartPr/>
                <p14:nvPr/>
              </p14:nvContentPartPr>
              <p14:xfrm>
                <a:off x="7398808" y="927707"/>
                <a:ext cx="293760" cy="186120"/>
              </p14:xfrm>
            </p:contentPart>
          </mc:Choice>
          <mc:Fallback xmlns="">
            <p:pic>
              <p:nvPicPr>
                <p:cNvPr id="348" name="インク 347">
                  <a:extLst>
                    <a:ext uri="{FF2B5EF4-FFF2-40B4-BE49-F238E27FC236}">
                      <a16:creationId xmlns:a16="http://schemas.microsoft.com/office/drawing/2014/main" id="{0CDB339B-E1B4-436D-EF6C-ECA26127F5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80808" y="909707"/>
                  <a:ext cx="32940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グループ化 354">
            <a:extLst>
              <a:ext uri="{FF2B5EF4-FFF2-40B4-BE49-F238E27FC236}">
                <a16:creationId xmlns:a16="http://schemas.microsoft.com/office/drawing/2014/main" id="{AEB18076-38C7-4314-3B69-114B2AA2B01C}"/>
              </a:ext>
            </a:extLst>
          </p:cNvPr>
          <p:cNvGrpSpPr/>
          <p:nvPr/>
        </p:nvGrpSpPr>
        <p:grpSpPr>
          <a:xfrm>
            <a:off x="9811309" y="711707"/>
            <a:ext cx="483120" cy="860040"/>
            <a:chOff x="5894368" y="711707"/>
            <a:chExt cx="483120" cy="86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31" name="インク 130">
                  <a:extLst>
                    <a:ext uri="{FF2B5EF4-FFF2-40B4-BE49-F238E27FC236}">
                      <a16:creationId xmlns:a16="http://schemas.microsoft.com/office/drawing/2014/main" id="{D909B527-D7B9-D0F1-B4B7-020FCF8D5280}"/>
                    </a:ext>
                  </a:extLst>
                </p14:cNvPr>
                <p14:cNvContentPartPr/>
                <p14:nvPr/>
              </p14:nvContentPartPr>
              <p14:xfrm>
                <a:off x="6126208" y="1182947"/>
                <a:ext cx="102600" cy="125280"/>
              </p14:xfrm>
            </p:contentPart>
          </mc:Choice>
          <mc:Fallback xmlns="">
            <p:pic>
              <p:nvPicPr>
                <p:cNvPr id="131" name="インク 130">
                  <a:extLst>
                    <a:ext uri="{FF2B5EF4-FFF2-40B4-BE49-F238E27FC236}">
                      <a16:creationId xmlns:a16="http://schemas.microsoft.com/office/drawing/2014/main" id="{D909B527-D7B9-D0F1-B4B7-020FCF8D52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08208" y="1165307"/>
                  <a:ext cx="138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32" name="インク 131">
                  <a:extLst>
                    <a:ext uri="{FF2B5EF4-FFF2-40B4-BE49-F238E27FC236}">
                      <a16:creationId xmlns:a16="http://schemas.microsoft.com/office/drawing/2014/main" id="{448D9426-F39A-3442-0198-6C9AFDFBCBDC}"/>
                    </a:ext>
                  </a:extLst>
                </p14:cNvPr>
                <p14:cNvContentPartPr/>
                <p14:nvPr/>
              </p14:nvContentPartPr>
              <p14:xfrm>
                <a:off x="6049168" y="1191227"/>
                <a:ext cx="212400" cy="158040"/>
              </p14:xfrm>
            </p:contentPart>
          </mc:Choice>
          <mc:Fallback xmlns="">
            <p:pic>
              <p:nvPicPr>
                <p:cNvPr id="132" name="インク 131">
                  <a:extLst>
                    <a:ext uri="{FF2B5EF4-FFF2-40B4-BE49-F238E27FC236}">
                      <a16:creationId xmlns:a16="http://schemas.microsoft.com/office/drawing/2014/main" id="{448D9426-F39A-3442-0198-6C9AFDFBCBD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31168" y="1173227"/>
                  <a:ext cx="248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33" name="インク 132">
                  <a:extLst>
                    <a:ext uri="{FF2B5EF4-FFF2-40B4-BE49-F238E27FC236}">
                      <a16:creationId xmlns:a16="http://schemas.microsoft.com/office/drawing/2014/main" id="{1738C5A6-78C6-15ED-1491-24868D26796B}"/>
                    </a:ext>
                  </a:extLst>
                </p14:cNvPr>
                <p14:cNvContentPartPr/>
                <p14:nvPr/>
              </p14:nvContentPartPr>
              <p14:xfrm>
                <a:off x="6127648" y="1192667"/>
                <a:ext cx="87840" cy="113760"/>
              </p14:xfrm>
            </p:contentPart>
          </mc:Choice>
          <mc:Fallback xmlns="">
            <p:pic>
              <p:nvPicPr>
                <p:cNvPr id="133" name="インク 132">
                  <a:extLst>
                    <a:ext uri="{FF2B5EF4-FFF2-40B4-BE49-F238E27FC236}">
                      <a16:creationId xmlns:a16="http://schemas.microsoft.com/office/drawing/2014/main" id="{1738C5A6-78C6-15ED-1491-24868D2679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09648" y="1174667"/>
                  <a:ext cx="1234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45" name="インク 144">
                  <a:extLst>
                    <a:ext uri="{FF2B5EF4-FFF2-40B4-BE49-F238E27FC236}">
                      <a16:creationId xmlns:a16="http://schemas.microsoft.com/office/drawing/2014/main" id="{461FDF80-3A88-300B-290E-F4193C1E6095}"/>
                    </a:ext>
                  </a:extLst>
                </p14:cNvPr>
                <p14:cNvContentPartPr/>
                <p14:nvPr/>
              </p14:nvContentPartPr>
              <p14:xfrm>
                <a:off x="6241408" y="1348547"/>
                <a:ext cx="23760" cy="195480"/>
              </p14:xfrm>
            </p:contentPart>
          </mc:Choice>
          <mc:Fallback xmlns="">
            <p:pic>
              <p:nvPicPr>
                <p:cNvPr id="145" name="インク 144">
                  <a:extLst>
                    <a:ext uri="{FF2B5EF4-FFF2-40B4-BE49-F238E27FC236}">
                      <a16:creationId xmlns:a16="http://schemas.microsoft.com/office/drawing/2014/main" id="{461FDF80-3A88-300B-290E-F4193C1E60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23768" y="1330547"/>
                  <a:ext cx="59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147722AA-1B94-1A52-1412-A756119735C5}"/>
                    </a:ext>
                  </a:extLst>
                </p14:cNvPr>
                <p14:cNvContentPartPr/>
                <p14:nvPr/>
              </p14:nvContentPartPr>
              <p14:xfrm>
                <a:off x="6215488" y="1351787"/>
                <a:ext cx="34920" cy="19980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147722AA-1B94-1A52-1412-A756119735C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97488" y="1334147"/>
                  <a:ext cx="705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47" name="インク 146">
                  <a:extLst>
                    <a:ext uri="{FF2B5EF4-FFF2-40B4-BE49-F238E27FC236}">
                      <a16:creationId xmlns:a16="http://schemas.microsoft.com/office/drawing/2014/main" id="{D8F023C0-1BB8-2573-87C7-E477C1D7C07A}"/>
                    </a:ext>
                  </a:extLst>
                </p14:cNvPr>
                <p14:cNvContentPartPr/>
                <p14:nvPr/>
              </p14:nvContentPartPr>
              <p14:xfrm>
                <a:off x="6260488" y="1503707"/>
                <a:ext cx="93600" cy="50040"/>
              </p14:xfrm>
            </p:contentPart>
          </mc:Choice>
          <mc:Fallback xmlns="">
            <p:pic>
              <p:nvPicPr>
                <p:cNvPr id="147" name="インク 146">
                  <a:extLst>
                    <a:ext uri="{FF2B5EF4-FFF2-40B4-BE49-F238E27FC236}">
                      <a16:creationId xmlns:a16="http://schemas.microsoft.com/office/drawing/2014/main" id="{D8F023C0-1BB8-2573-87C7-E477C1D7C07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42488" y="1486067"/>
                  <a:ext cx="129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D99015A0-B004-9600-C391-DE5E08507261}"/>
                    </a:ext>
                  </a:extLst>
                </p14:cNvPr>
                <p14:cNvContentPartPr/>
                <p14:nvPr/>
              </p14:nvContentPartPr>
              <p14:xfrm>
                <a:off x="6048808" y="1183667"/>
                <a:ext cx="9000" cy="16596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D99015A0-B004-9600-C391-DE5E0850726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31168" y="1165667"/>
                  <a:ext cx="44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FB72524F-6CF4-FF82-96D5-BFAF58D6AB13}"/>
                    </a:ext>
                  </a:extLst>
                </p14:cNvPr>
                <p14:cNvContentPartPr/>
                <p14:nvPr/>
              </p14:nvContentPartPr>
              <p14:xfrm>
                <a:off x="6077608" y="1185107"/>
                <a:ext cx="9000" cy="18216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FB72524F-6CF4-FF82-96D5-BFAF58D6AB1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59968" y="1167467"/>
                  <a:ext cx="44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60" name="インク 159">
                  <a:extLst>
                    <a:ext uri="{FF2B5EF4-FFF2-40B4-BE49-F238E27FC236}">
                      <a16:creationId xmlns:a16="http://schemas.microsoft.com/office/drawing/2014/main" id="{0E88B19C-CCA5-7D46-1CBA-D6F35A61AC30}"/>
                    </a:ext>
                  </a:extLst>
                </p14:cNvPr>
                <p14:cNvContentPartPr/>
                <p14:nvPr/>
              </p14:nvContentPartPr>
              <p14:xfrm>
                <a:off x="5954488" y="1356107"/>
                <a:ext cx="106560" cy="152280"/>
              </p14:xfrm>
            </p:contentPart>
          </mc:Choice>
          <mc:Fallback xmlns="">
            <p:pic>
              <p:nvPicPr>
                <p:cNvPr id="160" name="インク 159">
                  <a:extLst>
                    <a:ext uri="{FF2B5EF4-FFF2-40B4-BE49-F238E27FC236}">
                      <a16:creationId xmlns:a16="http://schemas.microsoft.com/office/drawing/2014/main" id="{0E88B19C-CCA5-7D46-1CBA-D6F35A61AC3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36488" y="1338107"/>
                  <a:ext cx="1422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61" name="インク 160">
                  <a:extLst>
                    <a:ext uri="{FF2B5EF4-FFF2-40B4-BE49-F238E27FC236}">
                      <a16:creationId xmlns:a16="http://schemas.microsoft.com/office/drawing/2014/main" id="{70C7F694-4ED3-0E87-5EAA-A14B6982EAFA}"/>
                    </a:ext>
                  </a:extLst>
                </p14:cNvPr>
                <p14:cNvContentPartPr/>
                <p14:nvPr/>
              </p14:nvContentPartPr>
              <p14:xfrm>
                <a:off x="5979328" y="1374467"/>
                <a:ext cx="114840" cy="137160"/>
              </p14:xfrm>
            </p:contentPart>
          </mc:Choice>
          <mc:Fallback xmlns="">
            <p:pic>
              <p:nvPicPr>
                <p:cNvPr id="161" name="インク 160">
                  <a:extLst>
                    <a:ext uri="{FF2B5EF4-FFF2-40B4-BE49-F238E27FC236}">
                      <a16:creationId xmlns:a16="http://schemas.microsoft.com/office/drawing/2014/main" id="{70C7F694-4ED3-0E87-5EAA-A14B6982EAF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61688" y="1356467"/>
                  <a:ext cx="150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62" name="インク 161">
                  <a:extLst>
                    <a:ext uri="{FF2B5EF4-FFF2-40B4-BE49-F238E27FC236}">
                      <a16:creationId xmlns:a16="http://schemas.microsoft.com/office/drawing/2014/main" id="{0C3E195C-F158-15A2-3C94-814532913F3B}"/>
                    </a:ext>
                  </a:extLst>
                </p14:cNvPr>
                <p14:cNvContentPartPr/>
                <p14:nvPr/>
              </p14:nvContentPartPr>
              <p14:xfrm>
                <a:off x="5963128" y="1460867"/>
                <a:ext cx="50040" cy="95040"/>
              </p14:xfrm>
            </p:contentPart>
          </mc:Choice>
          <mc:Fallback xmlns="">
            <p:pic>
              <p:nvPicPr>
                <p:cNvPr id="162" name="インク 161">
                  <a:extLst>
                    <a:ext uri="{FF2B5EF4-FFF2-40B4-BE49-F238E27FC236}">
                      <a16:creationId xmlns:a16="http://schemas.microsoft.com/office/drawing/2014/main" id="{0C3E195C-F158-15A2-3C94-814532913F3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45488" y="1442867"/>
                  <a:ext cx="85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63" name="インク 162">
                  <a:extLst>
                    <a:ext uri="{FF2B5EF4-FFF2-40B4-BE49-F238E27FC236}">
                      <a16:creationId xmlns:a16="http://schemas.microsoft.com/office/drawing/2014/main" id="{0587F329-2F01-D6D1-D114-EFB4EC855317}"/>
                    </a:ext>
                  </a:extLst>
                </p14:cNvPr>
                <p14:cNvContentPartPr/>
                <p14:nvPr/>
              </p14:nvContentPartPr>
              <p14:xfrm>
                <a:off x="5903008" y="1465547"/>
                <a:ext cx="124560" cy="106200"/>
              </p14:xfrm>
            </p:contentPart>
          </mc:Choice>
          <mc:Fallback xmlns="">
            <p:pic>
              <p:nvPicPr>
                <p:cNvPr id="163" name="インク 162">
                  <a:extLst>
                    <a:ext uri="{FF2B5EF4-FFF2-40B4-BE49-F238E27FC236}">
                      <a16:creationId xmlns:a16="http://schemas.microsoft.com/office/drawing/2014/main" id="{0587F329-2F01-D6D1-D114-EFB4EC85531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85368" y="1447547"/>
                  <a:ext cx="1602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AABDBA80-E534-8FE9-845A-68DB34D62B19}"/>
                    </a:ext>
                  </a:extLst>
                </p14:cNvPr>
                <p14:cNvContentPartPr/>
                <p14:nvPr/>
              </p14:nvContentPartPr>
              <p14:xfrm>
                <a:off x="6024688" y="711707"/>
                <a:ext cx="144360" cy="11916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AABDBA80-E534-8FE9-845A-68DB34D62B1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06688" y="693707"/>
                  <a:ext cx="180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90D4F6B1-CDFD-A049-8F29-9D4B59B1FCEF}"/>
                    </a:ext>
                  </a:extLst>
                </p14:cNvPr>
                <p14:cNvContentPartPr/>
                <p14:nvPr/>
              </p14:nvContentPartPr>
              <p14:xfrm>
                <a:off x="6068968" y="829067"/>
                <a:ext cx="33480" cy="8424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90D4F6B1-CDFD-A049-8F29-9D4B59B1FC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51328" y="811427"/>
                  <a:ext cx="69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5" name="インク 104">
                  <a:extLst>
                    <a:ext uri="{FF2B5EF4-FFF2-40B4-BE49-F238E27FC236}">
                      <a16:creationId xmlns:a16="http://schemas.microsoft.com/office/drawing/2014/main" id="{BA50588D-43CF-538B-4ECE-348572B8C8D5}"/>
                    </a:ext>
                  </a:extLst>
                </p14:cNvPr>
                <p14:cNvContentPartPr/>
                <p14:nvPr/>
              </p14:nvContentPartPr>
              <p14:xfrm>
                <a:off x="6034408" y="915827"/>
                <a:ext cx="194760" cy="148680"/>
              </p14:xfrm>
            </p:contentPart>
          </mc:Choice>
          <mc:Fallback xmlns="">
            <p:pic>
              <p:nvPicPr>
                <p:cNvPr id="105" name="インク 104">
                  <a:extLst>
                    <a:ext uri="{FF2B5EF4-FFF2-40B4-BE49-F238E27FC236}">
                      <a16:creationId xmlns:a16="http://schemas.microsoft.com/office/drawing/2014/main" id="{BA50588D-43CF-538B-4ECE-348572B8C8D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16768" y="897827"/>
                  <a:ext cx="230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A09E0DCD-50AC-395A-AAC8-BE8EF011EE16}"/>
                    </a:ext>
                  </a:extLst>
                </p14:cNvPr>
                <p14:cNvContentPartPr/>
                <p14:nvPr/>
              </p14:nvContentPartPr>
              <p14:xfrm>
                <a:off x="6016768" y="933467"/>
                <a:ext cx="20880" cy="9828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A09E0DCD-50AC-395A-AAC8-BE8EF011EE1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98768" y="915827"/>
                  <a:ext cx="56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7" name="インク 106">
                  <a:extLst>
                    <a:ext uri="{FF2B5EF4-FFF2-40B4-BE49-F238E27FC236}">
                      <a16:creationId xmlns:a16="http://schemas.microsoft.com/office/drawing/2014/main" id="{4E8B99EB-D4A3-13D1-BD77-00F16419604F}"/>
                    </a:ext>
                  </a:extLst>
                </p14:cNvPr>
                <p14:cNvContentPartPr/>
                <p14:nvPr/>
              </p14:nvContentPartPr>
              <p14:xfrm>
                <a:off x="6035488" y="1017347"/>
                <a:ext cx="19800" cy="87480"/>
              </p14:xfrm>
            </p:contentPart>
          </mc:Choice>
          <mc:Fallback xmlns="">
            <p:pic>
              <p:nvPicPr>
                <p:cNvPr id="107" name="インク 106">
                  <a:extLst>
                    <a:ext uri="{FF2B5EF4-FFF2-40B4-BE49-F238E27FC236}">
                      <a16:creationId xmlns:a16="http://schemas.microsoft.com/office/drawing/2014/main" id="{4E8B99EB-D4A3-13D1-BD77-00F16419604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17848" y="999347"/>
                  <a:ext cx="55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8E85132D-C877-4F5C-817E-FDA4C3B17B40}"/>
                    </a:ext>
                  </a:extLst>
                </p14:cNvPr>
                <p14:cNvContentPartPr/>
                <p14:nvPr/>
              </p14:nvContentPartPr>
              <p14:xfrm>
                <a:off x="6058168" y="1084667"/>
                <a:ext cx="75240" cy="720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8E85132D-C877-4F5C-817E-FDA4C3B17B4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40168" y="1066667"/>
                  <a:ext cx="1108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CF3FAF2C-80F6-2057-B6F3-F91A1B530E26}"/>
                    </a:ext>
                  </a:extLst>
                </p14:cNvPr>
                <p14:cNvContentPartPr/>
                <p14:nvPr/>
              </p14:nvContentPartPr>
              <p14:xfrm>
                <a:off x="6035848" y="937067"/>
                <a:ext cx="66600" cy="5436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CF3FAF2C-80F6-2057-B6F3-F91A1B530E2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17848" y="919427"/>
                  <a:ext cx="102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0" name="インク 109">
                  <a:extLst>
                    <a:ext uri="{FF2B5EF4-FFF2-40B4-BE49-F238E27FC236}">
                      <a16:creationId xmlns:a16="http://schemas.microsoft.com/office/drawing/2014/main" id="{E3D877D5-F204-73F6-325A-6B402BD7B8B7}"/>
                    </a:ext>
                  </a:extLst>
                </p14:cNvPr>
                <p14:cNvContentPartPr/>
                <p14:nvPr/>
              </p14:nvContentPartPr>
              <p14:xfrm>
                <a:off x="6036928" y="934547"/>
                <a:ext cx="115200" cy="100800"/>
              </p14:xfrm>
            </p:contentPart>
          </mc:Choice>
          <mc:Fallback xmlns="">
            <p:pic>
              <p:nvPicPr>
                <p:cNvPr id="110" name="インク 109">
                  <a:extLst>
                    <a:ext uri="{FF2B5EF4-FFF2-40B4-BE49-F238E27FC236}">
                      <a16:creationId xmlns:a16="http://schemas.microsoft.com/office/drawing/2014/main" id="{E3D877D5-F204-73F6-325A-6B402BD7B8B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18928" y="916907"/>
                  <a:ext cx="150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CA2A8CE5-0832-BD41-F795-B42C464D3957}"/>
                    </a:ext>
                  </a:extLst>
                </p14:cNvPr>
                <p14:cNvContentPartPr/>
                <p14:nvPr/>
              </p14:nvContentPartPr>
              <p14:xfrm>
                <a:off x="6075448" y="930947"/>
                <a:ext cx="122040" cy="11052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CA2A8CE5-0832-BD41-F795-B42C464D395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57448" y="912947"/>
                  <a:ext cx="157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CF906E7E-2583-22D8-BB37-0275DEFE2E8E}"/>
                    </a:ext>
                  </a:extLst>
                </p14:cNvPr>
                <p14:cNvContentPartPr/>
                <p14:nvPr/>
              </p14:nvContentPartPr>
              <p14:xfrm>
                <a:off x="6090928" y="972707"/>
                <a:ext cx="94680" cy="9000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CF906E7E-2583-22D8-BB37-0275DEFE2E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73288" y="955067"/>
                  <a:ext cx="130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3" name="インク 112">
                  <a:extLst>
                    <a:ext uri="{FF2B5EF4-FFF2-40B4-BE49-F238E27FC236}">
                      <a16:creationId xmlns:a16="http://schemas.microsoft.com/office/drawing/2014/main" id="{692479BC-0CC5-D2C2-164E-A66E36C9B4B0}"/>
                    </a:ext>
                  </a:extLst>
                </p14:cNvPr>
                <p14:cNvContentPartPr/>
                <p14:nvPr/>
              </p14:nvContentPartPr>
              <p14:xfrm>
                <a:off x="6079408" y="1071707"/>
                <a:ext cx="10440" cy="8280"/>
              </p14:xfrm>
            </p:contentPart>
          </mc:Choice>
          <mc:Fallback xmlns="">
            <p:pic>
              <p:nvPicPr>
                <p:cNvPr id="113" name="インク 112">
                  <a:extLst>
                    <a:ext uri="{FF2B5EF4-FFF2-40B4-BE49-F238E27FC236}">
                      <a16:creationId xmlns:a16="http://schemas.microsoft.com/office/drawing/2014/main" id="{692479BC-0CC5-D2C2-164E-A66E36C9B4B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61408" y="1053707"/>
                  <a:ext cx="460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33" name="インク 232">
                  <a:extLst>
                    <a:ext uri="{FF2B5EF4-FFF2-40B4-BE49-F238E27FC236}">
                      <a16:creationId xmlns:a16="http://schemas.microsoft.com/office/drawing/2014/main" id="{487DA575-753C-765F-691B-E3F6F517A78D}"/>
                    </a:ext>
                  </a:extLst>
                </p14:cNvPr>
                <p14:cNvContentPartPr/>
                <p14:nvPr/>
              </p14:nvContentPartPr>
              <p14:xfrm>
                <a:off x="5894368" y="898547"/>
                <a:ext cx="136800" cy="127080"/>
              </p14:xfrm>
            </p:contentPart>
          </mc:Choice>
          <mc:Fallback xmlns="">
            <p:pic>
              <p:nvPicPr>
                <p:cNvPr id="233" name="インク 232">
                  <a:extLst>
                    <a:ext uri="{FF2B5EF4-FFF2-40B4-BE49-F238E27FC236}">
                      <a16:creationId xmlns:a16="http://schemas.microsoft.com/office/drawing/2014/main" id="{487DA575-753C-765F-691B-E3F6F517A7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76368" y="880547"/>
                  <a:ext cx="172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34" name="インク 233">
                  <a:extLst>
                    <a:ext uri="{FF2B5EF4-FFF2-40B4-BE49-F238E27FC236}">
                      <a16:creationId xmlns:a16="http://schemas.microsoft.com/office/drawing/2014/main" id="{CDD68236-E187-9F61-33C1-56F7969F8E96}"/>
                    </a:ext>
                  </a:extLst>
                </p14:cNvPr>
                <p14:cNvContentPartPr/>
                <p14:nvPr/>
              </p14:nvContentPartPr>
              <p14:xfrm>
                <a:off x="5918128" y="913667"/>
                <a:ext cx="95760" cy="98280"/>
              </p14:xfrm>
            </p:contentPart>
          </mc:Choice>
          <mc:Fallback xmlns="">
            <p:pic>
              <p:nvPicPr>
                <p:cNvPr id="234" name="インク 233">
                  <a:extLst>
                    <a:ext uri="{FF2B5EF4-FFF2-40B4-BE49-F238E27FC236}">
                      <a16:creationId xmlns:a16="http://schemas.microsoft.com/office/drawing/2014/main" id="{CDD68236-E187-9F61-33C1-56F7969F8E9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00128" y="895667"/>
                  <a:ext cx="131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54" name="インク 353">
                  <a:extLst>
                    <a:ext uri="{FF2B5EF4-FFF2-40B4-BE49-F238E27FC236}">
                      <a16:creationId xmlns:a16="http://schemas.microsoft.com/office/drawing/2014/main" id="{354E16FC-25E7-8FA8-E3A2-8C77C05E7F06}"/>
                    </a:ext>
                  </a:extLst>
                </p14:cNvPr>
                <p14:cNvContentPartPr/>
                <p14:nvPr/>
              </p14:nvContentPartPr>
              <p14:xfrm>
                <a:off x="6211888" y="1085387"/>
                <a:ext cx="165600" cy="33120"/>
              </p14:xfrm>
            </p:contentPart>
          </mc:Choice>
          <mc:Fallback xmlns="">
            <p:pic>
              <p:nvPicPr>
                <p:cNvPr id="354" name="インク 353">
                  <a:extLst>
                    <a:ext uri="{FF2B5EF4-FFF2-40B4-BE49-F238E27FC236}">
                      <a16:creationId xmlns:a16="http://schemas.microsoft.com/office/drawing/2014/main" id="{354E16FC-25E7-8FA8-E3A2-8C77C05E7F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93888" y="1067747"/>
                  <a:ext cx="20124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グループ化 344">
            <a:extLst>
              <a:ext uri="{FF2B5EF4-FFF2-40B4-BE49-F238E27FC236}">
                <a16:creationId xmlns:a16="http://schemas.microsoft.com/office/drawing/2014/main" id="{0B74FED3-E37F-A8D7-6211-699CAB51A35E}"/>
              </a:ext>
            </a:extLst>
          </p:cNvPr>
          <p:cNvGrpSpPr/>
          <p:nvPr/>
        </p:nvGrpSpPr>
        <p:grpSpPr>
          <a:xfrm>
            <a:off x="3366808" y="714227"/>
            <a:ext cx="369720" cy="449640"/>
            <a:chOff x="3366808" y="714227"/>
            <a:chExt cx="369720" cy="44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D0387D7A-5630-3E25-E2A7-245B1B28AF64}"/>
                    </a:ext>
                  </a:extLst>
                </p14:cNvPr>
                <p14:cNvContentPartPr/>
                <p14:nvPr/>
              </p14:nvContentPartPr>
              <p14:xfrm>
                <a:off x="3400288" y="714227"/>
                <a:ext cx="136440" cy="15156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D0387D7A-5630-3E25-E2A7-245B1B28AF6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82288" y="696227"/>
                  <a:ext cx="1720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AB099D4E-EB9F-5AAB-8341-A7087E130161}"/>
                    </a:ext>
                  </a:extLst>
                </p14:cNvPr>
                <p14:cNvContentPartPr/>
                <p14:nvPr/>
              </p14:nvContentPartPr>
              <p14:xfrm>
                <a:off x="3432328" y="835187"/>
                <a:ext cx="100080" cy="23400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AB099D4E-EB9F-5AAB-8341-A7087E13016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14688" y="817547"/>
                  <a:ext cx="135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C72F94A2-1628-DDD8-B546-3BE295124216}"/>
                    </a:ext>
                  </a:extLst>
                </p14:cNvPr>
                <p14:cNvContentPartPr/>
                <p14:nvPr/>
              </p14:nvContentPartPr>
              <p14:xfrm>
                <a:off x="3422608" y="905747"/>
                <a:ext cx="18720" cy="10764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C72F94A2-1628-DDD8-B546-3BE29512421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04968" y="887747"/>
                  <a:ext cx="54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A5E461B0-B2CF-E1F6-9EA7-D82C74E140B6}"/>
                    </a:ext>
                  </a:extLst>
                </p14:cNvPr>
                <p14:cNvContentPartPr/>
                <p14:nvPr/>
              </p14:nvContentPartPr>
              <p14:xfrm>
                <a:off x="3366808" y="898907"/>
                <a:ext cx="124200" cy="2844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A5E461B0-B2CF-E1F6-9EA7-D82C74E140B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49168" y="881267"/>
                  <a:ext cx="159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18F12CBF-F949-1510-8B06-BD77B42F1949}"/>
                    </a:ext>
                  </a:extLst>
                </p14:cNvPr>
                <p14:cNvContentPartPr/>
                <p14:nvPr/>
              </p14:nvContentPartPr>
              <p14:xfrm>
                <a:off x="3367168" y="853187"/>
                <a:ext cx="217080" cy="90720"/>
              </p14:xfrm>
            </p:contentPart>
          </mc:Choice>
          <mc:Fallback xmlns=""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18F12CBF-F949-1510-8B06-BD77B42F194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49168" y="835547"/>
                  <a:ext cx="252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27" name="インク 326">
                  <a:extLst>
                    <a:ext uri="{FF2B5EF4-FFF2-40B4-BE49-F238E27FC236}">
                      <a16:creationId xmlns:a16="http://schemas.microsoft.com/office/drawing/2014/main" id="{0BF1F653-86EF-4815-A51F-227F29989DF4}"/>
                    </a:ext>
                  </a:extLst>
                </p14:cNvPr>
                <p14:cNvContentPartPr/>
                <p14:nvPr/>
              </p14:nvContentPartPr>
              <p14:xfrm>
                <a:off x="3384808" y="927707"/>
                <a:ext cx="79200" cy="141840"/>
              </p14:xfrm>
            </p:contentPart>
          </mc:Choice>
          <mc:Fallback xmlns="">
            <p:pic>
              <p:nvPicPr>
                <p:cNvPr id="327" name="インク 326">
                  <a:extLst>
                    <a:ext uri="{FF2B5EF4-FFF2-40B4-BE49-F238E27FC236}">
                      <a16:creationId xmlns:a16="http://schemas.microsoft.com/office/drawing/2014/main" id="{0BF1F653-86EF-4815-A51F-227F29989DF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67168" y="909707"/>
                  <a:ext cx="114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28" name="インク 327">
                  <a:extLst>
                    <a:ext uri="{FF2B5EF4-FFF2-40B4-BE49-F238E27FC236}">
                      <a16:creationId xmlns:a16="http://schemas.microsoft.com/office/drawing/2014/main" id="{4890CCFC-204A-E458-BE74-BD35CC5E3B07}"/>
                    </a:ext>
                  </a:extLst>
                </p14:cNvPr>
                <p14:cNvContentPartPr/>
                <p14:nvPr/>
              </p14:nvContentPartPr>
              <p14:xfrm>
                <a:off x="3539608" y="907907"/>
                <a:ext cx="74160" cy="115200"/>
              </p14:xfrm>
            </p:contentPart>
          </mc:Choice>
          <mc:Fallback xmlns="">
            <p:pic>
              <p:nvPicPr>
                <p:cNvPr id="328" name="インク 327">
                  <a:extLst>
                    <a:ext uri="{FF2B5EF4-FFF2-40B4-BE49-F238E27FC236}">
                      <a16:creationId xmlns:a16="http://schemas.microsoft.com/office/drawing/2014/main" id="{4890CCFC-204A-E458-BE74-BD35CC5E3B0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21608" y="889907"/>
                  <a:ext cx="1098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29" name="インク 328">
                  <a:extLst>
                    <a:ext uri="{FF2B5EF4-FFF2-40B4-BE49-F238E27FC236}">
                      <a16:creationId xmlns:a16="http://schemas.microsoft.com/office/drawing/2014/main" id="{169E278C-5C3F-2036-6606-E963DDDE5714}"/>
                    </a:ext>
                  </a:extLst>
                </p14:cNvPr>
                <p14:cNvContentPartPr/>
                <p14:nvPr/>
              </p14:nvContentPartPr>
              <p14:xfrm>
                <a:off x="3479128" y="1022387"/>
                <a:ext cx="63000" cy="74880"/>
              </p14:xfrm>
            </p:contentPart>
          </mc:Choice>
          <mc:Fallback xmlns="">
            <p:pic>
              <p:nvPicPr>
                <p:cNvPr id="329" name="インク 328">
                  <a:extLst>
                    <a:ext uri="{FF2B5EF4-FFF2-40B4-BE49-F238E27FC236}">
                      <a16:creationId xmlns:a16="http://schemas.microsoft.com/office/drawing/2014/main" id="{169E278C-5C3F-2036-6606-E963DDDE57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61128" y="1004747"/>
                  <a:ext cx="98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44" name="インク 343">
                  <a:extLst>
                    <a:ext uri="{FF2B5EF4-FFF2-40B4-BE49-F238E27FC236}">
                      <a16:creationId xmlns:a16="http://schemas.microsoft.com/office/drawing/2014/main" id="{FB6A62B1-5B09-7EA0-4A29-99C9784A2569}"/>
                    </a:ext>
                  </a:extLst>
                </p14:cNvPr>
                <p14:cNvContentPartPr/>
                <p14:nvPr/>
              </p14:nvContentPartPr>
              <p14:xfrm>
                <a:off x="3617728" y="937787"/>
                <a:ext cx="118800" cy="226080"/>
              </p14:xfrm>
            </p:contentPart>
          </mc:Choice>
          <mc:Fallback xmlns="">
            <p:pic>
              <p:nvPicPr>
                <p:cNvPr id="344" name="インク 343">
                  <a:extLst>
                    <a:ext uri="{FF2B5EF4-FFF2-40B4-BE49-F238E27FC236}">
                      <a16:creationId xmlns:a16="http://schemas.microsoft.com/office/drawing/2014/main" id="{FB6A62B1-5B09-7EA0-4A29-99C9784A256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00088" y="919787"/>
                  <a:ext cx="154440" cy="26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E6976339-63DC-9812-AB77-4ED329C27459}"/>
                  </a:ext>
                </a:extLst>
              </p14:cNvPr>
              <p14:cNvContentPartPr/>
              <p14:nvPr/>
            </p14:nvContentPartPr>
            <p14:xfrm>
              <a:off x="3174208" y="733667"/>
              <a:ext cx="132840" cy="17640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E6976339-63DC-9812-AB77-4ED329C2745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111568" y="671027"/>
                <a:ext cx="2584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2503E196-86B7-9022-A80F-51DF011BA7A2}"/>
                  </a:ext>
                </a:extLst>
              </p14:cNvPr>
              <p14:cNvContentPartPr/>
              <p14:nvPr/>
            </p14:nvContentPartPr>
            <p14:xfrm>
              <a:off x="3352048" y="902507"/>
              <a:ext cx="225000" cy="191880"/>
            </p14:xfrm>
          </p:contentPart>
        </mc:Choice>
        <mc:Fallback xmlns=""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2503E196-86B7-9022-A80F-51DF011BA7A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334408" y="884507"/>
                <a:ext cx="2606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CF1D2EA7-7B39-1E33-56F0-39F6FCB2F298}"/>
                  </a:ext>
                </a:extLst>
              </p14:cNvPr>
              <p14:cNvContentPartPr/>
              <p14:nvPr/>
            </p14:nvContentPartPr>
            <p14:xfrm>
              <a:off x="3396688" y="1077107"/>
              <a:ext cx="177120" cy="129960"/>
            </p14:xfrm>
          </p:contentPart>
        </mc:Choice>
        <mc:Fallback xmlns=""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CF1D2EA7-7B39-1E33-56F0-39F6FCB2F29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379048" y="1059107"/>
                <a:ext cx="21276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50E5CEBA-DE24-51C2-7658-5D075153FD01}"/>
                  </a:ext>
                </a:extLst>
              </p14:cNvPr>
              <p14:cNvContentPartPr/>
              <p14:nvPr/>
            </p14:nvContentPartPr>
            <p14:xfrm>
              <a:off x="3408208" y="1193027"/>
              <a:ext cx="20520" cy="22824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50E5CEBA-DE24-51C2-7658-5D075153FD0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390568" y="1175027"/>
                <a:ext cx="561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320688A3-1BE4-5993-AE2E-9DC097C2E641}"/>
                  </a:ext>
                </a:extLst>
              </p14:cNvPr>
              <p14:cNvContentPartPr/>
              <p14:nvPr/>
            </p14:nvContentPartPr>
            <p14:xfrm>
              <a:off x="3398848" y="1333067"/>
              <a:ext cx="720" cy="17964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320688A3-1BE4-5993-AE2E-9DC097C2E641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62848" y="1315427"/>
                <a:ext cx="720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40" name="インク 39">
                <a:extLst>
                  <a:ext uri="{FF2B5EF4-FFF2-40B4-BE49-F238E27FC236}">
                    <a16:creationId xmlns:a16="http://schemas.microsoft.com/office/drawing/2014/main" id="{85D32D1C-9E39-9A36-58BA-BD2B8845B707}"/>
                  </a:ext>
                </a:extLst>
              </p14:cNvPr>
              <p14:cNvContentPartPr/>
              <p14:nvPr/>
            </p14:nvContentPartPr>
            <p14:xfrm>
              <a:off x="4547608" y="1376267"/>
              <a:ext cx="171360" cy="109800"/>
            </p14:xfrm>
          </p:contentPart>
        </mc:Choice>
        <mc:Fallback xmlns="">
          <p:pic>
            <p:nvPicPr>
              <p:cNvPr id="40" name="インク 39">
                <a:extLst>
                  <a:ext uri="{FF2B5EF4-FFF2-40B4-BE49-F238E27FC236}">
                    <a16:creationId xmlns:a16="http://schemas.microsoft.com/office/drawing/2014/main" id="{85D32D1C-9E39-9A36-58BA-BD2B8845B70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529968" y="1358627"/>
                <a:ext cx="2070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7" name="インク 26">
                <a:extLst>
                  <a:ext uri="{FF2B5EF4-FFF2-40B4-BE49-F238E27FC236}">
                    <a16:creationId xmlns:a16="http://schemas.microsoft.com/office/drawing/2014/main" id="{42C9A72B-7E27-7BEC-AEFB-390876615B46}"/>
                  </a:ext>
                </a:extLst>
              </p14:cNvPr>
              <p14:cNvContentPartPr/>
              <p14:nvPr/>
            </p14:nvContentPartPr>
            <p14:xfrm>
              <a:off x="4624648" y="1157387"/>
              <a:ext cx="274320" cy="135360"/>
            </p14:xfrm>
          </p:contentPart>
        </mc:Choice>
        <mc:Fallback xmlns="">
          <p:pic>
            <p:nvPicPr>
              <p:cNvPr id="27" name="インク 26">
                <a:extLst>
                  <a:ext uri="{FF2B5EF4-FFF2-40B4-BE49-F238E27FC236}">
                    <a16:creationId xmlns:a16="http://schemas.microsoft.com/office/drawing/2014/main" id="{42C9A72B-7E27-7BEC-AEFB-390876615B4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607008" y="1139387"/>
                <a:ext cx="3099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9" name="インク 28">
                <a:extLst>
                  <a:ext uri="{FF2B5EF4-FFF2-40B4-BE49-F238E27FC236}">
                    <a16:creationId xmlns:a16="http://schemas.microsoft.com/office/drawing/2014/main" id="{219D068F-CC64-791D-BE9E-4B51A4662FC9}"/>
                  </a:ext>
                </a:extLst>
              </p14:cNvPr>
              <p14:cNvContentPartPr/>
              <p14:nvPr/>
            </p14:nvContentPartPr>
            <p14:xfrm>
              <a:off x="4566328" y="1318667"/>
              <a:ext cx="158400" cy="191520"/>
            </p14:xfrm>
          </p:contentPart>
        </mc:Choice>
        <mc:Fallback xmlns="">
          <p:pic>
            <p:nvPicPr>
              <p:cNvPr id="29" name="インク 28">
                <a:extLst>
                  <a:ext uri="{FF2B5EF4-FFF2-40B4-BE49-F238E27FC236}">
                    <a16:creationId xmlns:a16="http://schemas.microsoft.com/office/drawing/2014/main" id="{219D068F-CC64-791D-BE9E-4B51A4662FC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548688" y="1300667"/>
                <a:ext cx="1940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0" name="インク 29">
                <a:extLst>
                  <a:ext uri="{FF2B5EF4-FFF2-40B4-BE49-F238E27FC236}">
                    <a16:creationId xmlns:a16="http://schemas.microsoft.com/office/drawing/2014/main" id="{C6845B02-2273-963B-5CF5-F4948438A4B1}"/>
                  </a:ext>
                </a:extLst>
              </p14:cNvPr>
              <p14:cNvContentPartPr/>
              <p14:nvPr/>
            </p14:nvContentPartPr>
            <p14:xfrm>
              <a:off x="4857928" y="1321547"/>
              <a:ext cx="7560" cy="10080"/>
            </p14:xfrm>
          </p:contentPart>
        </mc:Choice>
        <mc:Fallback xmlns="">
          <p:pic>
            <p:nvPicPr>
              <p:cNvPr id="30" name="インク 29">
                <a:extLst>
                  <a:ext uri="{FF2B5EF4-FFF2-40B4-BE49-F238E27FC236}">
                    <a16:creationId xmlns:a16="http://schemas.microsoft.com/office/drawing/2014/main" id="{C6845B02-2273-963B-5CF5-F4948438A4B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839928" y="1303547"/>
                <a:ext cx="43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1" name="インク 30">
                <a:extLst>
                  <a:ext uri="{FF2B5EF4-FFF2-40B4-BE49-F238E27FC236}">
                    <a16:creationId xmlns:a16="http://schemas.microsoft.com/office/drawing/2014/main" id="{6576F5A2-5727-40F7-D939-F1024E608CA5}"/>
                  </a:ext>
                </a:extLst>
              </p14:cNvPr>
              <p14:cNvContentPartPr/>
              <p14:nvPr/>
            </p14:nvContentPartPr>
            <p14:xfrm>
              <a:off x="4829848" y="1328387"/>
              <a:ext cx="151560" cy="170640"/>
            </p14:xfrm>
          </p:contentPart>
        </mc:Choice>
        <mc:Fallback xmlns="">
          <p:pic>
            <p:nvPicPr>
              <p:cNvPr id="31" name="インク 30">
                <a:extLst>
                  <a:ext uri="{FF2B5EF4-FFF2-40B4-BE49-F238E27FC236}">
                    <a16:creationId xmlns:a16="http://schemas.microsoft.com/office/drawing/2014/main" id="{6576F5A2-5727-40F7-D939-F1024E608CA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812208" y="1310387"/>
                <a:ext cx="1872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3" name="インク 32">
                <a:extLst>
                  <a:ext uri="{FF2B5EF4-FFF2-40B4-BE49-F238E27FC236}">
                    <a16:creationId xmlns:a16="http://schemas.microsoft.com/office/drawing/2014/main" id="{4CCEF176-1273-0DE3-2F02-B048259F24F4}"/>
                  </a:ext>
                </a:extLst>
              </p14:cNvPr>
              <p14:cNvContentPartPr/>
              <p14:nvPr/>
            </p14:nvContentPartPr>
            <p14:xfrm>
              <a:off x="4739488" y="1279787"/>
              <a:ext cx="110520" cy="127800"/>
            </p14:xfrm>
          </p:contentPart>
        </mc:Choice>
        <mc:Fallback xmlns="">
          <p:pic>
            <p:nvPicPr>
              <p:cNvPr id="33" name="インク 32">
                <a:extLst>
                  <a:ext uri="{FF2B5EF4-FFF2-40B4-BE49-F238E27FC236}">
                    <a16:creationId xmlns:a16="http://schemas.microsoft.com/office/drawing/2014/main" id="{4CCEF176-1273-0DE3-2F02-B048259F24F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721488" y="1261787"/>
                <a:ext cx="14616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5" name="インク 34">
                <a:extLst>
                  <a:ext uri="{FF2B5EF4-FFF2-40B4-BE49-F238E27FC236}">
                    <a16:creationId xmlns:a16="http://schemas.microsoft.com/office/drawing/2014/main" id="{BAD004E7-7933-C6B0-6DB7-DAF1B3B86775}"/>
                  </a:ext>
                </a:extLst>
              </p14:cNvPr>
              <p14:cNvContentPartPr/>
              <p14:nvPr/>
            </p14:nvContentPartPr>
            <p14:xfrm>
              <a:off x="4702768" y="1307867"/>
              <a:ext cx="64440" cy="11520"/>
            </p14:xfrm>
          </p:contentPart>
        </mc:Choice>
        <mc:Fallback xmlns="">
          <p:pic>
            <p:nvPicPr>
              <p:cNvPr id="35" name="インク 34">
                <a:extLst>
                  <a:ext uri="{FF2B5EF4-FFF2-40B4-BE49-F238E27FC236}">
                    <a16:creationId xmlns:a16="http://schemas.microsoft.com/office/drawing/2014/main" id="{BAD004E7-7933-C6B0-6DB7-DAF1B3B8677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685128" y="1290227"/>
                <a:ext cx="1000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7" name="インク 36">
                <a:extLst>
                  <a:ext uri="{FF2B5EF4-FFF2-40B4-BE49-F238E27FC236}">
                    <a16:creationId xmlns:a16="http://schemas.microsoft.com/office/drawing/2014/main" id="{3DE84031-2E38-5C15-6829-49D97DE04FEE}"/>
                  </a:ext>
                </a:extLst>
              </p14:cNvPr>
              <p14:cNvContentPartPr/>
              <p14:nvPr/>
            </p14:nvContentPartPr>
            <p14:xfrm>
              <a:off x="4811848" y="1475267"/>
              <a:ext cx="141480" cy="32400"/>
            </p14:xfrm>
          </p:contentPart>
        </mc:Choice>
        <mc:Fallback xmlns="">
          <p:pic>
            <p:nvPicPr>
              <p:cNvPr id="37" name="インク 36">
                <a:extLst>
                  <a:ext uri="{FF2B5EF4-FFF2-40B4-BE49-F238E27FC236}">
                    <a16:creationId xmlns:a16="http://schemas.microsoft.com/office/drawing/2014/main" id="{3DE84031-2E38-5C15-6829-49D97DE04FE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794208" y="1457627"/>
                <a:ext cx="1771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8" name="インク 37">
                <a:extLst>
                  <a:ext uri="{FF2B5EF4-FFF2-40B4-BE49-F238E27FC236}">
                    <a16:creationId xmlns:a16="http://schemas.microsoft.com/office/drawing/2014/main" id="{187F3A33-A853-8C60-3150-FEBA036B19D1}"/>
                  </a:ext>
                </a:extLst>
              </p14:cNvPr>
              <p14:cNvContentPartPr/>
              <p14:nvPr/>
            </p14:nvContentPartPr>
            <p14:xfrm>
              <a:off x="4613848" y="1481387"/>
              <a:ext cx="150120" cy="39240"/>
            </p14:xfrm>
          </p:contentPart>
        </mc:Choice>
        <mc:Fallback xmlns="">
          <p:pic>
            <p:nvPicPr>
              <p:cNvPr id="38" name="インク 37">
                <a:extLst>
                  <a:ext uri="{FF2B5EF4-FFF2-40B4-BE49-F238E27FC236}">
                    <a16:creationId xmlns:a16="http://schemas.microsoft.com/office/drawing/2014/main" id="{187F3A33-A853-8C60-3150-FEBA036B19D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596208" y="1463387"/>
                <a:ext cx="18576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41" name="インク 40">
                <a:extLst>
                  <a:ext uri="{FF2B5EF4-FFF2-40B4-BE49-F238E27FC236}">
                    <a16:creationId xmlns:a16="http://schemas.microsoft.com/office/drawing/2014/main" id="{904CB547-627E-9FD2-98B4-31946B144D14}"/>
                  </a:ext>
                </a:extLst>
              </p14:cNvPr>
              <p14:cNvContentPartPr/>
              <p14:nvPr/>
            </p14:nvContentPartPr>
            <p14:xfrm>
              <a:off x="4819048" y="1349627"/>
              <a:ext cx="189720" cy="109440"/>
            </p14:xfrm>
          </p:contentPart>
        </mc:Choice>
        <mc:Fallback xmlns="">
          <p:pic>
            <p:nvPicPr>
              <p:cNvPr id="41" name="インク 40">
                <a:extLst>
                  <a:ext uri="{FF2B5EF4-FFF2-40B4-BE49-F238E27FC236}">
                    <a16:creationId xmlns:a16="http://schemas.microsoft.com/office/drawing/2014/main" id="{904CB547-627E-9FD2-98B4-31946B144D1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801048" y="1331627"/>
                <a:ext cx="22536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42" name="インク 41">
                <a:extLst>
                  <a:ext uri="{FF2B5EF4-FFF2-40B4-BE49-F238E27FC236}">
                    <a16:creationId xmlns:a16="http://schemas.microsoft.com/office/drawing/2014/main" id="{AF7E610F-2FEE-D685-7FD6-39A580DE67E2}"/>
                  </a:ext>
                </a:extLst>
              </p14:cNvPr>
              <p14:cNvContentPartPr/>
              <p14:nvPr/>
            </p14:nvContentPartPr>
            <p14:xfrm>
              <a:off x="4558408" y="1376267"/>
              <a:ext cx="131400" cy="104040"/>
            </p14:xfrm>
          </p:contentPart>
        </mc:Choice>
        <mc:Fallback xmlns="">
          <p:pic>
            <p:nvPicPr>
              <p:cNvPr id="42" name="インク 41">
                <a:extLst>
                  <a:ext uri="{FF2B5EF4-FFF2-40B4-BE49-F238E27FC236}">
                    <a16:creationId xmlns:a16="http://schemas.microsoft.com/office/drawing/2014/main" id="{AF7E610F-2FEE-D685-7FD6-39A580DE67E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540408" y="1358627"/>
                <a:ext cx="1670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43" name="インク 42">
                <a:extLst>
                  <a:ext uri="{FF2B5EF4-FFF2-40B4-BE49-F238E27FC236}">
                    <a16:creationId xmlns:a16="http://schemas.microsoft.com/office/drawing/2014/main" id="{0F14C712-3290-BE03-74C7-C5F2F44ADB5D}"/>
                  </a:ext>
                </a:extLst>
              </p14:cNvPr>
              <p14:cNvContentPartPr/>
              <p14:nvPr/>
            </p14:nvContentPartPr>
            <p14:xfrm>
              <a:off x="4886008" y="1339187"/>
              <a:ext cx="113760" cy="87480"/>
            </p14:xfrm>
          </p:contentPart>
        </mc:Choice>
        <mc:Fallback xmlns="">
          <p:pic>
            <p:nvPicPr>
              <p:cNvPr id="43" name="インク 42">
                <a:extLst>
                  <a:ext uri="{FF2B5EF4-FFF2-40B4-BE49-F238E27FC236}">
                    <a16:creationId xmlns:a16="http://schemas.microsoft.com/office/drawing/2014/main" id="{0F14C712-3290-BE03-74C7-C5F2F44ADB5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868368" y="1321187"/>
                <a:ext cx="14940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47" name="インク 46">
                <a:extLst>
                  <a:ext uri="{FF2B5EF4-FFF2-40B4-BE49-F238E27FC236}">
                    <a16:creationId xmlns:a16="http://schemas.microsoft.com/office/drawing/2014/main" id="{D9196BED-C55B-C23A-6565-45FF99796CC5}"/>
                  </a:ext>
                </a:extLst>
              </p14:cNvPr>
              <p14:cNvContentPartPr/>
              <p14:nvPr/>
            </p14:nvContentPartPr>
            <p14:xfrm rot="-632136">
              <a:off x="3396268" y="1181081"/>
              <a:ext cx="70680" cy="156372"/>
            </p14:xfrm>
          </p:contentPart>
        </mc:Choice>
        <mc:Fallback xmlns="">
          <p:pic>
            <p:nvPicPr>
              <p:cNvPr id="47" name="インク 46">
                <a:extLst>
                  <a:ext uri="{FF2B5EF4-FFF2-40B4-BE49-F238E27FC236}">
                    <a16:creationId xmlns:a16="http://schemas.microsoft.com/office/drawing/2014/main" id="{D9196BED-C55B-C23A-6565-45FF99796CC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 rot="-632136">
                <a:off x="3378237" y="1163066"/>
                <a:ext cx="106381" cy="192042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90F3B233-2C5A-F274-78E5-385EE3C2301B}"/>
              </a:ext>
            </a:extLst>
          </p:cNvPr>
          <p:cNvGrpSpPr/>
          <p:nvPr/>
        </p:nvGrpSpPr>
        <p:grpSpPr>
          <a:xfrm>
            <a:off x="4566328" y="1043987"/>
            <a:ext cx="337320" cy="169560"/>
            <a:chOff x="4566328" y="1043987"/>
            <a:chExt cx="33732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7C6249A7-B1B9-581B-0EDB-66A48D8EEBBB}"/>
                    </a:ext>
                  </a:extLst>
                </p14:cNvPr>
                <p14:cNvContentPartPr/>
                <p14:nvPr/>
              </p14:nvContentPartPr>
              <p14:xfrm>
                <a:off x="4764328" y="1106267"/>
                <a:ext cx="6480" cy="252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7C6249A7-B1B9-581B-0EDB-66A48D8EEBB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46688" y="1088267"/>
                  <a:ext cx="42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2C81F4CC-EE03-8CA4-88E7-EBDF6E26F5FE}"/>
                    </a:ext>
                  </a:extLst>
                </p14:cNvPr>
                <p14:cNvContentPartPr/>
                <p14:nvPr/>
              </p14:nvContentPartPr>
              <p14:xfrm>
                <a:off x="4711768" y="1043987"/>
                <a:ext cx="130320" cy="11700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2C81F4CC-EE03-8CA4-88E7-EBDF6E26F5F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93768" y="1025987"/>
                  <a:ext cx="165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AD348F86-DFC4-05FB-F291-871333DCD5E1}"/>
                    </a:ext>
                  </a:extLst>
                </p14:cNvPr>
                <p14:cNvContentPartPr/>
                <p14:nvPr/>
              </p14:nvContentPartPr>
              <p14:xfrm>
                <a:off x="4566328" y="1159907"/>
                <a:ext cx="169560" cy="53640"/>
              </p14:xfrm>
            </p:contentPart>
          </mc:Choice>
          <mc:Fallback xmlns=""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AD348F86-DFC4-05FB-F291-871333DCD5E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48688" y="1142267"/>
                  <a:ext cx="205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89452EE8-D03F-33E9-F0C6-905A5409F413}"/>
                    </a:ext>
                  </a:extLst>
                </p14:cNvPr>
                <p14:cNvContentPartPr/>
                <p14:nvPr/>
              </p14:nvContentPartPr>
              <p14:xfrm>
                <a:off x="4759648" y="1118867"/>
                <a:ext cx="144000" cy="8388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89452EE8-D03F-33E9-F0C6-905A5409F41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742008" y="1100867"/>
                  <a:ext cx="1796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35ECD970-68BA-7E8C-E708-51A31F67A5F6}"/>
              </a:ext>
            </a:extLst>
          </p:cNvPr>
          <p:cNvGrpSpPr/>
          <p:nvPr/>
        </p:nvGrpSpPr>
        <p:grpSpPr>
          <a:xfrm>
            <a:off x="3282928" y="1166747"/>
            <a:ext cx="383400" cy="364320"/>
            <a:chOff x="3282928" y="1166747"/>
            <a:chExt cx="383400" cy="3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4A465257-2FD3-DBA8-487A-3CF2346F1662}"/>
                    </a:ext>
                  </a:extLst>
                </p14:cNvPr>
                <p14:cNvContentPartPr/>
                <p14:nvPr/>
              </p14:nvContentPartPr>
              <p14:xfrm>
                <a:off x="3501088" y="1166747"/>
                <a:ext cx="59760" cy="135000"/>
              </p14:xfrm>
            </p:contentPart>
          </mc:Choice>
          <mc:Fallback xmlns="">
            <p:pic>
              <p:nvPicPr>
                <p:cNvPr id="18" name="インク 17">
                  <a:extLst>
                    <a:ext uri="{FF2B5EF4-FFF2-40B4-BE49-F238E27FC236}">
                      <a16:creationId xmlns:a16="http://schemas.microsoft.com/office/drawing/2014/main" id="{4A465257-2FD3-DBA8-487A-3CF2346F166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483448" y="1149107"/>
                  <a:ext cx="95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9EAF0FD2-7A4F-D8B1-1CA6-BA1D386740E6}"/>
                    </a:ext>
                  </a:extLst>
                </p14:cNvPr>
                <p14:cNvContentPartPr/>
                <p14:nvPr/>
              </p14:nvContentPartPr>
              <p14:xfrm>
                <a:off x="3547168" y="1318667"/>
                <a:ext cx="20160" cy="172440"/>
              </p14:xfrm>
            </p:contentPart>
          </mc:Choice>
          <mc:Fallback xmlns="">
            <p:pic>
              <p:nvPicPr>
                <p:cNvPr id="19" name="インク 18">
                  <a:extLst>
                    <a:ext uri="{FF2B5EF4-FFF2-40B4-BE49-F238E27FC236}">
                      <a16:creationId xmlns:a16="http://schemas.microsoft.com/office/drawing/2014/main" id="{9EAF0FD2-7A4F-D8B1-1CA6-BA1D386740E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529168" y="1300667"/>
                  <a:ext cx="55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0" name="インク 19">
                  <a:extLst>
                    <a:ext uri="{FF2B5EF4-FFF2-40B4-BE49-F238E27FC236}">
                      <a16:creationId xmlns:a16="http://schemas.microsoft.com/office/drawing/2014/main" id="{513138B6-4099-69EB-6B77-66D21FAE86EF}"/>
                    </a:ext>
                  </a:extLst>
                </p14:cNvPr>
                <p14:cNvContentPartPr/>
                <p14:nvPr/>
              </p14:nvContentPartPr>
              <p14:xfrm>
                <a:off x="3551848" y="1468787"/>
                <a:ext cx="114480" cy="54720"/>
              </p14:xfrm>
            </p:contentPart>
          </mc:Choice>
          <mc:Fallback xmlns="">
            <p:pic>
              <p:nvPicPr>
                <p:cNvPr id="20" name="インク 19">
                  <a:extLst>
                    <a:ext uri="{FF2B5EF4-FFF2-40B4-BE49-F238E27FC236}">
                      <a16:creationId xmlns:a16="http://schemas.microsoft.com/office/drawing/2014/main" id="{513138B6-4099-69EB-6B77-66D21FAE86E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33848" y="1450787"/>
                  <a:ext cx="150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" name="インク 22">
                  <a:extLst>
                    <a:ext uri="{FF2B5EF4-FFF2-40B4-BE49-F238E27FC236}">
                      <a16:creationId xmlns:a16="http://schemas.microsoft.com/office/drawing/2014/main" id="{3CCE3B36-615D-BE09-0E07-44076738B5A9}"/>
                    </a:ext>
                  </a:extLst>
                </p14:cNvPr>
                <p14:cNvContentPartPr/>
                <p14:nvPr/>
              </p14:nvContentPartPr>
              <p14:xfrm>
                <a:off x="3282928" y="1477067"/>
                <a:ext cx="173520" cy="54000"/>
              </p14:xfrm>
            </p:contentPart>
          </mc:Choice>
          <mc:Fallback xmlns="">
            <p:pic>
              <p:nvPicPr>
                <p:cNvPr id="23" name="インク 22">
                  <a:extLst>
                    <a:ext uri="{FF2B5EF4-FFF2-40B4-BE49-F238E27FC236}">
                      <a16:creationId xmlns:a16="http://schemas.microsoft.com/office/drawing/2014/main" id="{3CCE3B36-615D-BE09-0E07-44076738B5A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64928" y="1459427"/>
                  <a:ext cx="209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8" name="インク 47">
                  <a:extLst>
                    <a:ext uri="{FF2B5EF4-FFF2-40B4-BE49-F238E27FC236}">
                      <a16:creationId xmlns:a16="http://schemas.microsoft.com/office/drawing/2014/main" id="{6417763F-86E2-BAF7-79E9-B477374DF173}"/>
                    </a:ext>
                  </a:extLst>
                </p14:cNvPr>
                <p14:cNvContentPartPr/>
                <p14:nvPr/>
              </p14:nvContentPartPr>
              <p14:xfrm>
                <a:off x="3519808" y="1182587"/>
                <a:ext cx="43920" cy="156240"/>
              </p14:xfrm>
            </p:contentPart>
          </mc:Choice>
          <mc:Fallback xmlns="">
            <p:pic>
              <p:nvPicPr>
                <p:cNvPr id="48" name="インク 47">
                  <a:extLst>
                    <a:ext uri="{FF2B5EF4-FFF2-40B4-BE49-F238E27FC236}">
                      <a16:creationId xmlns:a16="http://schemas.microsoft.com/office/drawing/2014/main" id="{6417763F-86E2-BAF7-79E9-B477374DF17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502168" y="1164587"/>
                  <a:ext cx="795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50" name="インク 49">
                  <a:extLst>
                    <a:ext uri="{FF2B5EF4-FFF2-40B4-BE49-F238E27FC236}">
                      <a16:creationId xmlns:a16="http://schemas.microsoft.com/office/drawing/2014/main" id="{02159305-3FEA-901C-FC94-716FD946AAA4}"/>
                    </a:ext>
                  </a:extLst>
                </p14:cNvPr>
                <p14:cNvContentPartPr/>
                <p14:nvPr/>
              </p14:nvContentPartPr>
              <p14:xfrm>
                <a:off x="3566608" y="1329107"/>
                <a:ext cx="29160" cy="146880"/>
              </p14:xfrm>
            </p:contentPart>
          </mc:Choice>
          <mc:Fallback xmlns="">
            <p:pic>
              <p:nvPicPr>
                <p:cNvPr id="50" name="インク 49">
                  <a:extLst>
                    <a:ext uri="{FF2B5EF4-FFF2-40B4-BE49-F238E27FC236}">
                      <a16:creationId xmlns:a16="http://schemas.microsoft.com/office/drawing/2014/main" id="{02159305-3FEA-901C-FC94-716FD946AAA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48968" y="1311467"/>
                  <a:ext cx="64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DE9D69D7-DDAB-F8F5-69BE-C5FB22B4E742}"/>
                    </a:ext>
                  </a:extLst>
                </p14:cNvPr>
                <p14:cNvContentPartPr/>
                <p14:nvPr/>
              </p14:nvContentPartPr>
              <p14:xfrm>
                <a:off x="3376168" y="1339187"/>
                <a:ext cx="54720" cy="14976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DE9D69D7-DDAB-F8F5-69BE-C5FB22B4E74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58528" y="1321547"/>
                  <a:ext cx="90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F5013126-2024-6224-2A5A-E8C84C078FF7}"/>
                    </a:ext>
                  </a:extLst>
                </p14:cNvPr>
                <p14:cNvContentPartPr/>
                <p14:nvPr/>
              </p14:nvContentPartPr>
              <p14:xfrm>
                <a:off x="3380488" y="1184027"/>
                <a:ext cx="42840" cy="130680"/>
              </p14:xfrm>
            </p:contentPart>
          </mc:Choice>
          <mc:Fallback xmlns=""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F5013126-2024-6224-2A5A-E8C84C078FF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362848" y="1166027"/>
                  <a:ext cx="7848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D4FDCE46-5F33-0108-E939-AFEE082D78F3}"/>
              </a:ext>
            </a:extLst>
          </p:cNvPr>
          <p:cNvGrpSpPr/>
          <p:nvPr/>
        </p:nvGrpSpPr>
        <p:grpSpPr>
          <a:xfrm>
            <a:off x="3384808" y="1187267"/>
            <a:ext cx="189720" cy="130680"/>
            <a:chOff x="3384808" y="1187267"/>
            <a:chExt cx="18972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62" name="インク 61">
                  <a:extLst>
                    <a:ext uri="{FF2B5EF4-FFF2-40B4-BE49-F238E27FC236}">
                      <a16:creationId xmlns:a16="http://schemas.microsoft.com/office/drawing/2014/main" id="{7E1C1EE1-07BC-0774-B816-DDA561BAFDF3}"/>
                    </a:ext>
                  </a:extLst>
                </p14:cNvPr>
                <p14:cNvContentPartPr/>
                <p14:nvPr/>
              </p14:nvContentPartPr>
              <p14:xfrm>
                <a:off x="3384808" y="1194827"/>
                <a:ext cx="48960" cy="123120"/>
              </p14:xfrm>
            </p:contentPart>
          </mc:Choice>
          <mc:Fallback xmlns="">
            <p:pic>
              <p:nvPicPr>
                <p:cNvPr id="62" name="インク 61">
                  <a:extLst>
                    <a:ext uri="{FF2B5EF4-FFF2-40B4-BE49-F238E27FC236}">
                      <a16:creationId xmlns:a16="http://schemas.microsoft.com/office/drawing/2014/main" id="{7E1C1EE1-07BC-0774-B816-DDA561BAFDF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67168" y="1176827"/>
                  <a:ext cx="846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8E5D260C-8726-05D9-3636-B2D2993E27C2}"/>
                    </a:ext>
                  </a:extLst>
                </p14:cNvPr>
                <p14:cNvContentPartPr/>
                <p14:nvPr/>
              </p14:nvContentPartPr>
              <p14:xfrm>
                <a:off x="3515488" y="1187267"/>
                <a:ext cx="59040" cy="123840"/>
              </p14:xfrm>
            </p:contentPart>
          </mc:Choice>
          <mc:Fallback xmlns=""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8E5D260C-8726-05D9-3636-B2D2993E27C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497848" y="1169627"/>
                  <a:ext cx="9468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66" name="インク 65">
                <a:extLst>
                  <a:ext uri="{FF2B5EF4-FFF2-40B4-BE49-F238E27FC236}">
                    <a16:creationId xmlns:a16="http://schemas.microsoft.com/office/drawing/2014/main" id="{3800B0C1-387C-DC69-7F46-B0AF2BC12B94}"/>
                  </a:ext>
                </a:extLst>
              </p14:cNvPr>
              <p14:cNvContentPartPr/>
              <p14:nvPr/>
            </p14:nvContentPartPr>
            <p14:xfrm>
              <a:off x="4547608" y="1361867"/>
              <a:ext cx="160920" cy="46800"/>
            </p14:xfrm>
          </p:contentPart>
        </mc:Choice>
        <mc:Fallback xmlns="">
          <p:pic>
            <p:nvPicPr>
              <p:cNvPr id="66" name="インク 65">
                <a:extLst>
                  <a:ext uri="{FF2B5EF4-FFF2-40B4-BE49-F238E27FC236}">
                    <a16:creationId xmlns:a16="http://schemas.microsoft.com/office/drawing/2014/main" id="{3800B0C1-387C-DC69-7F46-B0AF2BC12B9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4529608" y="1344227"/>
                <a:ext cx="1965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68" name="インク 67">
                <a:extLst>
                  <a:ext uri="{FF2B5EF4-FFF2-40B4-BE49-F238E27FC236}">
                    <a16:creationId xmlns:a16="http://schemas.microsoft.com/office/drawing/2014/main" id="{936B45D1-3585-D3BC-B4A9-0673C2343EC7}"/>
                  </a:ext>
                </a:extLst>
              </p14:cNvPr>
              <p14:cNvContentPartPr/>
              <p14:nvPr/>
            </p14:nvContentPartPr>
            <p14:xfrm>
              <a:off x="4845328" y="1351787"/>
              <a:ext cx="128520" cy="35280"/>
            </p14:xfrm>
          </p:contentPart>
        </mc:Choice>
        <mc:Fallback xmlns="">
          <p:pic>
            <p:nvPicPr>
              <p:cNvPr id="68" name="インク 67">
                <a:extLst>
                  <a:ext uri="{FF2B5EF4-FFF2-40B4-BE49-F238E27FC236}">
                    <a16:creationId xmlns:a16="http://schemas.microsoft.com/office/drawing/2014/main" id="{936B45D1-3585-D3BC-B4A9-0673C2343EC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827688" y="1334147"/>
                <a:ext cx="1641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70" name="インク 69">
                <a:extLst>
                  <a:ext uri="{FF2B5EF4-FFF2-40B4-BE49-F238E27FC236}">
                    <a16:creationId xmlns:a16="http://schemas.microsoft.com/office/drawing/2014/main" id="{2F75DE72-08B9-0A1B-9B41-6670A26B26AD}"/>
                  </a:ext>
                </a:extLst>
              </p14:cNvPr>
              <p14:cNvContentPartPr/>
              <p14:nvPr/>
            </p14:nvContentPartPr>
            <p14:xfrm>
              <a:off x="4832368" y="1348187"/>
              <a:ext cx="179280" cy="70560"/>
            </p14:xfrm>
          </p:contentPart>
        </mc:Choice>
        <mc:Fallback xmlns="">
          <p:pic>
            <p:nvPicPr>
              <p:cNvPr id="70" name="インク 69">
                <a:extLst>
                  <a:ext uri="{FF2B5EF4-FFF2-40B4-BE49-F238E27FC236}">
                    <a16:creationId xmlns:a16="http://schemas.microsoft.com/office/drawing/2014/main" id="{2F75DE72-08B9-0A1B-9B41-6670A26B26A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814368" y="1330547"/>
                <a:ext cx="214920" cy="10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4DF3AFE7-D1E5-3A36-771D-2EF922D2C054}"/>
              </a:ext>
            </a:extLst>
          </p:cNvPr>
          <p:cNvGrpSpPr/>
          <p:nvPr/>
        </p:nvGrpSpPr>
        <p:grpSpPr>
          <a:xfrm>
            <a:off x="3381208" y="1108787"/>
            <a:ext cx="211680" cy="106560"/>
            <a:chOff x="3381208" y="1108787"/>
            <a:chExt cx="211680" cy="10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1" name="インク 70">
                  <a:extLst>
                    <a:ext uri="{FF2B5EF4-FFF2-40B4-BE49-F238E27FC236}">
                      <a16:creationId xmlns:a16="http://schemas.microsoft.com/office/drawing/2014/main" id="{E4280446-6FB5-E204-E0A0-C94BB8733297}"/>
                    </a:ext>
                  </a:extLst>
                </p14:cNvPr>
                <p14:cNvContentPartPr/>
                <p14:nvPr/>
              </p14:nvContentPartPr>
              <p14:xfrm>
                <a:off x="3381208" y="1108787"/>
                <a:ext cx="211680" cy="44280"/>
              </p14:xfrm>
            </p:contentPart>
          </mc:Choice>
          <mc:Fallback xmlns="">
            <p:pic>
              <p:nvPicPr>
                <p:cNvPr id="71" name="インク 70">
                  <a:extLst>
                    <a:ext uri="{FF2B5EF4-FFF2-40B4-BE49-F238E27FC236}">
                      <a16:creationId xmlns:a16="http://schemas.microsoft.com/office/drawing/2014/main" id="{E4280446-6FB5-E204-E0A0-C94BB873329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63208" y="1091147"/>
                  <a:ext cx="2473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6894721B-A923-DE26-7192-46F1BD4DD16A}"/>
                    </a:ext>
                  </a:extLst>
                </p14:cNvPr>
                <p14:cNvContentPartPr/>
                <p14:nvPr/>
              </p14:nvContentPartPr>
              <p14:xfrm>
                <a:off x="3471208" y="1125347"/>
                <a:ext cx="27720" cy="90000"/>
              </p14:xfrm>
            </p:contentPart>
          </mc:Choice>
          <mc:Fallback xmlns=""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6894721B-A923-DE26-7192-46F1BD4DD16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453568" y="1107707"/>
                  <a:ext cx="6336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83" name="インク 82">
                <a:extLst>
                  <a:ext uri="{FF2B5EF4-FFF2-40B4-BE49-F238E27FC236}">
                    <a16:creationId xmlns:a16="http://schemas.microsoft.com/office/drawing/2014/main" id="{7175F544-32DA-DA01-C32E-D6ADA0FED350}"/>
                  </a:ext>
                </a:extLst>
              </p14:cNvPr>
              <p14:cNvContentPartPr/>
              <p14:nvPr/>
            </p14:nvContentPartPr>
            <p14:xfrm>
              <a:off x="3281848" y="1509827"/>
              <a:ext cx="131400" cy="23040"/>
            </p14:xfrm>
          </p:contentPart>
        </mc:Choice>
        <mc:Fallback xmlns="">
          <p:pic>
            <p:nvPicPr>
              <p:cNvPr id="83" name="インク 82">
                <a:extLst>
                  <a:ext uri="{FF2B5EF4-FFF2-40B4-BE49-F238E27FC236}">
                    <a16:creationId xmlns:a16="http://schemas.microsoft.com/office/drawing/2014/main" id="{7175F544-32DA-DA01-C32E-D6ADA0FED35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264208" y="1492187"/>
                <a:ext cx="16704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5492EC27-C091-276B-8D5D-672A8C23EC0A}"/>
              </a:ext>
            </a:extLst>
          </p:cNvPr>
          <p:cNvGrpSpPr/>
          <p:nvPr/>
        </p:nvGrpSpPr>
        <p:grpSpPr>
          <a:xfrm>
            <a:off x="3368608" y="1338107"/>
            <a:ext cx="315000" cy="188640"/>
            <a:chOff x="3368608" y="1338107"/>
            <a:chExt cx="315000" cy="1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77" name="インク 76">
                  <a:extLst>
                    <a:ext uri="{FF2B5EF4-FFF2-40B4-BE49-F238E27FC236}">
                      <a16:creationId xmlns:a16="http://schemas.microsoft.com/office/drawing/2014/main" id="{14FA8EA1-FCEF-91E3-1EA7-0658DA020942}"/>
                    </a:ext>
                  </a:extLst>
                </p14:cNvPr>
                <p14:cNvContentPartPr/>
                <p14:nvPr/>
              </p14:nvContentPartPr>
              <p14:xfrm>
                <a:off x="3368608" y="1345307"/>
                <a:ext cx="41760" cy="136440"/>
              </p14:xfrm>
            </p:contentPart>
          </mc:Choice>
          <mc:Fallback xmlns="">
            <p:pic>
              <p:nvPicPr>
                <p:cNvPr id="77" name="インク 76">
                  <a:extLst>
                    <a:ext uri="{FF2B5EF4-FFF2-40B4-BE49-F238E27FC236}">
                      <a16:creationId xmlns:a16="http://schemas.microsoft.com/office/drawing/2014/main" id="{14FA8EA1-FCEF-91E3-1EA7-0658DA02094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350608" y="1327307"/>
                  <a:ext cx="77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BE3071C5-4140-7BFF-9B15-504C5A93987D}"/>
                    </a:ext>
                  </a:extLst>
                </p14:cNvPr>
                <p14:cNvContentPartPr/>
                <p14:nvPr/>
              </p14:nvContentPartPr>
              <p14:xfrm>
                <a:off x="3385528" y="1342067"/>
                <a:ext cx="64440" cy="15048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BE3071C5-4140-7BFF-9B15-504C5A93987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367888" y="1324427"/>
                  <a:ext cx="100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80" name="インク 79">
                  <a:extLst>
                    <a:ext uri="{FF2B5EF4-FFF2-40B4-BE49-F238E27FC236}">
                      <a16:creationId xmlns:a16="http://schemas.microsoft.com/office/drawing/2014/main" id="{0E25B76B-CBF8-8483-D95C-22161CE63E47}"/>
                    </a:ext>
                  </a:extLst>
                </p14:cNvPr>
                <p14:cNvContentPartPr/>
                <p14:nvPr/>
              </p14:nvContentPartPr>
              <p14:xfrm>
                <a:off x="3543208" y="1338107"/>
                <a:ext cx="20520" cy="135000"/>
              </p14:xfrm>
            </p:contentPart>
          </mc:Choice>
          <mc:Fallback xmlns="">
            <p:pic>
              <p:nvPicPr>
                <p:cNvPr id="80" name="インク 79">
                  <a:extLst>
                    <a:ext uri="{FF2B5EF4-FFF2-40B4-BE49-F238E27FC236}">
                      <a16:creationId xmlns:a16="http://schemas.microsoft.com/office/drawing/2014/main" id="{0E25B76B-CBF8-8483-D95C-22161CE63E4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25568" y="1320467"/>
                  <a:ext cx="56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81" name="インク 80">
                  <a:extLst>
                    <a:ext uri="{FF2B5EF4-FFF2-40B4-BE49-F238E27FC236}">
                      <a16:creationId xmlns:a16="http://schemas.microsoft.com/office/drawing/2014/main" id="{AE102F02-B00C-EB68-CA4C-703A521AE80C}"/>
                    </a:ext>
                  </a:extLst>
                </p14:cNvPr>
                <p14:cNvContentPartPr/>
                <p14:nvPr/>
              </p14:nvContentPartPr>
              <p14:xfrm>
                <a:off x="3551848" y="1345307"/>
                <a:ext cx="86760" cy="156600"/>
              </p14:xfrm>
            </p:contentPart>
          </mc:Choice>
          <mc:Fallback xmlns="">
            <p:pic>
              <p:nvPicPr>
                <p:cNvPr id="81" name="インク 80">
                  <a:extLst>
                    <a:ext uri="{FF2B5EF4-FFF2-40B4-BE49-F238E27FC236}">
                      <a16:creationId xmlns:a16="http://schemas.microsoft.com/office/drawing/2014/main" id="{AE102F02-B00C-EB68-CA4C-703A521AE8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33848" y="1327667"/>
                  <a:ext cx="122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27C4F0B7-BC47-83AC-D06D-7E391BE5FF66}"/>
                    </a:ext>
                  </a:extLst>
                </p14:cNvPr>
                <p14:cNvContentPartPr/>
                <p14:nvPr/>
              </p14:nvContentPartPr>
              <p14:xfrm>
                <a:off x="3565168" y="1505147"/>
                <a:ext cx="118440" cy="2160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27C4F0B7-BC47-83AC-D06D-7E391BE5FF6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547168" y="1487507"/>
                  <a:ext cx="15408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グループ化 94">
            <a:extLst>
              <a:ext uri="{FF2B5EF4-FFF2-40B4-BE49-F238E27FC236}">
                <a16:creationId xmlns:a16="http://schemas.microsoft.com/office/drawing/2014/main" id="{A6F24A12-AFE8-B7ED-8EC8-D88CB1E179DE}"/>
              </a:ext>
            </a:extLst>
          </p:cNvPr>
          <p:cNvGrpSpPr/>
          <p:nvPr/>
        </p:nvGrpSpPr>
        <p:grpSpPr>
          <a:xfrm>
            <a:off x="4532128" y="1314707"/>
            <a:ext cx="522000" cy="211320"/>
            <a:chOff x="4532128" y="1314707"/>
            <a:chExt cx="52200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DEA2D9CB-EC0D-063B-E1D3-A76413E3E49F}"/>
                    </a:ext>
                  </a:extLst>
                </p14:cNvPr>
                <p14:cNvContentPartPr/>
                <p14:nvPr/>
              </p14:nvContentPartPr>
              <p14:xfrm>
                <a:off x="4691608" y="1314707"/>
                <a:ext cx="176760" cy="29520"/>
              </p14:xfrm>
            </p:contentPart>
          </mc:Choice>
          <mc:Fallback xmlns=""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DEA2D9CB-EC0D-063B-E1D3-A76413E3E49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73968" y="1297067"/>
                  <a:ext cx="212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75" name="インク 74">
                  <a:extLst>
                    <a:ext uri="{FF2B5EF4-FFF2-40B4-BE49-F238E27FC236}">
                      <a16:creationId xmlns:a16="http://schemas.microsoft.com/office/drawing/2014/main" id="{23A828DA-0EA0-ACE1-987E-E737CA7ADED0}"/>
                    </a:ext>
                  </a:extLst>
                </p14:cNvPr>
                <p14:cNvContentPartPr/>
                <p14:nvPr/>
              </p14:nvContentPartPr>
              <p14:xfrm>
                <a:off x="4738408" y="1343867"/>
                <a:ext cx="41400" cy="73440"/>
              </p14:xfrm>
            </p:contentPart>
          </mc:Choice>
          <mc:Fallback xmlns="">
            <p:pic>
              <p:nvPicPr>
                <p:cNvPr id="75" name="インク 74">
                  <a:extLst>
                    <a:ext uri="{FF2B5EF4-FFF2-40B4-BE49-F238E27FC236}">
                      <a16:creationId xmlns:a16="http://schemas.microsoft.com/office/drawing/2014/main" id="{23A828DA-0EA0-ACE1-987E-E737CA7ADED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720768" y="1326227"/>
                  <a:ext cx="77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0502FB01-E5FB-42DF-D66C-572420F7E36D}"/>
                    </a:ext>
                  </a:extLst>
                </p14:cNvPr>
                <p14:cNvContentPartPr/>
                <p14:nvPr/>
              </p14:nvContentPartPr>
              <p14:xfrm>
                <a:off x="4559128" y="1398587"/>
                <a:ext cx="124560" cy="8172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0502FB01-E5FB-42DF-D66C-572420F7E36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541488" y="1380587"/>
                  <a:ext cx="160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5D7D0F6B-E793-83AD-284D-2D62687DDFFE}"/>
                    </a:ext>
                  </a:extLst>
                </p14:cNvPr>
                <p14:cNvContentPartPr/>
                <p14:nvPr/>
              </p14:nvContentPartPr>
              <p14:xfrm>
                <a:off x="4532128" y="1379147"/>
                <a:ext cx="184320" cy="11232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5D7D0F6B-E793-83AD-284D-2D62687DDFF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514128" y="1361507"/>
                  <a:ext cx="2199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89" name="インク 88">
                  <a:extLst>
                    <a:ext uri="{FF2B5EF4-FFF2-40B4-BE49-F238E27FC236}">
                      <a16:creationId xmlns:a16="http://schemas.microsoft.com/office/drawing/2014/main" id="{CDCE4032-9656-8144-6B61-94E2BBD7C9E8}"/>
                    </a:ext>
                  </a:extLst>
                </p14:cNvPr>
                <p14:cNvContentPartPr/>
                <p14:nvPr/>
              </p14:nvContentPartPr>
              <p14:xfrm>
                <a:off x="4597648" y="1493627"/>
                <a:ext cx="136080" cy="32400"/>
              </p14:xfrm>
            </p:contentPart>
          </mc:Choice>
          <mc:Fallback xmlns="">
            <p:pic>
              <p:nvPicPr>
                <p:cNvPr id="89" name="インク 88">
                  <a:extLst>
                    <a:ext uri="{FF2B5EF4-FFF2-40B4-BE49-F238E27FC236}">
                      <a16:creationId xmlns:a16="http://schemas.microsoft.com/office/drawing/2014/main" id="{CDCE4032-9656-8144-6B61-94E2BBD7C9E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580008" y="1475987"/>
                  <a:ext cx="171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91" name="インク 90">
                  <a:extLst>
                    <a:ext uri="{FF2B5EF4-FFF2-40B4-BE49-F238E27FC236}">
                      <a16:creationId xmlns:a16="http://schemas.microsoft.com/office/drawing/2014/main" id="{CFCCAA5C-7B5B-DE5C-3E25-D245E326F9FE}"/>
                    </a:ext>
                  </a:extLst>
                </p14:cNvPr>
                <p14:cNvContentPartPr/>
                <p14:nvPr/>
              </p14:nvContentPartPr>
              <p14:xfrm>
                <a:off x="4830928" y="1346387"/>
                <a:ext cx="187560" cy="133200"/>
              </p14:xfrm>
            </p:contentPart>
          </mc:Choice>
          <mc:Fallback xmlns="">
            <p:pic>
              <p:nvPicPr>
                <p:cNvPr id="91" name="インク 90">
                  <a:extLst>
                    <a:ext uri="{FF2B5EF4-FFF2-40B4-BE49-F238E27FC236}">
                      <a16:creationId xmlns:a16="http://schemas.microsoft.com/office/drawing/2014/main" id="{CFCCAA5C-7B5B-DE5C-3E25-D245E326F9F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812928" y="1328747"/>
                  <a:ext cx="223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F46AE432-643D-F27B-8967-3A87D68225AF}"/>
                    </a:ext>
                  </a:extLst>
                </p14:cNvPr>
                <p14:cNvContentPartPr/>
                <p14:nvPr/>
              </p14:nvContentPartPr>
              <p14:xfrm>
                <a:off x="4857208" y="1344947"/>
                <a:ext cx="196920" cy="13176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F46AE432-643D-F27B-8967-3A87D68225A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839208" y="1327307"/>
                  <a:ext cx="232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93" name="インク 92">
                  <a:extLst>
                    <a:ext uri="{FF2B5EF4-FFF2-40B4-BE49-F238E27FC236}">
                      <a16:creationId xmlns:a16="http://schemas.microsoft.com/office/drawing/2014/main" id="{F535B85C-C9D3-ED1E-7529-7042678CEF48}"/>
                    </a:ext>
                  </a:extLst>
                </p14:cNvPr>
                <p14:cNvContentPartPr/>
                <p14:nvPr/>
              </p14:nvContentPartPr>
              <p14:xfrm>
                <a:off x="4985008" y="1365107"/>
                <a:ext cx="44640" cy="41400"/>
              </p14:xfrm>
            </p:contentPart>
          </mc:Choice>
          <mc:Fallback xmlns="">
            <p:pic>
              <p:nvPicPr>
                <p:cNvPr id="93" name="インク 92">
                  <a:extLst>
                    <a:ext uri="{FF2B5EF4-FFF2-40B4-BE49-F238E27FC236}">
                      <a16:creationId xmlns:a16="http://schemas.microsoft.com/office/drawing/2014/main" id="{F535B85C-C9D3-ED1E-7529-7042678CEF4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967368" y="1347467"/>
                  <a:ext cx="80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EE9376E5-4860-B52E-58BB-74D0EB7BC831}"/>
                    </a:ext>
                  </a:extLst>
                </p14:cNvPr>
                <p14:cNvContentPartPr/>
                <p14:nvPr/>
              </p14:nvContentPartPr>
              <p14:xfrm>
                <a:off x="4846768" y="1495787"/>
                <a:ext cx="121680" cy="2196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EE9376E5-4860-B52E-58BB-74D0EB7BC83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828768" y="1478147"/>
                  <a:ext cx="157320" cy="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5" name="インク 114">
                <a:extLst>
                  <a:ext uri="{FF2B5EF4-FFF2-40B4-BE49-F238E27FC236}">
                    <a16:creationId xmlns:a16="http://schemas.microsoft.com/office/drawing/2014/main" id="{1C648C9D-6A2D-3169-4D46-D40F5A689205}"/>
                  </a:ext>
                </a:extLst>
              </p14:cNvPr>
              <p14:cNvContentPartPr/>
              <p14:nvPr/>
            </p14:nvContentPartPr>
            <p14:xfrm>
              <a:off x="9958909" y="1125347"/>
              <a:ext cx="45720" cy="15120"/>
            </p14:xfrm>
          </p:contentPart>
        </mc:Choice>
        <mc:Fallback xmlns="">
          <p:pic>
            <p:nvPicPr>
              <p:cNvPr id="115" name="インク 114">
                <a:extLst>
                  <a:ext uri="{FF2B5EF4-FFF2-40B4-BE49-F238E27FC236}">
                    <a16:creationId xmlns:a16="http://schemas.microsoft.com/office/drawing/2014/main" id="{1C648C9D-6A2D-3169-4D46-D40F5A68920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940909" y="1107707"/>
                <a:ext cx="813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5" name="インク 164">
                <a:extLst>
                  <a:ext uri="{FF2B5EF4-FFF2-40B4-BE49-F238E27FC236}">
                    <a16:creationId xmlns:a16="http://schemas.microsoft.com/office/drawing/2014/main" id="{BCEEA857-B8DF-19B8-3C04-ED3201458E9A}"/>
                  </a:ext>
                </a:extLst>
              </p14:cNvPr>
              <p14:cNvContentPartPr/>
              <p14:nvPr/>
            </p14:nvContentPartPr>
            <p14:xfrm>
              <a:off x="11299592" y="700333"/>
              <a:ext cx="144360" cy="119160"/>
            </p14:xfrm>
          </p:contentPart>
        </mc:Choice>
        <mc:Fallback xmlns="">
          <p:pic>
            <p:nvPicPr>
              <p:cNvPr id="165" name="インク 164">
                <a:extLst>
                  <a:ext uri="{FF2B5EF4-FFF2-40B4-BE49-F238E27FC236}">
                    <a16:creationId xmlns:a16="http://schemas.microsoft.com/office/drawing/2014/main" id="{BCEEA857-B8DF-19B8-3C04-ED3201458E9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281592" y="682333"/>
                <a:ext cx="180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66" name="インク 165">
                <a:extLst>
                  <a:ext uri="{FF2B5EF4-FFF2-40B4-BE49-F238E27FC236}">
                    <a16:creationId xmlns:a16="http://schemas.microsoft.com/office/drawing/2014/main" id="{1F9C3595-B8DB-C49B-D10F-0C121D2BC4CA}"/>
                  </a:ext>
                </a:extLst>
              </p14:cNvPr>
              <p14:cNvContentPartPr/>
              <p14:nvPr/>
            </p14:nvContentPartPr>
            <p14:xfrm>
              <a:off x="11343872" y="817693"/>
              <a:ext cx="33480" cy="84240"/>
            </p14:xfrm>
          </p:contentPart>
        </mc:Choice>
        <mc:Fallback xmlns="">
          <p:pic>
            <p:nvPicPr>
              <p:cNvPr id="166" name="インク 165">
                <a:extLst>
                  <a:ext uri="{FF2B5EF4-FFF2-40B4-BE49-F238E27FC236}">
                    <a16:creationId xmlns:a16="http://schemas.microsoft.com/office/drawing/2014/main" id="{1F9C3595-B8DB-C49B-D10F-0C121D2BC4C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326232" y="800053"/>
                <a:ext cx="691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67" name="インク 166">
                <a:extLst>
                  <a:ext uri="{FF2B5EF4-FFF2-40B4-BE49-F238E27FC236}">
                    <a16:creationId xmlns:a16="http://schemas.microsoft.com/office/drawing/2014/main" id="{D9079561-2B27-7372-E8BA-59ED659BC819}"/>
                  </a:ext>
                </a:extLst>
              </p14:cNvPr>
              <p14:cNvContentPartPr/>
              <p14:nvPr/>
            </p14:nvContentPartPr>
            <p14:xfrm>
              <a:off x="11309312" y="904453"/>
              <a:ext cx="194760" cy="148680"/>
            </p14:xfrm>
          </p:contentPart>
        </mc:Choice>
        <mc:Fallback xmlns="">
          <p:pic>
            <p:nvPicPr>
              <p:cNvPr id="167" name="インク 166">
                <a:extLst>
                  <a:ext uri="{FF2B5EF4-FFF2-40B4-BE49-F238E27FC236}">
                    <a16:creationId xmlns:a16="http://schemas.microsoft.com/office/drawing/2014/main" id="{D9079561-2B27-7372-E8BA-59ED659BC81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291672" y="886453"/>
                <a:ext cx="230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68" name="インク 167">
                <a:extLst>
                  <a:ext uri="{FF2B5EF4-FFF2-40B4-BE49-F238E27FC236}">
                    <a16:creationId xmlns:a16="http://schemas.microsoft.com/office/drawing/2014/main" id="{3E8AC143-61D0-03F7-D240-64AEB2272267}"/>
                  </a:ext>
                </a:extLst>
              </p14:cNvPr>
              <p14:cNvContentPartPr/>
              <p14:nvPr/>
            </p14:nvContentPartPr>
            <p14:xfrm>
              <a:off x="11291672" y="922093"/>
              <a:ext cx="20880" cy="98280"/>
            </p14:xfrm>
          </p:contentPart>
        </mc:Choice>
        <mc:Fallback xmlns="">
          <p:pic>
            <p:nvPicPr>
              <p:cNvPr id="168" name="インク 167">
                <a:extLst>
                  <a:ext uri="{FF2B5EF4-FFF2-40B4-BE49-F238E27FC236}">
                    <a16:creationId xmlns:a16="http://schemas.microsoft.com/office/drawing/2014/main" id="{3E8AC143-61D0-03F7-D240-64AEB227226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273672" y="904453"/>
                <a:ext cx="565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69" name="インク 168">
                <a:extLst>
                  <a:ext uri="{FF2B5EF4-FFF2-40B4-BE49-F238E27FC236}">
                    <a16:creationId xmlns:a16="http://schemas.microsoft.com/office/drawing/2014/main" id="{D0EA6FC2-00B6-F9B2-2C71-1A10B430979F}"/>
                  </a:ext>
                </a:extLst>
              </p14:cNvPr>
              <p14:cNvContentPartPr/>
              <p14:nvPr/>
            </p14:nvContentPartPr>
            <p14:xfrm>
              <a:off x="11310392" y="1005973"/>
              <a:ext cx="19800" cy="87480"/>
            </p14:xfrm>
          </p:contentPart>
        </mc:Choice>
        <mc:Fallback xmlns="">
          <p:pic>
            <p:nvPicPr>
              <p:cNvPr id="169" name="インク 168">
                <a:extLst>
                  <a:ext uri="{FF2B5EF4-FFF2-40B4-BE49-F238E27FC236}">
                    <a16:creationId xmlns:a16="http://schemas.microsoft.com/office/drawing/2014/main" id="{D0EA6FC2-00B6-F9B2-2C71-1A10B430979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292752" y="987973"/>
                <a:ext cx="554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70" name="インク 169">
                <a:extLst>
                  <a:ext uri="{FF2B5EF4-FFF2-40B4-BE49-F238E27FC236}">
                    <a16:creationId xmlns:a16="http://schemas.microsoft.com/office/drawing/2014/main" id="{AE0F5C56-2259-1595-06D4-A816B0C0E56D}"/>
                  </a:ext>
                </a:extLst>
              </p14:cNvPr>
              <p14:cNvContentPartPr/>
              <p14:nvPr/>
            </p14:nvContentPartPr>
            <p14:xfrm>
              <a:off x="11333072" y="1073293"/>
              <a:ext cx="75240" cy="7200"/>
            </p14:xfrm>
          </p:contentPart>
        </mc:Choice>
        <mc:Fallback xmlns="">
          <p:pic>
            <p:nvPicPr>
              <p:cNvPr id="170" name="インク 169">
                <a:extLst>
                  <a:ext uri="{FF2B5EF4-FFF2-40B4-BE49-F238E27FC236}">
                    <a16:creationId xmlns:a16="http://schemas.microsoft.com/office/drawing/2014/main" id="{AE0F5C56-2259-1595-06D4-A816B0C0E56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315072" y="1055293"/>
                <a:ext cx="1108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71" name="インク 170">
                <a:extLst>
                  <a:ext uri="{FF2B5EF4-FFF2-40B4-BE49-F238E27FC236}">
                    <a16:creationId xmlns:a16="http://schemas.microsoft.com/office/drawing/2014/main" id="{75AB865A-0F12-05A2-CA79-1D6F7DA2A0D7}"/>
                  </a:ext>
                </a:extLst>
              </p14:cNvPr>
              <p14:cNvContentPartPr/>
              <p14:nvPr/>
            </p14:nvContentPartPr>
            <p14:xfrm>
              <a:off x="11310752" y="925693"/>
              <a:ext cx="66600" cy="54360"/>
            </p14:xfrm>
          </p:contentPart>
        </mc:Choice>
        <mc:Fallback xmlns="">
          <p:pic>
            <p:nvPicPr>
              <p:cNvPr id="171" name="インク 170">
                <a:extLst>
                  <a:ext uri="{FF2B5EF4-FFF2-40B4-BE49-F238E27FC236}">
                    <a16:creationId xmlns:a16="http://schemas.microsoft.com/office/drawing/2014/main" id="{75AB865A-0F12-05A2-CA79-1D6F7DA2A0D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292752" y="908053"/>
                <a:ext cx="102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72" name="インク 171">
                <a:extLst>
                  <a:ext uri="{FF2B5EF4-FFF2-40B4-BE49-F238E27FC236}">
                    <a16:creationId xmlns:a16="http://schemas.microsoft.com/office/drawing/2014/main" id="{E22244E6-64B1-FBC6-B0A0-9100476B21CA}"/>
                  </a:ext>
                </a:extLst>
              </p14:cNvPr>
              <p14:cNvContentPartPr/>
              <p14:nvPr/>
            </p14:nvContentPartPr>
            <p14:xfrm>
              <a:off x="11311832" y="923173"/>
              <a:ext cx="115200" cy="100800"/>
            </p14:xfrm>
          </p:contentPart>
        </mc:Choice>
        <mc:Fallback xmlns="">
          <p:pic>
            <p:nvPicPr>
              <p:cNvPr id="172" name="インク 171">
                <a:extLst>
                  <a:ext uri="{FF2B5EF4-FFF2-40B4-BE49-F238E27FC236}">
                    <a16:creationId xmlns:a16="http://schemas.microsoft.com/office/drawing/2014/main" id="{E22244E6-64B1-FBC6-B0A0-9100476B21C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293832" y="905533"/>
                <a:ext cx="1508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73" name="インク 172">
                <a:extLst>
                  <a:ext uri="{FF2B5EF4-FFF2-40B4-BE49-F238E27FC236}">
                    <a16:creationId xmlns:a16="http://schemas.microsoft.com/office/drawing/2014/main" id="{26453999-E8DF-89FB-197B-65EEFD820B24}"/>
                  </a:ext>
                </a:extLst>
              </p14:cNvPr>
              <p14:cNvContentPartPr/>
              <p14:nvPr/>
            </p14:nvContentPartPr>
            <p14:xfrm>
              <a:off x="11350352" y="919573"/>
              <a:ext cx="122040" cy="110520"/>
            </p14:xfrm>
          </p:contentPart>
        </mc:Choice>
        <mc:Fallback xmlns="">
          <p:pic>
            <p:nvPicPr>
              <p:cNvPr id="173" name="インク 172">
                <a:extLst>
                  <a:ext uri="{FF2B5EF4-FFF2-40B4-BE49-F238E27FC236}">
                    <a16:creationId xmlns:a16="http://schemas.microsoft.com/office/drawing/2014/main" id="{26453999-E8DF-89FB-197B-65EEFD820B2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332352" y="901573"/>
                <a:ext cx="1576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74" name="インク 173">
                <a:extLst>
                  <a:ext uri="{FF2B5EF4-FFF2-40B4-BE49-F238E27FC236}">
                    <a16:creationId xmlns:a16="http://schemas.microsoft.com/office/drawing/2014/main" id="{8B0D8DF4-D1D4-9D20-7EC1-644934519BF0}"/>
                  </a:ext>
                </a:extLst>
              </p14:cNvPr>
              <p14:cNvContentPartPr/>
              <p14:nvPr/>
            </p14:nvContentPartPr>
            <p14:xfrm>
              <a:off x="11365832" y="961333"/>
              <a:ext cx="94680" cy="90000"/>
            </p14:xfrm>
          </p:contentPart>
        </mc:Choice>
        <mc:Fallback xmlns="">
          <p:pic>
            <p:nvPicPr>
              <p:cNvPr id="174" name="インク 173">
                <a:extLst>
                  <a:ext uri="{FF2B5EF4-FFF2-40B4-BE49-F238E27FC236}">
                    <a16:creationId xmlns:a16="http://schemas.microsoft.com/office/drawing/2014/main" id="{8B0D8DF4-D1D4-9D20-7EC1-644934519BF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348192" y="943693"/>
                <a:ext cx="1303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75" name="インク 174">
                <a:extLst>
                  <a:ext uri="{FF2B5EF4-FFF2-40B4-BE49-F238E27FC236}">
                    <a16:creationId xmlns:a16="http://schemas.microsoft.com/office/drawing/2014/main" id="{FD3EE72B-A8C3-71C9-95C5-398ACF7A2BFA}"/>
                  </a:ext>
                </a:extLst>
              </p14:cNvPr>
              <p14:cNvContentPartPr/>
              <p14:nvPr/>
            </p14:nvContentPartPr>
            <p14:xfrm>
              <a:off x="11354312" y="1060333"/>
              <a:ext cx="10440" cy="8280"/>
            </p14:xfrm>
          </p:contentPart>
        </mc:Choice>
        <mc:Fallback xmlns="">
          <p:pic>
            <p:nvPicPr>
              <p:cNvPr id="175" name="インク 174">
                <a:extLst>
                  <a:ext uri="{FF2B5EF4-FFF2-40B4-BE49-F238E27FC236}">
                    <a16:creationId xmlns:a16="http://schemas.microsoft.com/office/drawing/2014/main" id="{FD3EE72B-A8C3-71C9-95C5-398ACF7A2BF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336312" y="1042333"/>
                <a:ext cx="460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88" name="インク 187">
                <a:extLst>
                  <a:ext uri="{FF2B5EF4-FFF2-40B4-BE49-F238E27FC236}">
                    <a16:creationId xmlns:a16="http://schemas.microsoft.com/office/drawing/2014/main" id="{B62AD880-CAC1-8526-32FB-B5E99FBE0E18}"/>
                  </a:ext>
                </a:extLst>
              </p14:cNvPr>
              <p14:cNvContentPartPr/>
              <p14:nvPr/>
            </p14:nvContentPartPr>
            <p14:xfrm>
              <a:off x="11323085" y="1120307"/>
              <a:ext cx="128880" cy="89280"/>
            </p14:xfrm>
          </p:contentPart>
        </mc:Choice>
        <mc:Fallback xmlns="">
          <p:pic>
            <p:nvPicPr>
              <p:cNvPr id="188" name="インク 187">
                <a:extLst>
                  <a:ext uri="{FF2B5EF4-FFF2-40B4-BE49-F238E27FC236}">
                    <a16:creationId xmlns:a16="http://schemas.microsoft.com/office/drawing/2014/main" id="{B62AD880-CAC1-8526-32FB-B5E99FBE0E18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1305085" y="1102307"/>
                <a:ext cx="1645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90" name="インク 189">
                <a:extLst>
                  <a:ext uri="{FF2B5EF4-FFF2-40B4-BE49-F238E27FC236}">
                    <a16:creationId xmlns:a16="http://schemas.microsoft.com/office/drawing/2014/main" id="{417410D7-86FD-B6D2-43AD-0B6A8694E115}"/>
                  </a:ext>
                </a:extLst>
              </p14:cNvPr>
              <p14:cNvContentPartPr/>
              <p14:nvPr/>
            </p14:nvContentPartPr>
            <p14:xfrm>
              <a:off x="9935149" y="1127507"/>
              <a:ext cx="192960" cy="32040"/>
            </p14:xfrm>
          </p:contentPart>
        </mc:Choice>
        <mc:Fallback xmlns="">
          <p:pic>
            <p:nvPicPr>
              <p:cNvPr id="190" name="インク 189">
                <a:extLst>
                  <a:ext uri="{FF2B5EF4-FFF2-40B4-BE49-F238E27FC236}">
                    <a16:creationId xmlns:a16="http://schemas.microsoft.com/office/drawing/2014/main" id="{417410D7-86FD-B6D2-43AD-0B6A8694E115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9917509" y="1109507"/>
                <a:ext cx="22860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92" name="インク 191">
                <a:extLst>
                  <a:ext uri="{FF2B5EF4-FFF2-40B4-BE49-F238E27FC236}">
                    <a16:creationId xmlns:a16="http://schemas.microsoft.com/office/drawing/2014/main" id="{50C97B6C-C457-518D-E12C-007DB07535A8}"/>
                  </a:ext>
                </a:extLst>
              </p14:cNvPr>
              <p14:cNvContentPartPr/>
              <p14:nvPr/>
            </p14:nvContentPartPr>
            <p14:xfrm>
              <a:off x="8631424" y="688957"/>
              <a:ext cx="144360" cy="119160"/>
            </p14:xfrm>
          </p:contentPart>
        </mc:Choice>
        <mc:Fallback xmlns="">
          <p:pic>
            <p:nvPicPr>
              <p:cNvPr id="192" name="インク 191">
                <a:extLst>
                  <a:ext uri="{FF2B5EF4-FFF2-40B4-BE49-F238E27FC236}">
                    <a16:creationId xmlns:a16="http://schemas.microsoft.com/office/drawing/2014/main" id="{50C97B6C-C457-518D-E12C-007DB07535A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613424" y="670957"/>
                <a:ext cx="180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93" name="インク 192">
                <a:extLst>
                  <a:ext uri="{FF2B5EF4-FFF2-40B4-BE49-F238E27FC236}">
                    <a16:creationId xmlns:a16="http://schemas.microsoft.com/office/drawing/2014/main" id="{314E0877-4BC4-FBD4-4E64-327B4E714EF3}"/>
                  </a:ext>
                </a:extLst>
              </p14:cNvPr>
              <p14:cNvContentPartPr/>
              <p14:nvPr/>
            </p14:nvContentPartPr>
            <p14:xfrm>
              <a:off x="8675704" y="806317"/>
              <a:ext cx="33480" cy="84240"/>
            </p14:xfrm>
          </p:contentPart>
        </mc:Choice>
        <mc:Fallback xmlns="">
          <p:pic>
            <p:nvPicPr>
              <p:cNvPr id="193" name="インク 192">
                <a:extLst>
                  <a:ext uri="{FF2B5EF4-FFF2-40B4-BE49-F238E27FC236}">
                    <a16:creationId xmlns:a16="http://schemas.microsoft.com/office/drawing/2014/main" id="{314E0877-4BC4-FBD4-4E64-327B4E714EF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658064" y="788677"/>
                <a:ext cx="691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94" name="インク 193">
                <a:extLst>
                  <a:ext uri="{FF2B5EF4-FFF2-40B4-BE49-F238E27FC236}">
                    <a16:creationId xmlns:a16="http://schemas.microsoft.com/office/drawing/2014/main" id="{E522D8A0-C899-33F3-E8BE-D40D9156BC53}"/>
                  </a:ext>
                </a:extLst>
              </p14:cNvPr>
              <p14:cNvContentPartPr/>
              <p14:nvPr/>
            </p14:nvContentPartPr>
            <p14:xfrm>
              <a:off x="8641144" y="893077"/>
              <a:ext cx="194760" cy="148680"/>
            </p14:xfrm>
          </p:contentPart>
        </mc:Choice>
        <mc:Fallback xmlns="">
          <p:pic>
            <p:nvPicPr>
              <p:cNvPr id="194" name="インク 193">
                <a:extLst>
                  <a:ext uri="{FF2B5EF4-FFF2-40B4-BE49-F238E27FC236}">
                    <a16:creationId xmlns:a16="http://schemas.microsoft.com/office/drawing/2014/main" id="{E522D8A0-C899-33F3-E8BE-D40D9156BC5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623504" y="875077"/>
                <a:ext cx="230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95" name="インク 194">
                <a:extLst>
                  <a:ext uri="{FF2B5EF4-FFF2-40B4-BE49-F238E27FC236}">
                    <a16:creationId xmlns:a16="http://schemas.microsoft.com/office/drawing/2014/main" id="{79E38BAC-5F68-F05F-1C83-65771F6F5EDD}"/>
                  </a:ext>
                </a:extLst>
              </p14:cNvPr>
              <p14:cNvContentPartPr/>
              <p14:nvPr/>
            </p14:nvContentPartPr>
            <p14:xfrm>
              <a:off x="8623504" y="910717"/>
              <a:ext cx="20880" cy="98280"/>
            </p14:xfrm>
          </p:contentPart>
        </mc:Choice>
        <mc:Fallback xmlns="">
          <p:pic>
            <p:nvPicPr>
              <p:cNvPr id="195" name="インク 194">
                <a:extLst>
                  <a:ext uri="{FF2B5EF4-FFF2-40B4-BE49-F238E27FC236}">
                    <a16:creationId xmlns:a16="http://schemas.microsoft.com/office/drawing/2014/main" id="{79E38BAC-5F68-F05F-1C83-65771F6F5ED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05504" y="893077"/>
                <a:ext cx="565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96" name="インク 195">
                <a:extLst>
                  <a:ext uri="{FF2B5EF4-FFF2-40B4-BE49-F238E27FC236}">
                    <a16:creationId xmlns:a16="http://schemas.microsoft.com/office/drawing/2014/main" id="{3E8BBF1D-C22F-0408-B353-1CFBAE4AB497}"/>
                  </a:ext>
                </a:extLst>
              </p14:cNvPr>
              <p14:cNvContentPartPr/>
              <p14:nvPr/>
            </p14:nvContentPartPr>
            <p14:xfrm>
              <a:off x="8642224" y="994597"/>
              <a:ext cx="19800" cy="87480"/>
            </p14:xfrm>
          </p:contentPart>
        </mc:Choice>
        <mc:Fallback xmlns="">
          <p:pic>
            <p:nvPicPr>
              <p:cNvPr id="196" name="インク 195">
                <a:extLst>
                  <a:ext uri="{FF2B5EF4-FFF2-40B4-BE49-F238E27FC236}">
                    <a16:creationId xmlns:a16="http://schemas.microsoft.com/office/drawing/2014/main" id="{3E8BBF1D-C22F-0408-B353-1CFBAE4AB49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624584" y="976597"/>
                <a:ext cx="554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97" name="インク 196">
                <a:extLst>
                  <a:ext uri="{FF2B5EF4-FFF2-40B4-BE49-F238E27FC236}">
                    <a16:creationId xmlns:a16="http://schemas.microsoft.com/office/drawing/2014/main" id="{C835AC44-1267-012B-B21C-1120A3F2682A}"/>
                  </a:ext>
                </a:extLst>
              </p14:cNvPr>
              <p14:cNvContentPartPr/>
              <p14:nvPr/>
            </p14:nvContentPartPr>
            <p14:xfrm>
              <a:off x="8664904" y="1061917"/>
              <a:ext cx="75240" cy="7200"/>
            </p14:xfrm>
          </p:contentPart>
        </mc:Choice>
        <mc:Fallback xmlns="">
          <p:pic>
            <p:nvPicPr>
              <p:cNvPr id="197" name="インク 196">
                <a:extLst>
                  <a:ext uri="{FF2B5EF4-FFF2-40B4-BE49-F238E27FC236}">
                    <a16:creationId xmlns:a16="http://schemas.microsoft.com/office/drawing/2014/main" id="{C835AC44-1267-012B-B21C-1120A3F2682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646904" y="1043917"/>
                <a:ext cx="1108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98" name="インク 197">
                <a:extLst>
                  <a:ext uri="{FF2B5EF4-FFF2-40B4-BE49-F238E27FC236}">
                    <a16:creationId xmlns:a16="http://schemas.microsoft.com/office/drawing/2014/main" id="{F67CAE10-D07D-F791-B385-8A86BF15680E}"/>
                  </a:ext>
                </a:extLst>
              </p14:cNvPr>
              <p14:cNvContentPartPr/>
              <p14:nvPr/>
            </p14:nvContentPartPr>
            <p14:xfrm>
              <a:off x="8642584" y="914317"/>
              <a:ext cx="66600" cy="54360"/>
            </p14:xfrm>
          </p:contentPart>
        </mc:Choice>
        <mc:Fallback xmlns="">
          <p:pic>
            <p:nvPicPr>
              <p:cNvPr id="198" name="インク 197">
                <a:extLst>
                  <a:ext uri="{FF2B5EF4-FFF2-40B4-BE49-F238E27FC236}">
                    <a16:creationId xmlns:a16="http://schemas.microsoft.com/office/drawing/2014/main" id="{F67CAE10-D07D-F791-B385-8A86BF15680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24584" y="896677"/>
                <a:ext cx="102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99" name="インク 198">
                <a:extLst>
                  <a:ext uri="{FF2B5EF4-FFF2-40B4-BE49-F238E27FC236}">
                    <a16:creationId xmlns:a16="http://schemas.microsoft.com/office/drawing/2014/main" id="{A6CFB228-32C5-229F-D1D4-649634E4DF98}"/>
                  </a:ext>
                </a:extLst>
              </p14:cNvPr>
              <p14:cNvContentPartPr/>
              <p14:nvPr/>
            </p14:nvContentPartPr>
            <p14:xfrm>
              <a:off x="8643664" y="911797"/>
              <a:ext cx="115200" cy="100800"/>
            </p14:xfrm>
          </p:contentPart>
        </mc:Choice>
        <mc:Fallback xmlns="">
          <p:pic>
            <p:nvPicPr>
              <p:cNvPr id="199" name="インク 198">
                <a:extLst>
                  <a:ext uri="{FF2B5EF4-FFF2-40B4-BE49-F238E27FC236}">
                    <a16:creationId xmlns:a16="http://schemas.microsoft.com/office/drawing/2014/main" id="{A6CFB228-32C5-229F-D1D4-649634E4DF9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625664" y="894157"/>
                <a:ext cx="1508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200" name="インク 199">
                <a:extLst>
                  <a:ext uri="{FF2B5EF4-FFF2-40B4-BE49-F238E27FC236}">
                    <a16:creationId xmlns:a16="http://schemas.microsoft.com/office/drawing/2014/main" id="{1D6B317E-5723-B00C-5DD4-17E74684DEBC}"/>
                  </a:ext>
                </a:extLst>
              </p14:cNvPr>
              <p14:cNvContentPartPr/>
              <p14:nvPr/>
            </p14:nvContentPartPr>
            <p14:xfrm>
              <a:off x="8682184" y="908197"/>
              <a:ext cx="122040" cy="110520"/>
            </p14:xfrm>
          </p:contentPart>
        </mc:Choice>
        <mc:Fallback xmlns="">
          <p:pic>
            <p:nvPicPr>
              <p:cNvPr id="200" name="インク 199">
                <a:extLst>
                  <a:ext uri="{FF2B5EF4-FFF2-40B4-BE49-F238E27FC236}">
                    <a16:creationId xmlns:a16="http://schemas.microsoft.com/office/drawing/2014/main" id="{1D6B317E-5723-B00C-5DD4-17E74684DEB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664184" y="890197"/>
                <a:ext cx="1576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201" name="インク 200">
                <a:extLst>
                  <a:ext uri="{FF2B5EF4-FFF2-40B4-BE49-F238E27FC236}">
                    <a16:creationId xmlns:a16="http://schemas.microsoft.com/office/drawing/2014/main" id="{71ACAA6A-153F-F2A9-D20E-A8BE3D0941B8}"/>
                  </a:ext>
                </a:extLst>
              </p14:cNvPr>
              <p14:cNvContentPartPr/>
              <p14:nvPr/>
            </p14:nvContentPartPr>
            <p14:xfrm>
              <a:off x="8697664" y="949957"/>
              <a:ext cx="94680" cy="90000"/>
            </p14:xfrm>
          </p:contentPart>
        </mc:Choice>
        <mc:Fallback xmlns="">
          <p:pic>
            <p:nvPicPr>
              <p:cNvPr id="201" name="インク 200">
                <a:extLst>
                  <a:ext uri="{FF2B5EF4-FFF2-40B4-BE49-F238E27FC236}">
                    <a16:creationId xmlns:a16="http://schemas.microsoft.com/office/drawing/2014/main" id="{71ACAA6A-153F-F2A9-D20E-A8BE3D0941B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80024" y="932317"/>
                <a:ext cx="1303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202" name="インク 201">
                <a:extLst>
                  <a:ext uri="{FF2B5EF4-FFF2-40B4-BE49-F238E27FC236}">
                    <a16:creationId xmlns:a16="http://schemas.microsoft.com/office/drawing/2014/main" id="{B2B9D1CD-15A7-2611-3FD8-273A917F847D}"/>
                  </a:ext>
                </a:extLst>
              </p14:cNvPr>
              <p14:cNvContentPartPr/>
              <p14:nvPr/>
            </p14:nvContentPartPr>
            <p14:xfrm>
              <a:off x="8686144" y="1048957"/>
              <a:ext cx="10440" cy="8280"/>
            </p14:xfrm>
          </p:contentPart>
        </mc:Choice>
        <mc:Fallback xmlns="">
          <p:pic>
            <p:nvPicPr>
              <p:cNvPr id="202" name="インク 201">
                <a:extLst>
                  <a:ext uri="{FF2B5EF4-FFF2-40B4-BE49-F238E27FC236}">
                    <a16:creationId xmlns:a16="http://schemas.microsoft.com/office/drawing/2014/main" id="{B2B9D1CD-15A7-2611-3FD8-273A917F847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668144" y="1030957"/>
                <a:ext cx="460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213" name="インク 212">
                <a:extLst>
                  <a:ext uri="{FF2B5EF4-FFF2-40B4-BE49-F238E27FC236}">
                    <a16:creationId xmlns:a16="http://schemas.microsoft.com/office/drawing/2014/main" id="{EAA2EE11-A28A-B331-66EE-B2C63EE134EE}"/>
                  </a:ext>
                </a:extLst>
              </p14:cNvPr>
              <p14:cNvContentPartPr/>
              <p14:nvPr/>
            </p14:nvContentPartPr>
            <p14:xfrm>
              <a:off x="8654917" y="1108931"/>
              <a:ext cx="128880" cy="89280"/>
            </p14:xfrm>
          </p:contentPart>
        </mc:Choice>
        <mc:Fallback xmlns="">
          <p:pic>
            <p:nvPicPr>
              <p:cNvPr id="213" name="インク 212">
                <a:extLst>
                  <a:ext uri="{FF2B5EF4-FFF2-40B4-BE49-F238E27FC236}">
                    <a16:creationId xmlns:a16="http://schemas.microsoft.com/office/drawing/2014/main" id="{EAA2EE11-A28A-B331-66EE-B2C63EE134EE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8636917" y="1090931"/>
                <a:ext cx="1645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242" name="インク 241">
                <a:extLst>
                  <a:ext uri="{FF2B5EF4-FFF2-40B4-BE49-F238E27FC236}">
                    <a16:creationId xmlns:a16="http://schemas.microsoft.com/office/drawing/2014/main" id="{86A022D9-C62E-9345-A88F-581ACDC15D42}"/>
                  </a:ext>
                </a:extLst>
              </p14:cNvPr>
              <p14:cNvContentPartPr/>
              <p14:nvPr/>
            </p14:nvContentPartPr>
            <p14:xfrm>
              <a:off x="11146325" y="889187"/>
              <a:ext cx="155880" cy="162360"/>
            </p14:xfrm>
          </p:contentPart>
        </mc:Choice>
        <mc:Fallback xmlns="">
          <p:pic>
            <p:nvPicPr>
              <p:cNvPr id="242" name="インク 241">
                <a:extLst>
                  <a:ext uri="{FF2B5EF4-FFF2-40B4-BE49-F238E27FC236}">
                    <a16:creationId xmlns:a16="http://schemas.microsoft.com/office/drawing/2014/main" id="{86A022D9-C62E-9345-A88F-581ACDC15D42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11128685" y="871187"/>
                <a:ext cx="19152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244" name="インク 243">
                <a:extLst>
                  <a:ext uri="{FF2B5EF4-FFF2-40B4-BE49-F238E27FC236}">
                    <a16:creationId xmlns:a16="http://schemas.microsoft.com/office/drawing/2014/main" id="{0A5F199F-C7BB-78BB-5AE4-9A60801FE0F3}"/>
                  </a:ext>
                </a:extLst>
              </p14:cNvPr>
              <p14:cNvContentPartPr/>
              <p14:nvPr/>
            </p14:nvContentPartPr>
            <p14:xfrm>
              <a:off x="9795829" y="899627"/>
              <a:ext cx="114120" cy="164880"/>
            </p14:xfrm>
          </p:contentPart>
        </mc:Choice>
        <mc:Fallback xmlns="">
          <p:pic>
            <p:nvPicPr>
              <p:cNvPr id="244" name="インク 243">
                <a:extLst>
                  <a:ext uri="{FF2B5EF4-FFF2-40B4-BE49-F238E27FC236}">
                    <a16:creationId xmlns:a16="http://schemas.microsoft.com/office/drawing/2014/main" id="{0A5F199F-C7BB-78BB-5AE4-9A60801FE0F3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9777829" y="881987"/>
                <a:ext cx="1497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250" name="インク 249">
                <a:extLst>
                  <a:ext uri="{FF2B5EF4-FFF2-40B4-BE49-F238E27FC236}">
                    <a16:creationId xmlns:a16="http://schemas.microsoft.com/office/drawing/2014/main" id="{CCF1D9EE-9A30-0978-3729-451E70A680BD}"/>
                  </a:ext>
                </a:extLst>
              </p14:cNvPr>
              <p14:cNvContentPartPr/>
              <p14:nvPr/>
            </p14:nvContentPartPr>
            <p14:xfrm>
              <a:off x="9882229" y="910427"/>
              <a:ext cx="55080" cy="155880"/>
            </p14:xfrm>
          </p:contentPart>
        </mc:Choice>
        <mc:Fallback xmlns="">
          <p:pic>
            <p:nvPicPr>
              <p:cNvPr id="250" name="インク 249">
                <a:extLst>
                  <a:ext uri="{FF2B5EF4-FFF2-40B4-BE49-F238E27FC236}">
                    <a16:creationId xmlns:a16="http://schemas.microsoft.com/office/drawing/2014/main" id="{CCF1D9EE-9A30-0978-3729-451E70A680BD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9864229" y="892427"/>
                <a:ext cx="9072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グループ化 256">
            <a:extLst>
              <a:ext uri="{FF2B5EF4-FFF2-40B4-BE49-F238E27FC236}">
                <a16:creationId xmlns:a16="http://schemas.microsoft.com/office/drawing/2014/main" id="{8475935C-332D-6F25-0DE1-6E01EF760912}"/>
              </a:ext>
            </a:extLst>
          </p:cNvPr>
          <p:cNvGrpSpPr/>
          <p:nvPr/>
        </p:nvGrpSpPr>
        <p:grpSpPr>
          <a:xfrm>
            <a:off x="9790069" y="897107"/>
            <a:ext cx="127080" cy="174240"/>
            <a:chOff x="5873128" y="897107"/>
            <a:chExt cx="12708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51" name="インク 250">
                  <a:extLst>
                    <a:ext uri="{FF2B5EF4-FFF2-40B4-BE49-F238E27FC236}">
                      <a16:creationId xmlns:a16="http://schemas.microsoft.com/office/drawing/2014/main" id="{6F50B4C9-2C11-634A-152F-9ACF9045EA59}"/>
                    </a:ext>
                  </a:extLst>
                </p14:cNvPr>
                <p14:cNvContentPartPr/>
                <p14:nvPr/>
              </p14:nvContentPartPr>
              <p14:xfrm>
                <a:off x="5873128" y="916907"/>
                <a:ext cx="107640" cy="154440"/>
              </p14:xfrm>
            </p:contentPart>
          </mc:Choice>
          <mc:Fallback xmlns="">
            <p:pic>
              <p:nvPicPr>
                <p:cNvPr id="251" name="インク 250">
                  <a:extLst>
                    <a:ext uri="{FF2B5EF4-FFF2-40B4-BE49-F238E27FC236}">
                      <a16:creationId xmlns:a16="http://schemas.microsoft.com/office/drawing/2014/main" id="{6F50B4C9-2C11-634A-152F-9ACF9045EA5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855128" y="898907"/>
                  <a:ext cx="1432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52" name="インク 251">
                  <a:extLst>
                    <a:ext uri="{FF2B5EF4-FFF2-40B4-BE49-F238E27FC236}">
                      <a16:creationId xmlns:a16="http://schemas.microsoft.com/office/drawing/2014/main" id="{51CE49A8-BEBE-EAB9-D267-B3529C1A5966}"/>
                    </a:ext>
                  </a:extLst>
                </p14:cNvPr>
                <p14:cNvContentPartPr/>
                <p14:nvPr/>
              </p14:nvContentPartPr>
              <p14:xfrm>
                <a:off x="5928208" y="905027"/>
                <a:ext cx="69480" cy="4320"/>
              </p14:xfrm>
            </p:contentPart>
          </mc:Choice>
          <mc:Fallback xmlns="">
            <p:pic>
              <p:nvPicPr>
                <p:cNvPr id="252" name="インク 251">
                  <a:extLst>
                    <a:ext uri="{FF2B5EF4-FFF2-40B4-BE49-F238E27FC236}">
                      <a16:creationId xmlns:a16="http://schemas.microsoft.com/office/drawing/2014/main" id="{51CE49A8-BEBE-EAB9-D267-B3529C1A5966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910568" y="887027"/>
                  <a:ext cx="1051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53" name="インク 252">
                  <a:extLst>
                    <a:ext uri="{FF2B5EF4-FFF2-40B4-BE49-F238E27FC236}">
                      <a16:creationId xmlns:a16="http://schemas.microsoft.com/office/drawing/2014/main" id="{10EA17B8-FA81-8389-7DAD-E92B5B7AAC74}"/>
                    </a:ext>
                  </a:extLst>
                </p14:cNvPr>
                <p14:cNvContentPartPr/>
                <p14:nvPr/>
              </p14:nvContentPartPr>
              <p14:xfrm>
                <a:off x="5906968" y="904307"/>
                <a:ext cx="65160" cy="110520"/>
              </p14:xfrm>
            </p:contentPart>
          </mc:Choice>
          <mc:Fallback xmlns="">
            <p:pic>
              <p:nvPicPr>
                <p:cNvPr id="253" name="インク 252">
                  <a:extLst>
                    <a:ext uri="{FF2B5EF4-FFF2-40B4-BE49-F238E27FC236}">
                      <a16:creationId xmlns:a16="http://schemas.microsoft.com/office/drawing/2014/main" id="{10EA17B8-FA81-8389-7DAD-E92B5B7AAC74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888968" y="886667"/>
                  <a:ext cx="100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54" name="インク 253">
                  <a:extLst>
                    <a:ext uri="{FF2B5EF4-FFF2-40B4-BE49-F238E27FC236}">
                      <a16:creationId xmlns:a16="http://schemas.microsoft.com/office/drawing/2014/main" id="{76AD776B-EDE9-2F9E-8F26-B6625A7DECF5}"/>
                    </a:ext>
                  </a:extLst>
                </p14:cNvPr>
                <p14:cNvContentPartPr/>
                <p14:nvPr/>
              </p14:nvContentPartPr>
              <p14:xfrm>
                <a:off x="5915968" y="897107"/>
                <a:ext cx="70920" cy="110880"/>
              </p14:xfrm>
            </p:contentPart>
          </mc:Choice>
          <mc:Fallback xmlns="">
            <p:pic>
              <p:nvPicPr>
                <p:cNvPr id="254" name="インク 253">
                  <a:extLst>
                    <a:ext uri="{FF2B5EF4-FFF2-40B4-BE49-F238E27FC236}">
                      <a16:creationId xmlns:a16="http://schemas.microsoft.com/office/drawing/2014/main" id="{76AD776B-EDE9-2F9E-8F26-B6625A7DECF5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897968" y="879107"/>
                  <a:ext cx="106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55" name="インク 254">
                  <a:extLst>
                    <a:ext uri="{FF2B5EF4-FFF2-40B4-BE49-F238E27FC236}">
                      <a16:creationId xmlns:a16="http://schemas.microsoft.com/office/drawing/2014/main" id="{B311980A-E0B6-924E-18D4-AFAE26B44690}"/>
                    </a:ext>
                  </a:extLst>
                </p14:cNvPr>
                <p14:cNvContentPartPr/>
                <p14:nvPr/>
              </p14:nvContentPartPr>
              <p14:xfrm>
                <a:off x="5962408" y="932747"/>
                <a:ext cx="37800" cy="62640"/>
              </p14:xfrm>
            </p:contentPart>
          </mc:Choice>
          <mc:Fallback xmlns="">
            <p:pic>
              <p:nvPicPr>
                <p:cNvPr id="255" name="インク 254">
                  <a:extLst>
                    <a:ext uri="{FF2B5EF4-FFF2-40B4-BE49-F238E27FC236}">
                      <a16:creationId xmlns:a16="http://schemas.microsoft.com/office/drawing/2014/main" id="{B311980A-E0B6-924E-18D4-AFAE26B44690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944408" y="915107"/>
                  <a:ext cx="73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56" name="インク 255">
                  <a:extLst>
                    <a:ext uri="{FF2B5EF4-FFF2-40B4-BE49-F238E27FC236}">
                      <a16:creationId xmlns:a16="http://schemas.microsoft.com/office/drawing/2014/main" id="{E378FE7A-74B2-7BD4-F2B1-752E0647CBFE}"/>
                    </a:ext>
                  </a:extLst>
                </p14:cNvPr>
                <p14:cNvContentPartPr/>
                <p14:nvPr/>
              </p14:nvContentPartPr>
              <p14:xfrm>
                <a:off x="5918488" y="932747"/>
                <a:ext cx="81360" cy="108000"/>
              </p14:xfrm>
            </p:contentPart>
          </mc:Choice>
          <mc:Fallback xmlns="">
            <p:pic>
              <p:nvPicPr>
                <p:cNvPr id="256" name="インク 255">
                  <a:extLst>
                    <a:ext uri="{FF2B5EF4-FFF2-40B4-BE49-F238E27FC236}">
                      <a16:creationId xmlns:a16="http://schemas.microsoft.com/office/drawing/2014/main" id="{E378FE7A-74B2-7BD4-F2B1-752E0647CBF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900848" y="915107"/>
                  <a:ext cx="11700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グループ化 262">
            <a:extLst>
              <a:ext uri="{FF2B5EF4-FFF2-40B4-BE49-F238E27FC236}">
                <a16:creationId xmlns:a16="http://schemas.microsoft.com/office/drawing/2014/main" id="{BAEB1DD6-54F9-1D23-5E07-0AAEA4B796E6}"/>
              </a:ext>
            </a:extLst>
          </p:cNvPr>
          <p:cNvGrpSpPr/>
          <p:nvPr/>
        </p:nvGrpSpPr>
        <p:grpSpPr>
          <a:xfrm>
            <a:off x="8470168" y="881267"/>
            <a:ext cx="130680" cy="187560"/>
            <a:chOff x="8470168" y="881267"/>
            <a:chExt cx="130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61" name="インク 260">
                  <a:extLst>
                    <a:ext uri="{FF2B5EF4-FFF2-40B4-BE49-F238E27FC236}">
                      <a16:creationId xmlns:a16="http://schemas.microsoft.com/office/drawing/2014/main" id="{28B3F844-A8F4-EC21-693C-FD12A38B1435}"/>
                    </a:ext>
                  </a:extLst>
                </p14:cNvPr>
                <p14:cNvContentPartPr/>
                <p14:nvPr/>
              </p14:nvContentPartPr>
              <p14:xfrm>
                <a:off x="8470168" y="881267"/>
                <a:ext cx="130680" cy="187560"/>
              </p14:xfrm>
            </p:contentPart>
          </mc:Choice>
          <mc:Fallback xmlns="">
            <p:pic>
              <p:nvPicPr>
                <p:cNvPr id="261" name="インク 260">
                  <a:extLst>
                    <a:ext uri="{FF2B5EF4-FFF2-40B4-BE49-F238E27FC236}">
                      <a16:creationId xmlns:a16="http://schemas.microsoft.com/office/drawing/2014/main" id="{28B3F844-A8F4-EC21-693C-FD12A38B143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452168" y="863267"/>
                  <a:ext cx="166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62" name="インク 261">
                  <a:extLst>
                    <a:ext uri="{FF2B5EF4-FFF2-40B4-BE49-F238E27FC236}">
                      <a16:creationId xmlns:a16="http://schemas.microsoft.com/office/drawing/2014/main" id="{DD937E11-829E-FF87-F295-2EAE1F9C6598}"/>
                    </a:ext>
                  </a:extLst>
                </p14:cNvPr>
                <p14:cNvContentPartPr/>
                <p14:nvPr/>
              </p14:nvContentPartPr>
              <p14:xfrm>
                <a:off x="8497528" y="883067"/>
                <a:ext cx="90000" cy="128520"/>
              </p14:xfrm>
            </p:contentPart>
          </mc:Choice>
          <mc:Fallback xmlns="">
            <p:pic>
              <p:nvPicPr>
                <p:cNvPr id="262" name="インク 261">
                  <a:extLst>
                    <a:ext uri="{FF2B5EF4-FFF2-40B4-BE49-F238E27FC236}">
                      <a16:creationId xmlns:a16="http://schemas.microsoft.com/office/drawing/2014/main" id="{DD937E11-829E-FF87-F295-2EAE1F9C659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479528" y="865427"/>
                  <a:ext cx="12564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グループ化 276">
            <a:extLst>
              <a:ext uri="{FF2B5EF4-FFF2-40B4-BE49-F238E27FC236}">
                <a16:creationId xmlns:a16="http://schemas.microsoft.com/office/drawing/2014/main" id="{E09EF7C7-60C0-5829-8559-B03AD78F8DA7}"/>
              </a:ext>
            </a:extLst>
          </p:cNvPr>
          <p:cNvGrpSpPr/>
          <p:nvPr/>
        </p:nvGrpSpPr>
        <p:grpSpPr>
          <a:xfrm>
            <a:off x="8548288" y="1290227"/>
            <a:ext cx="284040" cy="254520"/>
            <a:chOff x="8548288" y="1290227"/>
            <a:chExt cx="2840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64" name="インク 263">
                  <a:extLst>
                    <a:ext uri="{FF2B5EF4-FFF2-40B4-BE49-F238E27FC236}">
                      <a16:creationId xmlns:a16="http://schemas.microsoft.com/office/drawing/2014/main" id="{DA6111FC-AEF1-A10B-2A0D-97044DC3C8F2}"/>
                    </a:ext>
                  </a:extLst>
                </p14:cNvPr>
                <p14:cNvContentPartPr/>
                <p14:nvPr/>
              </p14:nvContentPartPr>
              <p14:xfrm>
                <a:off x="8732968" y="1290227"/>
                <a:ext cx="82080" cy="187560"/>
              </p14:xfrm>
            </p:contentPart>
          </mc:Choice>
          <mc:Fallback xmlns="">
            <p:pic>
              <p:nvPicPr>
                <p:cNvPr id="264" name="インク 263">
                  <a:extLst>
                    <a:ext uri="{FF2B5EF4-FFF2-40B4-BE49-F238E27FC236}">
                      <a16:creationId xmlns:a16="http://schemas.microsoft.com/office/drawing/2014/main" id="{DA6111FC-AEF1-A10B-2A0D-97044DC3C8F2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715328" y="1272227"/>
                  <a:ext cx="1177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65" name="インク 264">
                  <a:extLst>
                    <a:ext uri="{FF2B5EF4-FFF2-40B4-BE49-F238E27FC236}">
                      <a16:creationId xmlns:a16="http://schemas.microsoft.com/office/drawing/2014/main" id="{62613D62-3E33-323F-8874-E60681853C87}"/>
                    </a:ext>
                  </a:extLst>
                </p14:cNvPr>
                <p14:cNvContentPartPr/>
                <p14:nvPr/>
              </p14:nvContentPartPr>
              <p14:xfrm>
                <a:off x="8693008" y="1307867"/>
                <a:ext cx="91800" cy="190440"/>
              </p14:xfrm>
            </p:contentPart>
          </mc:Choice>
          <mc:Fallback xmlns="">
            <p:pic>
              <p:nvPicPr>
                <p:cNvPr id="265" name="インク 264">
                  <a:extLst>
                    <a:ext uri="{FF2B5EF4-FFF2-40B4-BE49-F238E27FC236}">
                      <a16:creationId xmlns:a16="http://schemas.microsoft.com/office/drawing/2014/main" id="{62613D62-3E33-323F-8874-E60681853C8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675368" y="1290227"/>
                  <a:ext cx="1274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66" name="インク 265">
                  <a:extLst>
                    <a:ext uri="{FF2B5EF4-FFF2-40B4-BE49-F238E27FC236}">
                      <a16:creationId xmlns:a16="http://schemas.microsoft.com/office/drawing/2014/main" id="{5ABCF171-56B2-E12F-C567-026803707A29}"/>
                    </a:ext>
                  </a:extLst>
                </p14:cNvPr>
                <p14:cNvContentPartPr/>
                <p14:nvPr/>
              </p14:nvContentPartPr>
              <p14:xfrm>
                <a:off x="8702008" y="1508027"/>
                <a:ext cx="13680" cy="11520"/>
              </p14:xfrm>
            </p:contentPart>
          </mc:Choice>
          <mc:Fallback xmlns="">
            <p:pic>
              <p:nvPicPr>
                <p:cNvPr id="266" name="インク 265">
                  <a:extLst>
                    <a:ext uri="{FF2B5EF4-FFF2-40B4-BE49-F238E27FC236}">
                      <a16:creationId xmlns:a16="http://schemas.microsoft.com/office/drawing/2014/main" id="{5ABCF171-56B2-E12F-C567-026803707A2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684008" y="1490027"/>
                  <a:ext cx="49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67" name="インク 266">
                  <a:extLst>
                    <a:ext uri="{FF2B5EF4-FFF2-40B4-BE49-F238E27FC236}">
                      <a16:creationId xmlns:a16="http://schemas.microsoft.com/office/drawing/2014/main" id="{6FD57174-8863-1BDF-7582-A70FC1ED3813}"/>
                    </a:ext>
                  </a:extLst>
                </p14:cNvPr>
                <p14:cNvContentPartPr/>
                <p14:nvPr/>
              </p14:nvContentPartPr>
              <p14:xfrm>
                <a:off x="8702008" y="1509107"/>
                <a:ext cx="18360" cy="10440"/>
              </p14:xfrm>
            </p:contentPart>
          </mc:Choice>
          <mc:Fallback xmlns="">
            <p:pic>
              <p:nvPicPr>
                <p:cNvPr id="267" name="インク 266">
                  <a:extLst>
                    <a:ext uri="{FF2B5EF4-FFF2-40B4-BE49-F238E27FC236}">
                      <a16:creationId xmlns:a16="http://schemas.microsoft.com/office/drawing/2014/main" id="{6FD57174-8863-1BDF-7582-A70FC1ED381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684008" y="1491467"/>
                  <a:ext cx="54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68" name="インク 267">
                  <a:extLst>
                    <a:ext uri="{FF2B5EF4-FFF2-40B4-BE49-F238E27FC236}">
                      <a16:creationId xmlns:a16="http://schemas.microsoft.com/office/drawing/2014/main" id="{1809B6A7-282D-BACE-6A4C-5BBEAF4C2705}"/>
                    </a:ext>
                  </a:extLst>
                </p14:cNvPr>
                <p14:cNvContentPartPr/>
                <p14:nvPr/>
              </p14:nvContentPartPr>
              <p14:xfrm>
                <a:off x="8673208" y="1514147"/>
                <a:ext cx="114120" cy="17280"/>
              </p14:xfrm>
            </p:contentPart>
          </mc:Choice>
          <mc:Fallback xmlns="">
            <p:pic>
              <p:nvPicPr>
                <p:cNvPr id="268" name="インク 267">
                  <a:extLst>
                    <a:ext uri="{FF2B5EF4-FFF2-40B4-BE49-F238E27FC236}">
                      <a16:creationId xmlns:a16="http://schemas.microsoft.com/office/drawing/2014/main" id="{1809B6A7-282D-BACE-6A4C-5BBEAF4C270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655208" y="1496147"/>
                  <a:ext cx="149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70" name="インク 269">
                  <a:extLst>
                    <a:ext uri="{FF2B5EF4-FFF2-40B4-BE49-F238E27FC236}">
                      <a16:creationId xmlns:a16="http://schemas.microsoft.com/office/drawing/2014/main" id="{D2DB28C3-B8E9-0D08-DC8A-BB0F979A2CC6}"/>
                    </a:ext>
                  </a:extLst>
                </p14:cNvPr>
                <p14:cNvContentPartPr/>
                <p14:nvPr/>
              </p14:nvContentPartPr>
              <p14:xfrm>
                <a:off x="8548288" y="1336667"/>
                <a:ext cx="114840" cy="138600"/>
              </p14:xfrm>
            </p:contentPart>
          </mc:Choice>
          <mc:Fallback xmlns="">
            <p:pic>
              <p:nvPicPr>
                <p:cNvPr id="270" name="インク 269">
                  <a:extLst>
                    <a:ext uri="{FF2B5EF4-FFF2-40B4-BE49-F238E27FC236}">
                      <a16:creationId xmlns:a16="http://schemas.microsoft.com/office/drawing/2014/main" id="{D2DB28C3-B8E9-0D08-DC8A-BB0F979A2CC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530288" y="1318667"/>
                  <a:ext cx="1504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71" name="インク 270">
                  <a:extLst>
                    <a:ext uri="{FF2B5EF4-FFF2-40B4-BE49-F238E27FC236}">
                      <a16:creationId xmlns:a16="http://schemas.microsoft.com/office/drawing/2014/main" id="{4707C4DA-E732-EAF3-A15F-E8DBD91514C5}"/>
                    </a:ext>
                  </a:extLst>
                </p14:cNvPr>
                <p14:cNvContentPartPr/>
                <p14:nvPr/>
              </p14:nvContentPartPr>
              <p14:xfrm>
                <a:off x="8587888" y="1331267"/>
                <a:ext cx="99360" cy="158400"/>
              </p14:xfrm>
            </p:contentPart>
          </mc:Choice>
          <mc:Fallback xmlns="">
            <p:pic>
              <p:nvPicPr>
                <p:cNvPr id="271" name="インク 270">
                  <a:extLst>
                    <a:ext uri="{FF2B5EF4-FFF2-40B4-BE49-F238E27FC236}">
                      <a16:creationId xmlns:a16="http://schemas.microsoft.com/office/drawing/2014/main" id="{4707C4DA-E732-EAF3-A15F-E8DBD91514C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570248" y="1313627"/>
                  <a:ext cx="135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72" name="インク 271">
                  <a:extLst>
                    <a:ext uri="{FF2B5EF4-FFF2-40B4-BE49-F238E27FC236}">
                      <a16:creationId xmlns:a16="http://schemas.microsoft.com/office/drawing/2014/main" id="{815CFDC3-F71D-8993-FACF-5C0FCD2A36FF}"/>
                    </a:ext>
                  </a:extLst>
                </p14:cNvPr>
                <p14:cNvContentPartPr/>
                <p14:nvPr/>
              </p14:nvContentPartPr>
              <p14:xfrm>
                <a:off x="8555488" y="1450787"/>
                <a:ext cx="100440" cy="60120"/>
              </p14:xfrm>
            </p:contentPart>
          </mc:Choice>
          <mc:Fallback xmlns="">
            <p:pic>
              <p:nvPicPr>
                <p:cNvPr id="272" name="インク 271">
                  <a:extLst>
                    <a:ext uri="{FF2B5EF4-FFF2-40B4-BE49-F238E27FC236}">
                      <a16:creationId xmlns:a16="http://schemas.microsoft.com/office/drawing/2014/main" id="{815CFDC3-F71D-8993-FACF-5C0FCD2A36FF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537848" y="1432787"/>
                  <a:ext cx="1360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74" name="インク 273">
                  <a:extLst>
                    <a:ext uri="{FF2B5EF4-FFF2-40B4-BE49-F238E27FC236}">
                      <a16:creationId xmlns:a16="http://schemas.microsoft.com/office/drawing/2014/main" id="{7028101C-7285-8EBC-0D51-F194D56E8DD0}"/>
                    </a:ext>
                  </a:extLst>
                </p14:cNvPr>
                <p14:cNvContentPartPr/>
                <p14:nvPr/>
              </p14:nvContentPartPr>
              <p14:xfrm>
                <a:off x="8576008" y="1510907"/>
                <a:ext cx="68400" cy="33840"/>
              </p14:xfrm>
            </p:contentPart>
          </mc:Choice>
          <mc:Fallback xmlns="">
            <p:pic>
              <p:nvPicPr>
                <p:cNvPr id="274" name="インク 273">
                  <a:extLst>
                    <a:ext uri="{FF2B5EF4-FFF2-40B4-BE49-F238E27FC236}">
                      <a16:creationId xmlns:a16="http://schemas.microsoft.com/office/drawing/2014/main" id="{7028101C-7285-8EBC-0D51-F194D56E8DD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558368" y="1492907"/>
                  <a:ext cx="104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76" name="インク 275">
                  <a:extLst>
                    <a:ext uri="{FF2B5EF4-FFF2-40B4-BE49-F238E27FC236}">
                      <a16:creationId xmlns:a16="http://schemas.microsoft.com/office/drawing/2014/main" id="{1AAAC78A-A238-9A2C-B733-49B75DC076E9}"/>
                    </a:ext>
                  </a:extLst>
                </p14:cNvPr>
                <p14:cNvContentPartPr/>
                <p14:nvPr/>
              </p14:nvContentPartPr>
              <p14:xfrm>
                <a:off x="8706688" y="1478507"/>
                <a:ext cx="125640" cy="48240"/>
              </p14:xfrm>
            </p:contentPart>
          </mc:Choice>
          <mc:Fallback xmlns="">
            <p:pic>
              <p:nvPicPr>
                <p:cNvPr id="276" name="インク 275">
                  <a:extLst>
                    <a:ext uri="{FF2B5EF4-FFF2-40B4-BE49-F238E27FC236}">
                      <a16:creationId xmlns:a16="http://schemas.microsoft.com/office/drawing/2014/main" id="{1AAAC78A-A238-9A2C-B733-49B75DC076E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688688" y="1460867"/>
                  <a:ext cx="16128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グループ化 282">
            <a:extLst>
              <a:ext uri="{FF2B5EF4-FFF2-40B4-BE49-F238E27FC236}">
                <a16:creationId xmlns:a16="http://schemas.microsoft.com/office/drawing/2014/main" id="{4BA27656-B92C-89BE-6808-29C235EFD018}"/>
              </a:ext>
            </a:extLst>
          </p:cNvPr>
          <p:cNvGrpSpPr/>
          <p:nvPr/>
        </p:nvGrpSpPr>
        <p:grpSpPr>
          <a:xfrm>
            <a:off x="11489045" y="1332707"/>
            <a:ext cx="191880" cy="187920"/>
            <a:chOff x="7526608" y="1332707"/>
            <a:chExt cx="19188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78" name="インク 277">
                  <a:extLst>
                    <a:ext uri="{FF2B5EF4-FFF2-40B4-BE49-F238E27FC236}">
                      <a16:creationId xmlns:a16="http://schemas.microsoft.com/office/drawing/2014/main" id="{4EF6C21C-7597-FFAD-3FCA-65A00B334475}"/>
                    </a:ext>
                  </a:extLst>
                </p14:cNvPr>
                <p14:cNvContentPartPr/>
                <p14:nvPr/>
              </p14:nvContentPartPr>
              <p14:xfrm>
                <a:off x="7551448" y="1333427"/>
                <a:ext cx="57960" cy="146520"/>
              </p14:xfrm>
            </p:contentPart>
          </mc:Choice>
          <mc:Fallback xmlns="">
            <p:pic>
              <p:nvPicPr>
                <p:cNvPr id="278" name="インク 277">
                  <a:extLst>
                    <a:ext uri="{FF2B5EF4-FFF2-40B4-BE49-F238E27FC236}">
                      <a16:creationId xmlns:a16="http://schemas.microsoft.com/office/drawing/2014/main" id="{4EF6C21C-7597-FFAD-3FCA-65A00B334475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7533808" y="1315427"/>
                  <a:ext cx="93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79" name="インク 278">
                  <a:extLst>
                    <a:ext uri="{FF2B5EF4-FFF2-40B4-BE49-F238E27FC236}">
                      <a16:creationId xmlns:a16="http://schemas.microsoft.com/office/drawing/2014/main" id="{391598C3-D587-4DE2-FFA0-CE692B945379}"/>
                    </a:ext>
                  </a:extLst>
                </p14:cNvPr>
                <p14:cNvContentPartPr/>
                <p14:nvPr/>
              </p14:nvContentPartPr>
              <p14:xfrm>
                <a:off x="7526608" y="1354667"/>
                <a:ext cx="77400" cy="158400"/>
              </p14:xfrm>
            </p:contentPart>
          </mc:Choice>
          <mc:Fallback xmlns="">
            <p:pic>
              <p:nvPicPr>
                <p:cNvPr id="279" name="インク 278">
                  <a:extLst>
                    <a:ext uri="{FF2B5EF4-FFF2-40B4-BE49-F238E27FC236}">
                      <a16:creationId xmlns:a16="http://schemas.microsoft.com/office/drawing/2014/main" id="{391598C3-D587-4DE2-FFA0-CE692B945379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7508968" y="1336667"/>
                  <a:ext cx="113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0" name="インク 279">
                  <a:extLst>
                    <a:ext uri="{FF2B5EF4-FFF2-40B4-BE49-F238E27FC236}">
                      <a16:creationId xmlns:a16="http://schemas.microsoft.com/office/drawing/2014/main" id="{69C0DF11-4E97-39BB-D0C6-2637660F90EA}"/>
                    </a:ext>
                  </a:extLst>
                </p14:cNvPr>
                <p14:cNvContentPartPr/>
                <p14:nvPr/>
              </p14:nvContentPartPr>
              <p14:xfrm>
                <a:off x="7588168" y="1332707"/>
                <a:ext cx="24480" cy="175680"/>
              </p14:xfrm>
            </p:contentPart>
          </mc:Choice>
          <mc:Fallback xmlns="">
            <p:pic>
              <p:nvPicPr>
                <p:cNvPr id="280" name="インク 279">
                  <a:extLst>
                    <a:ext uri="{FF2B5EF4-FFF2-40B4-BE49-F238E27FC236}">
                      <a16:creationId xmlns:a16="http://schemas.microsoft.com/office/drawing/2014/main" id="{69C0DF11-4E97-39BB-D0C6-2637660F90E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570528" y="1314707"/>
                  <a:ext cx="60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1" name="インク 280">
                  <a:extLst>
                    <a:ext uri="{FF2B5EF4-FFF2-40B4-BE49-F238E27FC236}">
                      <a16:creationId xmlns:a16="http://schemas.microsoft.com/office/drawing/2014/main" id="{C8328FAC-97F4-A82C-256E-97AC91F97AC7}"/>
                    </a:ext>
                  </a:extLst>
                </p14:cNvPr>
                <p14:cNvContentPartPr/>
                <p14:nvPr/>
              </p14:nvContentPartPr>
              <p14:xfrm>
                <a:off x="7620928" y="1499747"/>
                <a:ext cx="1080" cy="16200"/>
              </p14:xfrm>
            </p:contentPart>
          </mc:Choice>
          <mc:Fallback xmlns="">
            <p:pic>
              <p:nvPicPr>
                <p:cNvPr id="281" name="インク 280">
                  <a:extLst>
                    <a:ext uri="{FF2B5EF4-FFF2-40B4-BE49-F238E27FC236}">
                      <a16:creationId xmlns:a16="http://schemas.microsoft.com/office/drawing/2014/main" id="{C8328FAC-97F4-A82C-256E-97AC91F97AC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603288" y="1482107"/>
                  <a:ext cx="36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82" name="インク 281">
                  <a:extLst>
                    <a:ext uri="{FF2B5EF4-FFF2-40B4-BE49-F238E27FC236}">
                      <a16:creationId xmlns:a16="http://schemas.microsoft.com/office/drawing/2014/main" id="{5FF6F66A-287D-33BB-0E6D-4F5669E071B3}"/>
                    </a:ext>
                  </a:extLst>
                </p14:cNvPr>
                <p14:cNvContentPartPr/>
                <p14:nvPr/>
              </p14:nvContentPartPr>
              <p14:xfrm>
                <a:off x="7589968" y="1479947"/>
                <a:ext cx="128520" cy="40680"/>
              </p14:xfrm>
            </p:contentPart>
          </mc:Choice>
          <mc:Fallback xmlns="">
            <p:pic>
              <p:nvPicPr>
                <p:cNvPr id="282" name="インク 281">
                  <a:extLst>
                    <a:ext uri="{FF2B5EF4-FFF2-40B4-BE49-F238E27FC236}">
                      <a16:creationId xmlns:a16="http://schemas.microsoft.com/office/drawing/2014/main" id="{5FF6F66A-287D-33BB-0E6D-4F5669E071B3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571968" y="1461947"/>
                  <a:ext cx="1641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グループ化 290">
            <a:extLst>
              <a:ext uri="{FF2B5EF4-FFF2-40B4-BE49-F238E27FC236}">
                <a16:creationId xmlns:a16="http://schemas.microsoft.com/office/drawing/2014/main" id="{4DB38420-1129-E335-ABE0-7BEEFD43C4B5}"/>
              </a:ext>
            </a:extLst>
          </p:cNvPr>
          <p:cNvGrpSpPr/>
          <p:nvPr/>
        </p:nvGrpSpPr>
        <p:grpSpPr>
          <a:xfrm>
            <a:off x="11100605" y="1345307"/>
            <a:ext cx="175320" cy="213120"/>
            <a:chOff x="7138168" y="1345307"/>
            <a:chExt cx="17532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84" name="インク 283">
                  <a:extLst>
                    <a:ext uri="{FF2B5EF4-FFF2-40B4-BE49-F238E27FC236}">
                      <a16:creationId xmlns:a16="http://schemas.microsoft.com/office/drawing/2014/main" id="{29FB9D05-1FA6-FB1D-2EE1-D2D06039F48D}"/>
                    </a:ext>
                  </a:extLst>
                </p14:cNvPr>
                <p14:cNvContentPartPr/>
                <p14:nvPr/>
              </p14:nvContentPartPr>
              <p14:xfrm>
                <a:off x="7180288" y="1359707"/>
                <a:ext cx="133200" cy="107280"/>
              </p14:xfrm>
            </p:contentPart>
          </mc:Choice>
          <mc:Fallback xmlns="">
            <p:pic>
              <p:nvPicPr>
                <p:cNvPr id="284" name="インク 283">
                  <a:extLst>
                    <a:ext uri="{FF2B5EF4-FFF2-40B4-BE49-F238E27FC236}">
                      <a16:creationId xmlns:a16="http://schemas.microsoft.com/office/drawing/2014/main" id="{29FB9D05-1FA6-FB1D-2EE1-D2D06039F48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162648" y="1342067"/>
                  <a:ext cx="168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85" name="インク 284">
                  <a:extLst>
                    <a:ext uri="{FF2B5EF4-FFF2-40B4-BE49-F238E27FC236}">
                      <a16:creationId xmlns:a16="http://schemas.microsoft.com/office/drawing/2014/main" id="{1A65A0C8-2B55-D829-B3B2-E31675AE07FE}"/>
                    </a:ext>
                  </a:extLst>
                </p14:cNvPr>
                <p14:cNvContentPartPr/>
                <p14:nvPr/>
              </p14:nvContentPartPr>
              <p14:xfrm>
                <a:off x="7295848" y="1378427"/>
                <a:ext cx="12960" cy="5760"/>
              </p14:xfrm>
            </p:contentPart>
          </mc:Choice>
          <mc:Fallback xmlns="">
            <p:pic>
              <p:nvPicPr>
                <p:cNvPr id="285" name="インク 284">
                  <a:extLst>
                    <a:ext uri="{FF2B5EF4-FFF2-40B4-BE49-F238E27FC236}">
                      <a16:creationId xmlns:a16="http://schemas.microsoft.com/office/drawing/2014/main" id="{1A65A0C8-2B55-D829-B3B2-E31675AE07F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277848" y="1360427"/>
                  <a:ext cx="48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86" name="インク 285">
                  <a:extLst>
                    <a:ext uri="{FF2B5EF4-FFF2-40B4-BE49-F238E27FC236}">
                      <a16:creationId xmlns:a16="http://schemas.microsoft.com/office/drawing/2014/main" id="{CA7B2A19-2A12-9836-E1D8-D08C89C941EE}"/>
                    </a:ext>
                  </a:extLst>
                </p14:cNvPr>
                <p14:cNvContentPartPr/>
                <p14:nvPr/>
              </p14:nvContentPartPr>
              <p14:xfrm>
                <a:off x="7308448" y="1378427"/>
                <a:ext cx="360" cy="360"/>
              </p14:xfrm>
            </p:contentPart>
          </mc:Choice>
          <mc:Fallback xmlns="">
            <p:pic>
              <p:nvPicPr>
                <p:cNvPr id="286" name="インク 285">
                  <a:extLst>
                    <a:ext uri="{FF2B5EF4-FFF2-40B4-BE49-F238E27FC236}">
                      <a16:creationId xmlns:a16="http://schemas.microsoft.com/office/drawing/2014/main" id="{CA7B2A19-2A12-9836-E1D8-D08C89C941E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290448" y="136042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87" name="インク 286">
                  <a:extLst>
                    <a:ext uri="{FF2B5EF4-FFF2-40B4-BE49-F238E27FC236}">
                      <a16:creationId xmlns:a16="http://schemas.microsoft.com/office/drawing/2014/main" id="{52115B2E-2E56-5F7A-B558-24EA43CF9A49}"/>
                    </a:ext>
                  </a:extLst>
                </p14:cNvPr>
                <p14:cNvContentPartPr/>
                <p14:nvPr/>
              </p14:nvContentPartPr>
              <p14:xfrm>
                <a:off x="7138168" y="1364387"/>
                <a:ext cx="170280" cy="114480"/>
              </p14:xfrm>
            </p:contentPart>
          </mc:Choice>
          <mc:Fallback xmlns="">
            <p:pic>
              <p:nvPicPr>
                <p:cNvPr id="287" name="インク 286">
                  <a:extLst>
                    <a:ext uri="{FF2B5EF4-FFF2-40B4-BE49-F238E27FC236}">
                      <a16:creationId xmlns:a16="http://schemas.microsoft.com/office/drawing/2014/main" id="{52115B2E-2E56-5F7A-B558-24EA43CF9A4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120528" y="1346747"/>
                  <a:ext cx="205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88" name="インク 287">
                  <a:extLst>
                    <a:ext uri="{FF2B5EF4-FFF2-40B4-BE49-F238E27FC236}">
                      <a16:creationId xmlns:a16="http://schemas.microsoft.com/office/drawing/2014/main" id="{4A5358B7-EBE7-C616-970E-270AFB082D13}"/>
                    </a:ext>
                  </a:extLst>
                </p14:cNvPr>
                <p14:cNvContentPartPr/>
                <p14:nvPr/>
              </p14:nvContentPartPr>
              <p14:xfrm>
                <a:off x="7174168" y="1345307"/>
                <a:ext cx="128880" cy="135720"/>
              </p14:xfrm>
            </p:contentPart>
          </mc:Choice>
          <mc:Fallback xmlns="">
            <p:pic>
              <p:nvPicPr>
                <p:cNvPr id="288" name="インク 287">
                  <a:extLst>
                    <a:ext uri="{FF2B5EF4-FFF2-40B4-BE49-F238E27FC236}">
                      <a16:creationId xmlns:a16="http://schemas.microsoft.com/office/drawing/2014/main" id="{4A5358B7-EBE7-C616-970E-270AFB082D1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156168" y="1327307"/>
                  <a:ext cx="164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89" name="インク 288">
                  <a:extLst>
                    <a:ext uri="{FF2B5EF4-FFF2-40B4-BE49-F238E27FC236}">
                      <a16:creationId xmlns:a16="http://schemas.microsoft.com/office/drawing/2014/main" id="{BFF50094-D00D-722C-4513-BE39DF488420}"/>
                    </a:ext>
                  </a:extLst>
                </p14:cNvPr>
                <p14:cNvContentPartPr/>
                <p14:nvPr/>
              </p14:nvContentPartPr>
              <p14:xfrm>
                <a:off x="7191088" y="1426307"/>
                <a:ext cx="73080" cy="72720"/>
              </p14:xfrm>
            </p:contentPart>
          </mc:Choice>
          <mc:Fallback xmlns="">
            <p:pic>
              <p:nvPicPr>
                <p:cNvPr id="289" name="インク 288">
                  <a:extLst>
                    <a:ext uri="{FF2B5EF4-FFF2-40B4-BE49-F238E27FC236}">
                      <a16:creationId xmlns:a16="http://schemas.microsoft.com/office/drawing/2014/main" id="{BFF50094-D00D-722C-4513-BE39DF48842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173448" y="1408307"/>
                  <a:ext cx="108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90" name="インク 289">
                  <a:extLst>
                    <a:ext uri="{FF2B5EF4-FFF2-40B4-BE49-F238E27FC236}">
                      <a16:creationId xmlns:a16="http://schemas.microsoft.com/office/drawing/2014/main" id="{E8B2B95A-7880-494D-3426-7A2730096594}"/>
                    </a:ext>
                  </a:extLst>
                </p14:cNvPr>
                <p14:cNvContentPartPr/>
                <p14:nvPr/>
              </p14:nvContentPartPr>
              <p14:xfrm>
                <a:off x="7140328" y="1455107"/>
                <a:ext cx="132120" cy="103320"/>
              </p14:xfrm>
            </p:contentPart>
          </mc:Choice>
          <mc:Fallback xmlns="">
            <p:pic>
              <p:nvPicPr>
                <p:cNvPr id="290" name="インク 289">
                  <a:extLst>
                    <a:ext uri="{FF2B5EF4-FFF2-40B4-BE49-F238E27FC236}">
                      <a16:creationId xmlns:a16="http://schemas.microsoft.com/office/drawing/2014/main" id="{E8B2B95A-7880-494D-3426-7A273009659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122688" y="1437107"/>
                  <a:ext cx="16776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グループ化 299">
            <a:extLst>
              <a:ext uri="{FF2B5EF4-FFF2-40B4-BE49-F238E27FC236}">
                <a16:creationId xmlns:a16="http://schemas.microsoft.com/office/drawing/2014/main" id="{DD83B207-2628-EEFD-0127-ADB3F4157CEB}"/>
              </a:ext>
            </a:extLst>
          </p:cNvPr>
          <p:cNvGrpSpPr/>
          <p:nvPr/>
        </p:nvGrpSpPr>
        <p:grpSpPr>
          <a:xfrm>
            <a:off x="9830029" y="1334867"/>
            <a:ext cx="431640" cy="231120"/>
            <a:chOff x="5913088" y="1334867"/>
            <a:chExt cx="43164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92" name="インク 291">
                  <a:extLst>
                    <a:ext uri="{FF2B5EF4-FFF2-40B4-BE49-F238E27FC236}">
                      <a16:creationId xmlns:a16="http://schemas.microsoft.com/office/drawing/2014/main" id="{73D5DE12-204E-8E7B-6800-6FDEB910EAEC}"/>
                    </a:ext>
                  </a:extLst>
                </p14:cNvPr>
                <p14:cNvContentPartPr/>
                <p14:nvPr/>
              </p14:nvContentPartPr>
              <p14:xfrm>
                <a:off x="6246088" y="1334867"/>
                <a:ext cx="27720" cy="157320"/>
              </p14:xfrm>
            </p:contentPart>
          </mc:Choice>
          <mc:Fallback xmlns="">
            <p:pic>
              <p:nvPicPr>
                <p:cNvPr id="292" name="インク 291">
                  <a:extLst>
                    <a:ext uri="{FF2B5EF4-FFF2-40B4-BE49-F238E27FC236}">
                      <a16:creationId xmlns:a16="http://schemas.microsoft.com/office/drawing/2014/main" id="{73D5DE12-204E-8E7B-6800-6FDEB910EAEC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228448" y="1317227"/>
                  <a:ext cx="63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93" name="インク 292">
                  <a:extLst>
                    <a:ext uri="{FF2B5EF4-FFF2-40B4-BE49-F238E27FC236}">
                      <a16:creationId xmlns:a16="http://schemas.microsoft.com/office/drawing/2014/main" id="{F831E539-16D5-51A9-702A-D6A210F34FAD}"/>
                    </a:ext>
                  </a:extLst>
                </p14:cNvPr>
                <p14:cNvContentPartPr/>
                <p14:nvPr/>
              </p14:nvContentPartPr>
              <p14:xfrm>
                <a:off x="6217288" y="1373027"/>
                <a:ext cx="48600" cy="176400"/>
              </p14:xfrm>
            </p:contentPart>
          </mc:Choice>
          <mc:Fallback xmlns="">
            <p:pic>
              <p:nvPicPr>
                <p:cNvPr id="293" name="インク 292">
                  <a:extLst>
                    <a:ext uri="{FF2B5EF4-FFF2-40B4-BE49-F238E27FC236}">
                      <a16:creationId xmlns:a16="http://schemas.microsoft.com/office/drawing/2014/main" id="{F831E539-16D5-51A9-702A-D6A210F34FAD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199288" y="1355387"/>
                  <a:ext cx="84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94" name="インク 293">
                  <a:extLst>
                    <a:ext uri="{FF2B5EF4-FFF2-40B4-BE49-F238E27FC236}">
                      <a16:creationId xmlns:a16="http://schemas.microsoft.com/office/drawing/2014/main" id="{2C2DDD91-3818-F482-3BCD-CDDBDA81FA8A}"/>
                    </a:ext>
                  </a:extLst>
                </p14:cNvPr>
                <p14:cNvContentPartPr/>
                <p14:nvPr/>
              </p14:nvContentPartPr>
              <p14:xfrm>
                <a:off x="6236728" y="1518467"/>
                <a:ext cx="108000" cy="38160"/>
              </p14:xfrm>
            </p:contentPart>
          </mc:Choice>
          <mc:Fallback xmlns="">
            <p:pic>
              <p:nvPicPr>
                <p:cNvPr id="294" name="インク 293">
                  <a:extLst>
                    <a:ext uri="{FF2B5EF4-FFF2-40B4-BE49-F238E27FC236}">
                      <a16:creationId xmlns:a16="http://schemas.microsoft.com/office/drawing/2014/main" id="{2C2DDD91-3818-F482-3BCD-CDDBDA81FA8A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219088" y="1500827"/>
                  <a:ext cx="1436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96" name="インク 295">
                  <a:extLst>
                    <a:ext uri="{FF2B5EF4-FFF2-40B4-BE49-F238E27FC236}">
                      <a16:creationId xmlns:a16="http://schemas.microsoft.com/office/drawing/2014/main" id="{0DF405D0-7EBC-26B0-EE49-310010AE34AC}"/>
                    </a:ext>
                  </a:extLst>
                </p14:cNvPr>
                <p14:cNvContentPartPr/>
                <p14:nvPr/>
              </p14:nvContentPartPr>
              <p14:xfrm>
                <a:off x="5931088" y="1371587"/>
                <a:ext cx="140040" cy="138600"/>
              </p14:xfrm>
            </p:contentPart>
          </mc:Choice>
          <mc:Fallback xmlns="">
            <p:pic>
              <p:nvPicPr>
                <p:cNvPr id="296" name="インク 295">
                  <a:extLst>
                    <a:ext uri="{FF2B5EF4-FFF2-40B4-BE49-F238E27FC236}">
                      <a16:creationId xmlns:a16="http://schemas.microsoft.com/office/drawing/2014/main" id="{0DF405D0-7EBC-26B0-EE49-310010AE34A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913088" y="1353947"/>
                  <a:ext cx="175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97" name="インク 296">
                  <a:extLst>
                    <a:ext uri="{FF2B5EF4-FFF2-40B4-BE49-F238E27FC236}">
                      <a16:creationId xmlns:a16="http://schemas.microsoft.com/office/drawing/2014/main" id="{47861432-B24F-1E13-DAF2-307058A3829F}"/>
                    </a:ext>
                  </a:extLst>
                </p14:cNvPr>
                <p14:cNvContentPartPr/>
                <p14:nvPr/>
              </p14:nvContentPartPr>
              <p14:xfrm>
                <a:off x="5964928" y="1362587"/>
                <a:ext cx="123480" cy="164880"/>
              </p14:xfrm>
            </p:contentPart>
          </mc:Choice>
          <mc:Fallback xmlns="">
            <p:pic>
              <p:nvPicPr>
                <p:cNvPr id="297" name="インク 296">
                  <a:extLst>
                    <a:ext uri="{FF2B5EF4-FFF2-40B4-BE49-F238E27FC236}">
                      <a16:creationId xmlns:a16="http://schemas.microsoft.com/office/drawing/2014/main" id="{47861432-B24F-1E13-DAF2-307058A3829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946928" y="1344947"/>
                  <a:ext cx="159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98" name="インク 297">
                  <a:extLst>
                    <a:ext uri="{FF2B5EF4-FFF2-40B4-BE49-F238E27FC236}">
                      <a16:creationId xmlns:a16="http://schemas.microsoft.com/office/drawing/2014/main" id="{1B98AA00-810C-2478-4FFB-70C0FA982A84}"/>
                    </a:ext>
                  </a:extLst>
                </p14:cNvPr>
                <p14:cNvContentPartPr/>
                <p14:nvPr/>
              </p14:nvContentPartPr>
              <p14:xfrm>
                <a:off x="5926408" y="1488587"/>
                <a:ext cx="133200" cy="77400"/>
              </p14:xfrm>
            </p:contentPart>
          </mc:Choice>
          <mc:Fallback xmlns="">
            <p:pic>
              <p:nvPicPr>
                <p:cNvPr id="298" name="インク 297">
                  <a:extLst>
                    <a:ext uri="{FF2B5EF4-FFF2-40B4-BE49-F238E27FC236}">
                      <a16:creationId xmlns:a16="http://schemas.microsoft.com/office/drawing/2014/main" id="{1B98AA00-810C-2478-4FFB-70C0FA982A8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908408" y="1470947"/>
                  <a:ext cx="168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99" name="インク 298">
                  <a:extLst>
                    <a:ext uri="{FF2B5EF4-FFF2-40B4-BE49-F238E27FC236}">
                      <a16:creationId xmlns:a16="http://schemas.microsoft.com/office/drawing/2014/main" id="{9F4F64E9-9BA8-1D9A-34DF-E6D002434868}"/>
                    </a:ext>
                  </a:extLst>
                </p14:cNvPr>
                <p14:cNvContentPartPr/>
                <p14:nvPr/>
              </p14:nvContentPartPr>
              <p14:xfrm>
                <a:off x="5913088" y="1420547"/>
                <a:ext cx="111240" cy="114480"/>
              </p14:xfrm>
            </p:contentPart>
          </mc:Choice>
          <mc:Fallback xmlns="">
            <p:pic>
              <p:nvPicPr>
                <p:cNvPr id="299" name="インク 298">
                  <a:extLst>
                    <a:ext uri="{FF2B5EF4-FFF2-40B4-BE49-F238E27FC236}">
                      <a16:creationId xmlns:a16="http://schemas.microsoft.com/office/drawing/2014/main" id="{9F4F64E9-9BA8-1D9A-34DF-E6D00243486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895448" y="1402547"/>
                  <a:ext cx="14688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グループ化 305">
            <a:extLst>
              <a:ext uri="{FF2B5EF4-FFF2-40B4-BE49-F238E27FC236}">
                <a16:creationId xmlns:a16="http://schemas.microsoft.com/office/drawing/2014/main" id="{0C9CC157-8033-591B-1100-BAED886D155C}"/>
              </a:ext>
            </a:extLst>
          </p:cNvPr>
          <p:cNvGrpSpPr/>
          <p:nvPr/>
        </p:nvGrpSpPr>
        <p:grpSpPr>
          <a:xfrm>
            <a:off x="9952429" y="1195907"/>
            <a:ext cx="181440" cy="152280"/>
            <a:chOff x="6035488" y="1195907"/>
            <a:chExt cx="18144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01" name="インク 300">
                  <a:extLst>
                    <a:ext uri="{FF2B5EF4-FFF2-40B4-BE49-F238E27FC236}">
                      <a16:creationId xmlns:a16="http://schemas.microsoft.com/office/drawing/2014/main" id="{A051DDB7-F016-B399-69FD-8E3D295CC925}"/>
                    </a:ext>
                  </a:extLst>
                </p14:cNvPr>
                <p14:cNvContentPartPr/>
                <p14:nvPr/>
              </p14:nvContentPartPr>
              <p14:xfrm>
                <a:off x="6073648" y="1213907"/>
                <a:ext cx="4320" cy="131040"/>
              </p14:xfrm>
            </p:contentPart>
          </mc:Choice>
          <mc:Fallback xmlns="">
            <p:pic>
              <p:nvPicPr>
                <p:cNvPr id="301" name="インク 300">
                  <a:extLst>
                    <a:ext uri="{FF2B5EF4-FFF2-40B4-BE49-F238E27FC236}">
                      <a16:creationId xmlns:a16="http://schemas.microsoft.com/office/drawing/2014/main" id="{A051DDB7-F016-B399-69FD-8E3D295CC92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056008" y="1195907"/>
                  <a:ext cx="39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02" name="インク 301">
                  <a:extLst>
                    <a:ext uri="{FF2B5EF4-FFF2-40B4-BE49-F238E27FC236}">
                      <a16:creationId xmlns:a16="http://schemas.microsoft.com/office/drawing/2014/main" id="{34E40085-52C3-9F86-789C-868480E20169}"/>
                    </a:ext>
                  </a:extLst>
                </p14:cNvPr>
                <p14:cNvContentPartPr/>
                <p14:nvPr/>
              </p14:nvContentPartPr>
              <p14:xfrm>
                <a:off x="6035488" y="1198067"/>
                <a:ext cx="20160" cy="150120"/>
              </p14:xfrm>
            </p:contentPart>
          </mc:Choice>
          <mc:Fallback xmlns="">
            <p:pic>
              <p:nvPicPr>
                <p:cNvPr id="302" name="インク 301">
                  <a:extLst>
                    <a:ext uri="{FF2B5EF4-FFF2-40B4-BE49-F238E27FC236}">
                      <a16:creationId xmlns:a16="http://schemas.microsoft.com/office/drawing/2014/main" id="{34E40085-52C3-9F86-789C-868480E2016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017848" y="1180427"/>
                  <a:ext cx="55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03" name="インク 302">
                  <a:extLst>
                    <a:ext uri="{FF2B5EF4-FFF2-40B4-BE49-F238E27FC236}">
                      <a16:creationId xmlns:a16="http://schemas.microsoft.com/office/drawing/2014/main" id="{C798BF1F-186D-221C-EA5A-B02D78B1812C}"/>
                    </a:ext>
                  </a:extLst>
                </p14:cNvPr>
                <p14:cNvContentPartPr/>
                <p14:nvPr/>
              </p14:nvContentPartPr>
              <p14:xfrm>
                <a:off x="6118288" y="1204547"/>
                <a:ext cx="90000" cy="87480"/>
              </p14:xfrm>
            </p:contentPart>
          </mc:Choice>
          <mc:Fallback xmlns="">
            <p:pic>
              <p:nvPicPr>
                <p:cNvPr id="303" name="インク 302">
                  <a:extLst>
                    <a:ext uri="{FF2B5EF4-FFF2-40B4-BE49-F238E27FC236}">
                      <a16:creationId xmlns:a16="http://schemas.microsoft.com/office/drawing/2014/main" id="{C798BF1F-186D-221C-EA5A-B02D78B1812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100288" y="1186547"/>
                  <a:ext cx="125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04" name="インク 303">
                  <a:extLst>
                    <a:ext uri="{FF2B5EF4-FFF2-40B4-BE49-F238E27FC236}">
                      <a16:creationId xmlns:a16="http://schemas.microsoft.com/office/drawing/2014/main" id="{F1FC2169-76AA-76D0-F3D2-E30226D52814}"/>
                    </a:ext>
                  </a:extLst>
                </p14:cNvPr>
                <p14:cNvContentPartPr/>
                <p14:nvPr/>
              </p14:nvContentPartPr>
              <p14:xfrm>
                <a:off x="6112888" y="1253507"/>
                <a:ext cx="104040" cy="61560"/>
              </p14:xfrm>
            </p:contentPart>
          </mc:Choice>
          <mc:Fallback xmlns="">
            <p:pic>
              <p:nvPicPr>
                <p:cNvPr id="304" name="インク 303">
                  <a:extLst>
                    <a:ext uri="{FF2B5EF4-FFF2-40B4-BE49-F238E27FC236}">
                      <a16:creationId xmlns:a16="http://schemas.microsoft.com/office/drawing/2014/main" id="{F1FC2169-76AA-76D0-F3D2-E30226D5281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094888" y="1235867"/>
                  <a:ext cx="139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05" name="インク 304">
                  <a:extLst>
                    <a:ext uri="{FF2B5EF4-FFF2-40B4-BE49-F238E27FC236}">
                      <a16:creationId xmlns:a16="http://schemas.microsoft.com/office/drawing/2014/main" id="{D6E41286-CEF5-FB76-0FD0-DB2C0C186B96}"/>
                    </a:ext>
                  </a:extLst>
                </p14:cNvPr>
                <p14:cNvContentPartPr/>
                <p14:nvPr/>
              </p14:nvContentPartPr>
              <p14:xfrm>
                <a:off x="6125128" y="1195907"/>
                <a:ext cx="73440" cy="106200"/>
              </p14:xfrm>
            </p:contentPart>
          </mc:Choice>
          <mc:Fallback xmlns="">
            <p:pic>
              <p:nvPicPr>
                <p:cNvPr id="305" name="インク 304">
                  <a:extLst>
                    <a:ext uri="{FF2B5EF4-FFF2-40B4-BE49-F238E27FC236}">
                      <a16:creationId xmlns:a16="http://schemas.microsoft.com/office/drawing/2014/main" id="{D6E41286-CEF5-FB76-0FD0-DB2C0C186B9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107488" y="1177907"/>
                  <a:ext cx="1090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グループ化 313">
            <a:extLst>
              <a:ext uri="{FF2B5EF4-FFF2-40B4-BE49-F238E27FC236}">
                <a16:creationId xmlns:a16="http://schemas.microsoft.com/office/drawing/2014/main" id="{3593880B-8E27-EC26-97B1-EC6C9BEA72AB}"/>
              </a:ext>
            </a:extLst>
          </p:cNvPr>
          <p:cNvGrpSpPr/>
          <p:nvPr/>
        </p:nvGrpSpPr>
        <p:grpSpPr>
          <a:xfrm>
            <a:off x="11259365" y="1174667"/>
            <a:ext cx="232920" cy="170280"/>
            <a:chOff x="7296928" y="1174667"/>
            <a:chExt cx="23292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07" name="インク 306">
                  <a:extLst>
                    <a:ext uri="{FF2B5EF4-FFF2-40B4-BE49-F238E27FC236}">
                      <a16:creationId xmlns:a16="http://schemas.microsoft.com/office/drawing/2014/main" id="{2C1521D1-E474-5C7A-BB20-11AA3DD21581}"/>
                    </a:ext>
                  </a:extLst>
                </p14:cNvPr>
                <p14:cNvContentPartPr/>
                <p14:nvPr/>
              </p14:nvContentPartPr>
              <p14:xfrm>
                <a:off x="7346608" y="1209227"/>
                <a:ext cx="55440" cy="115920"/>
              </p14:xfrm>
            </p:contentPart>
          </mc:Choice>
          <mc:Fallback xmlns="">
            <p:pic>
              <p:nvPicPr>
                <p:cNvPr id="307" name="インク 306">
                  <a:extLst>
                    <a:ext uri="{FF2B5EF4-FFF2-40B4-BE49-F238E27FC236}">
                      <a16:creationId xmlns:a16="http://schemas.microsoft.com/office/drawing/2014/main" id="{2C1521D1-E474-5C7A-BB20-11AA3DD2158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328608" y="1191227"/>
                  <a:ext cx="910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08" name="インク 307">
                  <a:extLst>
                    <a:ext uri="{FF2B5EF4-FFF2-40B4-BE49-F238E27FC236}">
                      <a16:creationId xmlns:a16="http://schemas.microsoft.com/office/drawing/2014/main" id="{801FF114-B0E4-883F-1707-F8C79B0DC4AD}"/>
                    </a:ext>
                  </a:extLst>
                </p14:cNvPr>
                <p14:cNvContentPartPr/>
                <p14:nvPr/>
              </p14:nvContentPartPr>
              <p14:xfrm>
                <a:off x="7296928" y="1209587"/>
                <a:ext cx="81000" cy="135360"/>
              </p14:xfrm>
            </p:contentPart>
          </mc:Choice>
          <mc:Fallback xmlns="">
            <p:pic>
              <p:nvPicPr>
                <p:cNvPr id="308" name="インク 307">
                  <a:extLst>
                    <a:ext uri="{FF2B5EF4-FFF2-40B4-BE49-F238E27FC236}">
                      <a16:creationId xmlns:a16="http://schemas.microsoft.com/office/drawing/2014/main" id="{801FF114-B0E4-883F-1707-F8C79B0DC4A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278928" y="1191947"/>
                  <a:ext cx="116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10" name="インク 309">
                  <a:extLst>
                    <a:ext uri="{FF2B5EF4-FFF2-40B4-BE49-F238E27FC236}">
                      <a16:creationId xmlns:a16="http://schemas.microsoft.com/office/drawing/2014/main" id="{ED18AEED-B846-A1D1-07DC-ABB354BCB8C8}"/>
                    </a:ext>
                  </a:extLst>
                </p14:cNvPr>
                <p14:cNvContentPartPr/>
                <p14:nvPr/>
              </p14:nvContentPartPr>
              <p14:xfrm>
                <a:off x="7409608" y="1174667"/>
                <a:ext cx="113400" cy="122400"/>
              </p14:xfrm>
            </p:contentPart>
          </mc:Choice>
          <mc:Fallback xmlns="">
            <p:pic>
              <p:nvPicPr>
                <p:cNvPr id="310" name="インク 309">
                  <a:extLst>
                    <a:ext uri="{FF2B5EF4-FFF2-40B4-BE49-F238E27FC236}">
                      <a16:creationId xmlns:a16="http://schemas.microsoft.com/office/drawing/2014/main" id="{ED18AEED-B846-A1D1-07DC-ABB354BCB8C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391968" y="1156667"/>
                  <a:ext cx="149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11" name="インク 310">
                  <a:extLst>
                    <a:ext uri="{FF2B5EF4-FFF2-40B4-BE49-F238E27FC236}">
                      <a16:creationId xmlns:a16="http://schemas.microsoft.com/office/drawing/2014/main" id="{5F66711B-916E-06C1-589F-1720CCBC725B}"/>
                    </a:ext>
                  </a:extLst>
                </p14:cNvPr>
                <p14:cNvContentPartPr/>
                <p14:nvPr/>
              </p14:nvContentPartPr>
              <p14:xfrm>
                <a:off x="7418248" y="1205267"/>
                <a:ext cx="78480" cy="120600"/>
              </p14:xfrm>
            </p:contentPart>
          </mc:Choice>
          <mc:Fallback xmlns="">
            <p:pic>
              <p:nvPicPr>
                <p:cNvPr id="311" name="インク 310">
                  <a:extLst>
                    <a:ext uri="{FF2B5EF4-FFF2-40B4-BE49-F238E27FC236}">
                      <a16:creationId xmlns:a16="http://schemas.microsoft.com/office/drawing/2014/main" id="{5F66711B-916E-06C1-589F-1720CCBC725B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400248" y="1187267"/>
                  <a:ext cx="114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13" name="インク 312">
                  <a:extLst>
                    <a:ext uri="{FF2B5EF4-FFF2-40B4-BE49-F238E27FC236}">
                      <a16:creationId xmlns:a16="http://schemas.microsoft.com/office/drawing/2014/main" id="{C62E6D66-75D6-715E-E6BA-3D0C2834BBB1}"/>
                    </a:ext>
                  </a:extLst>
                </p14:cNvPr>
                <p14:cNvContentPartPr/>
                <p14:nvPr/>
              </p14:nvContentPartPr>
              <p14:xfrm>
                <a:off x="7497808" y="1263587"/>
                <a:ext cx="32040" cy="36000"/>
              </p14:xfrm>
            </p:contentPart>
          </mc:Choice>
          <mc:Fallback xmlns="">
            <p:pic>
              <p:nvPicPr>
                <p:cNvPr id="313" name="インク 312">
                  <a:extLst>
                    <a:ext uri="{FF2B5EF4-FFF2-40B4-BE49-F238E27FC236}">
                      <a16:creationId xmlns:a16="http://schemas.microsoft.com/office/drawing/2014/main" id="{C62E6D66-75D6-715E-E6BA-3D0C2834BBB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479808" y="1245587"/>
                  <a:ext cx="6768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グループ化 318">
            <a:extLst>
              <a:ext uri="{FF2B5EF4-FFF2-40B4-BE49-F238E27FC236}">
                <a16:creationId xmlns:a16="http://schemas.microsoft.com/office/drawing/2014/main" id="{B62C1015-0E9D-F7F3-EDC2-BFB7DD157111}"/>
              </a:ext>
            </a:extLst>
          </p:cNvPr>
          <p:cNvGrpSpPr/>
          <p:nvPr/>
        </p:nvGrpSpPr>
        <p:grpSpPr>
          <a:xfrm>
            <a:off x="8684008" y="1164587"/>
            <a:ext cx="98640" cy="145080"/>
            <a:chOff x="8684008" y="1164587"/>
            <a:chExt cx="9864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15" name="インク 314">
                  <a:extLst>
                    <a:ext uri="{FF2B5EF4-FFF2-40B4-BE49-F238E27FC236}">
                      <a16:creationId xmlns:a16="http://schemas.microsoft.com/office/drawing/2014/main" id="{DBBCAFBA-93C0-9F29-01B4-06A42C7238EA}"/>
                    </a:ext>
                  </a:extLst>
                </p14:cNvPr>
                <p14:cNvContentPartPr/>
                <p14:nvPr/>
              </p14:nvContentPartPr>
              <p14:xfrm>
                <a:off x="8684008" y="1204547"/>
                <a:ext cx="31320" cy="105120"/>
              </p14:xfrm>
            </p:contentPart>
          </mc:Choice>
          <mc:Fallback xmlns="">
            <p:pic>
              <p:nvPicPr>
                <p:cNvPr id="315" name="インク 314">
                  <a:extLst>
                    <a:ext uri="{FF2B5EF4-FFF2-40B4-BE49-F238E27FC236}">
                      <a16:creationId xmlns:a16="http://schemas.microsoft.com/office/drawing/2014/main" id="{DBBCAFBA-93C0-9F29-01B4-06A42C7238E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666368" y="1186907"/>
                  <a:ext cx="669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16" name="インク 315">
                  <a:extLst>
                    <a:ext uri="{FF2B5EF4-FFF2-40B4-BE49-F238E27FC236}">
                      <a16:creationId xmlns:a16="http://schemas.microsoft.com/office/drawing/2014/main" id="{E4B05D52-D1F2-C623-AA18-BE5F23B9A9F9}"/>
                    </a:ext>
                  </a:extLst>
                </p14:cNvPr>
                <p14:cNvContentPartPr/>
                <p14:nvPr/>
              </p14:nvContentPartPr>
              <p14:xfrm>
                <a:off x="8700928" y="1164587"/>
                <a:ext cx="56520" cy="138960"/>
              </p14:xfrm>
            </p:contentPart>
          </mc:Choice>
          <mc:Fallback xmlns="">
            <p:pic>
              <p:nvPicPr>
                <p:cNvPr id="316" name="インク 315">
                  <a:extLst>
                    <a:ext uri="{FF2B5EF4-FFF2-40B4-BE49-F238E27FC236}">
                      <a16:creationId xmlns:a16="http://schemas.microsoft.com/office/drawing/2014/main" id="{E4B05D52-D1F2-C623-AA18-BE5F23B9A9F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683288" y="1146947"/>
                  <a:ext cx="92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18" name="インク 317">
                  <a:extLst>
                    <a:ext uri="{FF2B5EF4-FFF2-40B4-BE49-F238E27FC236}">
                      <a16:creationId xmlns:a16="http://schemas.microsoft.com/office/drawing/2014/main" id="{7F5CF6C2-8DCF-191B-2F11-133BCE8C02DE}"/>
                    </a:ext>
                  </a:extLst>
                </p14:cNvPr>
                <p14:cNvContentPartPr/>
                <p14:nvPr/>
              </p14:nvContentPartPr>
              <p14:xfrm>
                <a:off x="8723248" y="1164587"/>
                <a:ext cx="59400" cy="126000"/>
              </p14:xfrm>
            </p:contentPart>
          </mc:Choice>
          <mc:Fallback xmlns="">
            <p:pic>
              <p:nvPicPr>
                <p:cNvPr id="318" name="インク 317">
                  <a:extLst>
                    <a:ext uri="{FF2B5EF4-FFF2-40B4-BE49-F238E27FC236}">
                      <a16:creationId xmlns:a16="http://schemas.microsoft.com/office/drawing/2014/main" id="{7F5CF6C2-8DCF-191B-2F11-133BCE8C02D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705608" y="1146947"/>
                  <a:ext cx="95040" cy="16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321" name="インク 320">
                <a:extLst>
                  <a:ext uri="{FF2B5EF4-FFF2-40B4-BE49-F238E27FC236}">
                    <a16:creationId xmlns:a16="http://schemas.microsoft.com/office/drawing/2014/main" id="{BC4082AC-FEEC-922B-56A4-E4281A2077AC}"/>
                  </a:ext>
                </a:extLst>
              </p14:cNvPr>
              <p14:cNvContentPartPr/>
              <p14:nvPr/>
            </p14:nvContentPartPr>
            <p14:xfrm>
              <a:off x="9935149" y="1122827"/>
              <a:ext cx="191520" cy="24840"/>
            </p14:xfrm>
          </p:contentPart>
        </mc:Choice>
        <mc:Fallback xmlns="">
          <p:pic>
            <p:nvPicPr>
              <p:cNvPr id="321" name="インク 320">
                <a:extLst>
                  <a:ext uri="{FF2B5EF4-FFF2-40B4-BE49-F238E27FC236}">
                    <a16:creationId xmlns:a16="http://schemas.microsoft.com/office/drawing/2014/main" id="{BC4082AC-FEEC-922B-56A4-E4281A2077AC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9917509" y="1104827"/>
                <a:ext cx="22716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322" name="インク 321">
                <a:extLst>
                  <a:ext uri="{FF2B5EF4-FFF2-40B4-BE49-F238E27FC236}">
                    <a16:creationId xmlns:a16="http://schemas.microsoft.com/office/drawing/2014/main" id="{17481207-9255-6060-A030-7AF5F11AEA11}"/>
                  </a:ext>
                </a:extLst>
              </p14:cNvPr>
              <p14:cNvContentPartPr/>
              <p14:nvPr/>
            </p14:nvContentPartPr>
            <p14:xfrm>
              <a:off x="10007509" y="1146587"/>
              <a:ext cx="60120" cy="30240"/>
            </p14:xfrm>
          </p:contentPart>
        </mc:Choice>
        <mc:Fallback xmlns="">
          <p:pic>
            <p:nvPicPr>
              <p:cNvPr id="322" name="インク 321">
                <a:extLst>
                  <a:ext uri="{FF2B5EF4-FFF2-40B4-BE49-F238E27FC236}">
                    <a16:creationId xmlns:a16="http://schemas.microsoft.com/office/drawing/2014/main" id="{17481207-9255-6060-A030-7AF5F11AEA11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989509" y="1128947"/>
                <a:ext cx="9576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5" name="グループ化 324">
            <a:extLst>
              <a:ext uri="{FF2B5EF4-FFF2-40B4-BE49-F238E27FC236}">
                <a16:creationId xmlns:a16="http://schemas.microsoft.com/office/drawing/2014/main" id="{80A9CA97-E16D-05C6-8263-5D7A51C1ABF8}"/>
              </a:ext>
            </a:extLst>
          </p:cNvPr>
          <p:cNvGrpSpPr/>
          <p:nvPr/>
        </p:nvGrpSpPr>
        <p:grpSpPr>
          <a:xfrm>
            <a:off x="11139845" y="894587"/>
            <a:ext cx="310680" cy="261720"/>
            <a:chOff x="7177408" y="894587"/>
            <a:chExt cx="310680" cy="26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58" name="インク 257">
                  <a:extLst>
                    <a:ext uri="{FF2B5EF4-FFF2-40B4-BE49-F238E27FC236}">
                      <a16:creationId xmlns:a16="http://schemas.microsoft.com/office/drawing/2014/main" id="{151477F8-B988-A53F-D48E-094445CEE8AE}"/>
                    </a:ext>
                  </a:extLst>
                </p14:cNvPr>
                <p14:cNvContentPartPr/>
                <p14:nvPr/>
              </p14:nvContentPartPr>
              <p14:xfrm>
                <a:off x="7177408" y="894587"/>
                <a:ext cx="159120" cy="185760"/>
              </p14:xfrm>
            </p:contentPart>
          </mc:Choice>
          <mc:Fallback xmlns="">
            <p:pic>
              <p:nvPicPr>
                <p:cNvPr id="258" name="インク 257">
                  <a:extLst>
                    <a:ext uri="{FF2B5EF4-FFF2-40B4-BE49-F238E27FC236}">
                      <a16:creationId xmlns:a16="http://schemas.microsoft.com/office/drawing/2014/main" id="{151477F8-B988-A53F-D48E-094445CEE8AE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159768" y="876587"/>
                  <a:ext cx="194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59" name="インク 258">
                  <a:extLst>
                    <a:ext uri="{FF2B5EF4-FFF2-40B4-BE49-F238E27FC236}">
                      <a16:creationId xmlns:a16="http://schemas.microsoft.com/office/drawing/2014/main" id="{2E4C12A3-3F50-6AE3-DE6B-59EE0CDCB0C4}"/>
                    </a:ext>
                  </a:extLst>
                </p14:cNvPr>
                <p14:cNvContentPartPr/>
                <p14:nvPr/>
              </p14:nvContentPartPr>
              <p14:xfrm>
                <a:off x="7227448" y="930947"/>
                <a:ext cx="89640" cy="145800"/>
              </p14:xfrm>
            </p:contentPart>
          </mc:Choice>
          <mc:Fallback xmlns="">
            <p:pic>
              <p:nvPicPr>
                <p:cNvPr id="259" name="インク 258">
                  <a:extLst>
                    <a:ext uri="{FF2B5EF4-FFF2-40B4-BE49-F238E27FC236}">
                      <a16:creationId xmlns:a16="http://schemas.microsoft.com/office/drawing/2014/main" id="{2E4C12A3-3F50-6AE3-DE6B-59EE0CDCB0C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209448" y="913307"/>
                  <a:ext cx="1252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23" name="インク 322">
                  <a:extLst>
                    <a:ext uri="{FF2B5EF4-FFF2-40B4-BE49-F238E27FC236}">
                      <a16:creationId xmlns:a16="http://schemas.microsoft.com/office/drawing/2014/main" id="{ADA3B974-C7DB-ADAD-FE06-6829CD6B799C}"/>
                    </a:ext>
                  </a:extLst>
                </p14:cNvPr>
                <p14:cNvContentPartPr/>
                <p14:nvPr/>
              </p14:nvContentPartPr>
              <p14:xfrm>
                <a:off x="7341928" y="1109147"/>
                <a:ext cx="146160" cy="43200"/>
              </p14:xfrm>
            </p:contentPart>
          </mc:Choice>
          <mc:Fallback xmlns="">
            <p:pic>
              <p:nvPicPr>
                <p:cNvPr id="323" name="インク 322">
                  <a:extLst>
                    <a:ext uri="{FF2B5EF4-FFF2-40B4-BE49-F238E27FC236}">
                      <a16:creationId xmlns:a16="http://schemas.microsoft.com/office/drawing/2014/main" id="{ADA3B974-C7DB-ADAD-FE06-6829CD6B799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323928" y="1091147"/>
                  <a:ext cx="1818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24" name="インク 323">
                  <a:extLst>
                    <a:ext uri="{FF2B5EF4-FFF2-40B4-BE49-F238E27FC236}">
                      <a16:creationId xmlns:a16="http://schemas.microsoft.com/office/drawing/2014/main" id="{EFBCB42A-84F1-C3CC-E50E-5FA43D16CD8A}"/>
                    </a:ext>
                  </a:extLst>
                </p14:cNvPr>
                <p14:cNvContentPartPr/>
                <p14:nvPr/>
              </p14:nvContentPartPr>
              <p14:xfrm>
                <a:off x="7386928" y="1129307"/>
                <a:ext cx="54360" cy="27000"/>
              </p14:xfrm>
            </p:contentPart>
          </mc:Choice>
          <mc:Fallback xmlns="">
            <p:pic>
              <p:nvPicPr>
                <p:cNvPr id="324" name="インク 323">
                  <a:extLst>
                    <a:ext uri="{FF2B5EF4-FFF2-40B4-BE49-F238E27FC236}">
                      <a16:creationId xmlns:a16="http://schemas.microsoft.com/office/drawing/2014/main" id="{EFBCB42A-84F1-C3CC-E50E-5FA43D16CD8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369288" y="1111667"/>
                  <a:ext cx="9000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326" name="インク 325">
                <a:extLst>
                  <a:ext uri="{FF2B5EF4-FFF2-40B4-BE49-F238E27FC236}">
                    <a16:creationId xmlns:a16="http://schemas.microsoft.com/office/drawing/2014/main" id="{F069F8A9-4A03-E922-B58C-AF54512A5AF3}"/>
                  </a:ext>
                </a:extLst>
              </p14:cNvPr>
              <p14:cNvContentPartPr/>
              <p14:nvPr/>
            </p14:nvContentPartPr>
            <p14:xfrm>
              <a:off x="8637208" y="1097627"/>
              <a:ext cx="174240" cy="41400"/>
            </p14:xfrm>
          </p:contentPart>
        </mc:Choice>
        <mc:Fallback xmlns="">
          <p:pic>
            <p:nvPicPr>
              <p:cNvPr id="326" name="インク 325">
                <a:extLst>
                  <a:ext uri="{FF2B5EF4-FFF2-40B4-BE49-F238E27FC236}">
                    <a16:creationId xmlns:a16="http://schemas.microsoft.com/office/drawing/2014/main" id="{F069F8A9-4A03-E922-B58C-AF54512A5AF3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8619208" y="1079627"/>
                <a:ext cx="2098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331" name="インク 330">
                <a:extLst>
                  <a:ext uri="{FF2B5EF4-FFF2-40B4-BE49-F238E27FC236}">
                    <a16:creationId xmlns:a16="http://schemas.microsoft.com/office/drawing/2014/main" id="{4A05E330-545D-7A04-105A-5523289524F8}"/>
                  </a:ext>
                </a:extLst>
              </p14:cNvPr>
              <p14:cNvContentPartPr/>
              <p14:nvPr/>
            </p14:nvContentPartPr>
            <p14:xfrm>
              <a:off x="4862608" y="1162427"/>
              <a:ext cx="28440" cy="81360"/>
            </p14:xfrm>
          </p:contentPart>
        </mc:Choice>
        <mc:Fallback xmlns="">
          <p:pic>
            <p:nvPicPr>
              <p:cNvPr id="331" name="インク 330">
                <a:extLst>
                  <a:ext uri="{FF2B5EF4-FFF2-40B4-BE49-F238E27FC236}">
                    <a16:creationId xmlns:a16="http://schemas.microsoft.com/office/drawing/2014/main" id="{4A05E330-545D-7A04-105A-5523289524F8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4844968" y="1144787"/>
                <a:ext cx="6408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337" name="インク 336">
                <a:extLst>
                  <a:ext uri="{FF2B5EF4-FFF2-40B4-BE49-F238E27FC236}">
                    <a16:creationId xmlns:a16="http://schemas.microsoft.com/office/drawing/2014/main" id="{47511EFC-C686-2D1B-D103-E9004BE23126}"/>
                  </a:ext>
                </a:extLst>
              </p14:cNvPr>
              <p14:cNvContentPartPr/>
              <p14:nvPr/>
            </p14:nvContentPartPr>
            <p14:xfrm>
              <a:off x="3399568" y="760667"/>
              <a:ext cx="116280" cy="30600"/>
            </p14:xfrm>
          </p:contentPart>
        </mc:Choice>
        <mc:Fallback xmlns="">
          <p:pic>
            <p:nvPicPr>
              <p:cNvPr id="337" name="インク 336">
                <a:extLst>
                  <a:ext uri="{FF2B5EF4-FFF2-40B4-BE49-F238E27FC236}">
                    <a16:creationId xmlns:a16="http://schemas.microsoft.com/office/drawing/2014/main" id="{47511EFC-C686-2D1B-D103-E9004BE23126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3381928" y="742667"/>
                <a:ext cx="1519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338" name="インク 337">
                <a:extLst>
                  <a:ext uri="{FF2B5EF4-FFF2-40B4-BE49-F238E27FC236}">
                    <a16:creationId xmlns:a16="http://schemas.microsoft.com/office/drawing/2014/main" id="{3AD9A66F-4AB8-4C7D-854E-525764A191C5}"/>
                  </a:ext>
                </a:extLst>
              </p14:cNvPr>
              <p14:cNvContentPartPr/>
              <p14:nvPr/>
            </p14:nvContentPartPr>
            <p14:xfrm>
              <a:off x="4716088" y="1070627"/>
              <a:ext cx="118800" cy="38520"/>
            </p14:xfrm>
          </p:contentPart>
        </mc:Choice>
        <mc:Fallback xmlns="">
          <p:pic>
            <p:nvPicPr>
              <p:cNvPr id="338" name="インク 337">
                <a:extLst>
                  <a:ext uri="{FF2B5EF4-FFF2-40B4-BE49-F238E27FC236}">
                    <a16:creationId xmlns:a16="http://schemas.microsoft.com/office/drawing/2014/main" id="{3AD9A66F-4AB8-4C7D-854E-525764A191C5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4698448" y="1052987"/>
                <a:ext cx="1544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339" name="インク 338">
                <a:extLst>
                  <a:ext uri="{FF2B5EF4-FFF2-40B4-BE49-F238E27FC236}">
                    <a16:creationId xmlns:a16="http://schemas.microsoft.com/office/drawing/2014/main" id="{2B982E67-E0E9-0064-097E-5AF78E49C1F9}"/>
                  </a:ext>
                </a:extLst>
              </p14:cNvPr>
              <p14:cNvContentPartPr/>
              <p14:nvPr/>
            </p14:nvContentPartPr>
            <p14:xfrm>
              <a:off x="10011469" y="746987"/>
              <a:ext cx="82080" cy="41760"/>
            </p14:xfrm>
          </p:contentPart>
        </mc:Choice>
        <mc:Fallback xmlns="">
          <p:pic>
            <p:nvPicPr>
              <p:cNvPr id="339" name="インク 338">
                <a:extLst>
                  <a:ext uri="{FF2B5EF4-FFF2-40B4-BE49-F238E27FC236}">
                    <a16:creationId xmlns:a16="http://schemas.microsoft.com/office/drawing/2014/main" id="{2B982E67-E0E9-0064-097E-5AF78E49C1F9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9993829" y="729347"/>
                <a:ext cx="1177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340" name="インク 339">
                <a:extLst>
                  <a:ext uri="{FF2B5EF4-FFF2-40B4-BE49-F238E27FC236}">
                    <a16:creationId xmlns:a16="http://schemas.microsoft.com/office/drawing/2014/main" id="{25F6172B-0071-134A-E491-44DE64738599}"/>
                  </a:ext>
                </a:extLst>
              </p14:cNvPr>
              <p14:cNvContentPartPr/>
              <p14:nvPr/>
            </p14:nvContentPartPr>
            <p14:xfrm>
              <a:off x="11361245" y="749507"/>
              <a:ext cx="87120" cy="37800"/>
            </p14:xfrm>
          </p:contentPart>
        </mc:Choice>
        <mc:Fallback xmlns="">
          <p:pic>
            <p:nvPicPr>
              <p:cNvPr id="340" name="インク 339">
                <a:extLst>
                  <a:ext uri="{FF2B5EF4-FFF2-40B4-BE49-F238E27FC236}">
                    <a16:creationId xmlns:a16="http://schemas.microsoft.com/office/drawing/2014/main" id="{25F6172B-0071-134A-E491-44DE64738599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11343245" y="731867"/>
                <a:ext cx="12276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341" name="インク 340">
                <a:extLst>
                  <a:ext uri="{FF2B5EF4-FFF2-40B4-BE49-F238E27FC236}">
                    <a16:creationId xmlns:a16="http://schemas.microsoft.com/office/drawing/2014/main" id="{ADCB9806-0F17-35C1-E53D-084B342D2C00}"/>
                  </a:ext>
                </a:extLst>
              </p14:cNvPr>
              <p14:cNvContentPartPr/>
              <p14:nvPr/>
            </p14:nvContentPartPr>
            <p14:xfrm>
              <a:off x="8687968" y="728267"/>
              <a:ext cx="103320" cy="35640"/>
            </p14:xfrm>
          </p:contentPart>
        </mc:Choice>
        <mc:Fallback xmlns="">
          <p:pic>
            <p:nvPicPr>
              <p:cNvPr id="341" name="インク 340">
                <a:extLst>
                  <a:ext uri="{FF2B5EF4-FFF2-40B4-BE49-F238E27FC236}">
                    <a16:creationId xmlns:a16="http://schemas.microsoft.com/office/drawing/2014/main" id="{ADCB9806-0F17-35C1-E53D-084B342D2C00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8669968" y="710627"/>
                <a:ext cx="1389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342" name="インク 341">
                <a:extLst>
                  <a:ext uri="{FF2B5EF4-FFF2-40B4-BE49-F238E27FC236}">
                    <a16:creationId xmlns:a16="http://schemas.microsoft.com/office/drawing/2014/main" id="{BF2EDB1A-A529-2C18-C389-FC6329017F91}"/>
                  </a:ext>
                </a:extLst>
              </p14:cNvPr>
              <p14:cNvContentPartPr/>
              <p14:nvPr/>
            </p14:nvContentPartPr>
            <p14:xfrm>
              <a:off x="3257728" y="969107"/>
              <a:ext cx="104040" cy="241920"/>
            </p14:xfrm>
          </p:contentPart>
        </mc:Choice>
        <mc:Fallback xmlns="">
          <p:pic>
            <p:nvPicPr>
              <p:cNvPr id="342" name="インク 341">
                <a:extLst>
                  <a:ext uri="{FF2B5EF4-FFF2-40B4-BE49-F238E27FC236}">
                    <a16:creationId xmlns:a16="http://schemas.microsoft.com/office/drawing/2014/main" id="{BF2EDB1A-A529-2C18-C389-FC6329017F91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3239728" y="951107"/>
                <a:ext cx="13968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346" name="インク 345">
                <a:extLst>
                  <a:ext uri="{FF2B5EF4-FFF2-40B4-BE49-F238E27FC236}">
                    <a16:creationId xmlns:a16="http://schemas.microsoft.com/office/drawing/2014/main" id="{8220DBB7-D70E-DABA-4245-215D52FC48EA}"/>
                  </a:ext>
                </a:extLst>
              </p14:cNvPr>
              <p14:cNvContentPartPr/>
              <p14:nvPr/>
            </p14:nvContentPartPr>
            <p14:xfrm>
              <a:off x="9997789" y="933467"/>
              <a:ext cx="229680" cy="189000"/>
            </p14:xfrm>
          </p:contentPart>
        </mc:Choice>
        <mc:Fallback xmlns="">
          <p:pic>
            <p:nvPicPr>
              <p:cNvPr id="346" name="インク 345">
                <a:extLst>
                  <a:ext uri="{FF2B5EF4-FFF2-40B4-BE49-F238E27FC236}">
                    <a16:creationId xmlns:a16="http://schemas.microsoft.com/office/drawing/2014/main" id="{8220DBB7-D70E-DABA-4245-215D52FC48EA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9980149" y="915827"/>
                <a:ext cx="2653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356" name="インク 355">
                <a:extLst>
                  <a:ext uri="{FF2B5EF4-FFF2-40B4-BE49-F238E27FC236}">
                    <a16:creationId xmlns:a16="http://schemas.microsoft.com/office/drawing/2014/main" id="{A1628F7D-83BB-E632-33FD-6A50F82B3124}"/>
                  </a:ext>
                </a:extLst>
              </p14:cNvPr>
              <p14:cNvContentPartPr/>
              <p14:nvPr/>
            </p14:nvContentPartPr>
            <p14:xfrm>
              <a:off x="2556088" y="2835707"/>
              <a:ext cx="360" cy="360"/>
            </p14:xfrm>
          </p:contentPart>
        </mc:Choice>
        <mc:Fallback xmlns="">
          <p:pic>
            <p:nvPicPr>
              <p:cNvPr id="356" name="インク 355">
                <a:extLst>
                  <a:ext uri="{FF2B5EF4-FFF2-40B4-BE49-F238E27FC236}">
                    <a16:creationId xmlns:a16="http://schemas.microsoft.com/office/drawing/2014/main" id="{A1628F7D-83BB-E632-33FD-6A50F82B3124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2538088" y="281770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358" name="インク 357">
                <a:extLst>
                  <a:ext uri="{FF2B5EF4-FFF2-40B4-BE49-F238E27FC236}">
                    <a16:creationId xmlns:a16="http://schemas.microsoft.com/office/drawing/2014/main" id="{D3687F2B-C771-7147-DEA2-3456A3D4FA92}"/>
                  </a:ext>
                </a:extLst>
              </p14:cNvPr>
              <p14:cNvContentPartPr/>
              <p14:nvPr/>
            </p14:nvContentPartPr>
            <p14:xfrm>
              <a:off x="9840109" y="674627"/>
              <a:ext cx="545400" cy="286560"/>
            </p14:xfrm>
          </p:contentPart>
        </mc:Choice>
        <mc:Fallback xmlns="">
          <p:pic>
            <p:nvPicPr>
              <p:cNvPr id="358" name="インク 357">
                <a:extLst>
                  <a:ext uri="{FF2B5EF4-FFF2-40B4-BE49-F238E27FC236}">
                    <a16:creationId xmlns:a16="http://schemas.microsoft.com/office/drawing/2014/main" id="{D3687F2B-C771-7147-DEA2-3456A3D4FA92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9822469" y="656627"/>
                <a:ext cx="58104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359" name="インク 358">
                <a:extLst>
                  <a:ext uri="{FF2B5EF4-FFF2-40B4-BE49-F238E27FC236}">
                    <a16:creationId xmlns:a16="http://schemas.microsoft.com/office/drawing/2014/main" id="{9691F549-0E74-F2C5-1C62-D9EF2F1C72C9}"/>
                  </a:ext>
                </a:extLst>
              </p14:cNvPr>
              <p14:cNvContentPartPr/>
              <p14:nvPr/>
            </p14:nvContentPartPr>
            <p14:xfrm>
              <a:off x="9839389" y="708827"/>
              <a:ext cx="570240" cy="335880"/>
            </p14:xfrm>
          </p:contentPart>
        </mc:Choice>
        <mc:Fallback xmlns="">
          <p:pic>
            <p:nvPicPr>
              <p:cNvPr id="359" name="インク 358">
                <a:extLst>
                  <a:ext uri="{FF2B5EF4-FFF2-40B4-BE49-F238E27FC236}">
                    <a16:creationId xmlns:a16="http://schemas.microsoft.com/office/drawing/2014/main" id="{9691F549-0E74-F2C5-1C62-D9EF2F1C72C9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9821749" y="690827"/>
                <a:ext cx="60588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360" name="インク 359">
                <a:extLst>
                  <a:ext uri="{FF2B5EF4-FFF2-40B4-BE49-F238E27FC236}">
                    <a16:creationId xmlns:a16="http://schemas.microsoft.com/office/drawing/2014/main" id="{88C411D8-722D-A0DC-C912-588357FDDEA8}"/>
                  </a:ext>
                </a:extLst>
              </p14:cNvPr>
              <p14:cNvContentPartPr/>
              <p14:nvPr/>
            </p14:nvContentPartPr>
            <p14:xfrm>
              <a:off x="9853429" y="712427"/>
              <a:ext cx="568800" cy="297720"/>
            </p14:xfrm>
          </p:contentPart>
        </mc:Choice>
        <mc:Fallback xmlns="">
          <p:pic>
            <p:nvPicPr>
              <p:cNvPr id="360" name="インク 359">
                <a:extLst>
                  <a:ext uri="{FF2B5EF4-FFF2-40B4-BE49-F238E27FC236}">
                    <a16:creationId xmlns:a16="http://schemas.microsoft.com/office/drawing/2014/main" id="{88C411D8-722D-A0DC-C912-588357FDDEA8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9835789" y="694787"/>
                <a:ext cx="604440" cy="33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3" name="グループ化 362">
            <a:extLst>
              <a:ext uri="{FF2B5EF4-FFF2-40B4-BE49-F238E27FC236}">
                <a16:creationId xmlns:a16="http://schemas.microsoft.com/office/drawing/2014/main" id="{A6F50795-41BB-4850-963C-112EC1BC1F52}"/>
              </a:ext>
            </a:extLst>
          </p:cNvPr>
          <p:cNvGrpSpPr/>
          <p:nvPr/>
        </p:nvGrpSpPr>
        <p:grpSpPr>
          <a:xfrm>
            <a:off x="11235605" y="712787"/>
            <a:ext cx="467640" cy="275760"/>
            <a:chOff x="7273168" y="712787"/>
            <a:chExt cx="46764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61" name="インク 360">
                  <a:extLst>
                    <a:ext uri="{FF2B5EF4-FFF2-40B4-BE49-F238E27FC236}">
                      <a16:creationId xmlns:a16="http://schemas.microsoft.com/office/drawing/2014/main" id="{48867191-4B02-E0B1-E6B5-06E6241B5D78}"/>
                    </a:ext>
                  </a:extLst>
                </p14:cNvPr>
                <p14:cNvContentPartPr/>
                <p14:nvPr/>
              </p14:nvContentPartPr>
              <p14:xfrm>
                <a:off x="7273168" y="712787"/>
                <a:ext cx="467640" cy="275760"/>
              </p14:xfrm>
            </p:contentPart>
          </mc:Choice>
          <mc:Fallback xmlns="">
            <p:pic>
              <p:nvPicPr>
                <p:cNvPr id="361" name="インク 360">
                  <a:extLst>
                    <a:ext uri="{FF2B5EF4-FFF2-40B4-BE49-F238E27FC236}">
                      <a16:creationId xmlns:a16="http://schemas.microsoft.com/office/drawing/2014/main" id="{48867191-4B02-E0B1-E6B5-06E6241B5D7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255528" y="694787"/>
                  <a:ext cx="5032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62" name="インク 361">
                  <a:extLst>
                    <a:ext uri="{FF2B5EF4-FFF2-40B4-BE49-F238E27FC236}">
                      <a16:creationId xmlns:a16="http://schemas.microsoft.com/office/drawing/2014/main" id="{480D0863-ADB7-4BFF-E455-2BABFC77C6F9}"/>
                    </a:ext>
                  </a:extLst>
                </p14:cNvPr>
                <p14:cNvContentPartPr/>
                <p14:nvPr/>
              </p14:nvContentPartPr>
              <p14:xfrm>
                <a:off x="7541368" y="895667"/>
                <a:ext cx="7200" cy="2880"/>
              </p14:xfrm>
            </p:contentPart>
          </mc:Choice>
          <mc:Fallback xmlns="">
            <p:pic>
              <p:nvPicPr>
                <p:cNvPr id="362" name="インク 361">
                  <a:extLst>
                    <a:ext uri="{FF2B5EF4-FFF2-40B4-BE49-F238E27FC236}">
                      <a16:creationId xmlns:a16="http://schemas.microsoft.com/office/drawing/2014/main" id="{480D0863-ADB7-4BFF-E455-2BABFC77C6F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523728" y="878027"/>
                  <a:ext cx="4284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9">
            <p14:nvContentPartPr>
              <p14:cNvPr id="365" name="インク 364">
                <a:extLst>
                  <a:ext uri="{FF2B5EF4-FFF2-40B4-BE49-F238E27FC236}">
                    <a16:creationId xmlns:a16="http://schemas.microsoft.com/office/drawing/2014/main" id="{B473E76C-3ECA-FC6E-15DA-823D9880C1A1}"/>
                  </a:ext>
                </a:extLst>
              </p14:cNvPr>
              <p14:cNvContentPartPr/>
              <p14:nvPr/>
            </p14:nvContentPartPr>
            <p14:xfrm>
              <a:off x="8582848" y="722867"/>
              <a:ext cx="520920" cy="280440"/>
            </p14:xfrm>
          </p:contentPart>
        </mc:Choice>
        <mc:Fallback xmlns="">
          <p:pic>
            <p:nvPicPr>
              <p:cNvPr id="365" name="インク 364">
                <a:extLst>
                  <a:ext uri="{FF2B5EF4-FFF2-40B4-BE49-F238E27FC236}">
                    <a16:creationId xmlns:a16="http://schemas.microsoft.com/office/drawing/2014/main" id="{B473E76C-3ECA-FC6E-15DA-823D9880C1A1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8564848" y="705227"/>
                <a:ext cx="5565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1">
            <p14:nvContentPartPr>
              <p14:cNvPr id="366" name="インク 365">
                <a:extLst>
                  <a:ext uri="{FF2B5EF4-FFF2-40B4-BE49-F238E27FC236}">
                    <a16:creationId xmlns:a16="http://schemas.microsoft.com/office/drawing/2014/main" id="{ABD926BF-4B6D-6627-4AE3-4F4CAB992ACF}"/>
                  </a:ext>
                </a:extLst>
              </p14:cNvPr>
              <p14:cNvContentPartPr/>
              <p14:nvPr/>
            </p14:nvContentPartPr>
            <p14:xfrm>
              <a:off x="8593288" y="727907"/>
              <a:ext cx="505440" cy="234000"/>
            </p14:xfrm>
          </p:contentPart>
        </mc:Choice>
        <mc:Fallback xmlns="">
          <p:pic>
            <p:nvPicPr>
              <p:cNvPr id="366" name="インク 365">
                <a:extLst>
                  <a:ext uri="{FF2B5EF4-FFF2-40B4-BE49-F238E27FC236}">
                    <a16:creationId xmlns:a16="http://schemas.microsoft.com/office/drawing/2014/main" id="{ABD926BF-4B6D-6627-4AE3-4F4CAB992ACF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8575648" y="709907"/>
                <a:ext cx="54108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7" name="グループ化 366">
            <a:extLst>
              <a:ext uri="{FF2B5EF4-FFF2-40B4-BE49-F238E27FC236}">
                <a16:creationId xmlns:a16="http://schemas.microsoft.com/office/drawing/2014/main" id="{37974356-6F9F-9B5B-D64C-EC56919CEC4B}"/>
              </a:ext>
            </a:extLst>
          </p:cNvPr>
          <p:cNvGrpSpPr/>
          <p:nvPr/>
        </p:nvGrpSpPr>
        <p:grpSpPr>
          <a:xfrm>
            <a:off x="11132392" y="2447285"/>
            <a:ext cx="529560" cy="219240"/>
            <a:chOff x="8446048" y="875507"/>
            <a:chExt cx="52956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76" name="インク 375">
                  <a:extLst>
                    <a:ext uri="{FF2B5EF4-FFF2-40B4-BE49-F238E27FC236}">
                      <a16:creationId xmlns:a16="http://schemas.microsoft.com/office/drawing/2014/main" id="{D5CD1437-F5F8-22B1-20BF-A2AA09F77F77}"/>
                    </a:ext>
                  </a:extLst>
                </p14:cNvPr>
                <p14:cNvContentPartPr/>
                <p14:nvPr/>
              </p14:nvContentPartPr>
              <p14:xfrm>
                <a:off x="8446048" y="875507"/>
                <a:ext cx="168480" cy="160200"/>
              </p14:xfrm>
            </p:contentPart>
          </mc:Choice>
          <mc:Fallback xmlns="">
            <p:pic>
              <p:nvPicPr>
                <p:cNvPr id="376" name="インク 375">
                  <a:extLst>
                    <a:ext uri="{FF2B5EF4-FFF2-40B4-BE49-F238E27FC236}">
                      <a16:creationId xmlns:a16="http://schemas.microsoft.com/office/drawing/2014/main" id="{D5CD1437-F5F8-22B1-20BF-A2AA09F77F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28048" y="857867"/>
                  <a:ext cx="204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77" name="インク 376">
                  <a:extLst>
                    <a:ext uri="{FF2B5EF4-FFF2-40B4-BE49-F238E27FC236}">
                      <a16:creationId xmlns:a16="http://schemas.microsoft.com/office/drawing/2014/main" id="{24426202-39A1-0042-E816-C3A33E560AAC}"/>
                    </a:ext>
                  </a:extLst>
                </p14:cNvPr>
                <p14:cNvContentPartPr/>
                <p14:nvPr/>
              </p14:nvContentPartPr>
              <p14:xfrm>
                <a:off x="8508688" y="906107"/>
                <a:ext cx="117360" cy="138240"/>
              </p14:xfrm>
            </p:contentPart>
          </mc:Choice>
          <mc:Fallback xmlns="">
            <p:pic>
              <p:nvPicPr>
                <p:cNvPr id="377" name="インク 376">
                  <a:extLst>
                    <a:ext uri="{FF2B5EF4-FFF2-40B4-BE49-F238E27FC236}">
                      <a16:creationId xmlns:a16="http://schemas.microsoft.com/office/drawing/2014/main" id="{24426202-39A1-0042-E816-C3A33E560A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90688" y="888467"/>
                  <a:ext cx="153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78" name="インク 377">
                  <a:extLst>
                    <a:ext uri="{FF2B5EF4-FFF2-40B4-BE49-F238E27FC236}">
                      <a16:creationId xmlns:a16="http://schemas.microsoft.com/office/drawing/2014/main" id="{C90B822A-75FA-647C-180E-A854B5812FE0}"/>
                    </a:ext>
                  </a:extLst>
                </p14:cNvPr>
                <p14:cNvContentPartPr/>
                <p14:nvPr/>
              </p14:nvContentPartPr>
              <p14:xfrm>
                <a:off x="8686168" y="950027"/>
                <a:ext cx="289440" cy="144720"/>
              </p14:xfrm>
            </p:contentPart>
          </mc:Choice>
          <mc:Fallback xmlns="">
            <p:pic>
              <p:nvPicPr>
                <p:cNvPr id="378" name="インク 377">
                  <a:extLst>
                    <a:ext uri="{FF2B5EF4-FFF2-40B4-BE49-F238E27FC236}">
                      <a16:creationId xmlns:a16="http://schemas.microsoft.com/office/drawing/2014/main" id="{C90B822A-75FA-647C-180E-A854B5812FE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68528" y="932387"/>
                  <a:ext cx="325080" cy="18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379" name="インク 378">
                <a:extLst>
                  <a:ext uri="{FF2B5EF4-FFF2-40B4-BE49-F238E27FC236}">
                    <a16:creationId xmlns:a16="http://schemas.microsoft.com/office/drawing/2014/main" id="{BD3325FB-2B77-FF19-523D-C2630D224C5F}"/>
                  </a:ext>
                </a:extLst>
              </p14:cNvPr>
              <p14:cNvContentPartPr/>
              <p14:nvPr/>
            </p14:nvContentPartPr>
            <p14:xfrm>
              <a:off x="11317768" y="2260735"/>
              <a:ext cx="144360" cy="119160"/>
            </p14:xfrm>
          </p:contentPart>
        </mc:Choice>
        <mc:Fallback xmlns="">
          <p:pic>
            <p:nvPicPr>
              <p:cNvPr id="379" name="インク 378">
                <a:extLst>
                  <a:ext uri="{FF2B5EF4-FFF2-40B4-BE49-F238E27FC236}">
                    <a16:creationId xmlns:a16="http://schemas.microsoft.com/office/drawing/2014/main" id="{BD3325FB-2B77-FF19-523D-C2630D224C5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299768" y="2242735"/>
                <a:ext cx="180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7">
            <p14:nvContentPartPr>
              <p14:cNvPr id="380" name="インク 379">
                <a:extLst>
                  <a:ext uri="{FF2B5EF4-FFF2-40B4-BE49-F238E27FC236}">
                    <a16:creationId xmlns:a16="http://schemas.microsoft.com/office/drawing/2014/main" id="{58F5FEAC-4678-750B-BD08-882F5AEC5719}"/>
                  </a:ext>
                </a:extLst>
              </p14:cNvPr>
              <p14:cNvContentPartPr/>
              <p14:nvPr/>
            </p14:nvContentPartPr>
            <p14:xfrm>
              <a:off x="11362048" y="2378095"/>
              <a:ext cx="33480" cy="84240"/>
            </p14:xfrm>
          </p:contentPart>
        </mc:Choice>
        <mc:Fallback xmlns="">
          <p:pic>
            <p:nvPicPr>
              <p:cNvPr id="380" name="インク 379">
                <a:extLst>
                  <a:ext uri="{FF2B5EF4-FFF2-40B4-BE49-F238E27FC236}">
                    <a16:creationId xmlns:a16="http://schemas.microsoft.com/office/drawing/2014/main" id="{58F5FEAC-4678-750B-BD08-882F5AEC571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344408" y="2360455"/>
                <a:ext cx="691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381" name="インク 380">
                <a:extLst>
                  <a:ext uri="{FF2B5EF4-FFF2-40B4-BE49-F238E27FC236}">
                    <a16:creationId xmlns:a16="http://schemas.microsoft.com/office/drawing/2014/main" id="{901200C1-9681-96EB-FD48-CB202AF08F39}"/>
                  </a:ext>
                </a:extLst>
              </p14:cNvPr>
              <p14:cNvContentPartPr/>
              <p14:nvPr/>
            </p14:nvContentPartPr>
            <p14:xfrm>
              <a:off x="11327488" y="2464855"/>
              <a:ext cx="194760" cy="148680"/>
            </p14:xfrm>
          </p:contentPart>
        </mc:Choice>
        <mc:Fallback xmlns="">
          <p:pic>
            <p:nvPicPr>
              <p:cNvPr id="381" name="インク 380">
                <a:extLst>
                  <a:ext uri="{FF2B5EF4-FFF2-40B4-BE49-F238E27FC236}">
                    <a16:creationId xmlns:a16="http://schemas.microsoft.com/office/drawing/2014/main" id="{901200C1-9681-96EB-FD48-CB202AF08F3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309848" y="2446855"/>
                <a:ext cx="230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382" name="インク 381">
                <a:extLst>
                  <a:ext uri="{FF2B5EF4-FFF2-40B4-BE49-F238E27FC236}">
                    <a16:creationId xmlns:a16="http://schemas.microsoft.com/office/drawing/2014/main" id="{6D4EAE3E-DACC-26F4-FAD1-458701B7968A}"/>
                  </a:ext>
                </a:extLst>
              </p14:cNvPr>
              <p14:cNvContentPartPr/>
              <p14:nvPr/>
            </p14:nvContentPartPr>
            <p14:xfrm>
              <a:off x="11309848" y="2482495"/>
              <a:ext cx="20880" cy="98280"/>
            </p14:xfrm>
          </p:contentPart>
        </mc:Choice>
        <mc:Fallback xmlns="">
          <p:pic>
            <p:nvPicPr>
              <p:cNvPr id="382" name="インク 381">
                <a:extLst>
                  <a:ext uri="{FF2B5EF4-FFF2-40B4-BE49-F238E27FC236}">
                    <a16:creationId xmlns:a16="http://schemas.microsoft.com/office/drawing/2014/main" id="{6D4EAE3E-DACC-26F4-FAD1-458701B7968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291848" y="2464855"/>
                <a:ext cx="565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383" name="インク 382">
                <a:extLst>
                  <a:ext uri="{FF2B5EF4-FFF2-40B4-BE49-F238E27FC236}">
                    <a16:creationId xmlns:a16="http://schemas.microsoft.com/office/drawing/2014/main" id="{7BDB9AF3-60C7-7B93-EEB9-F465510E07E1}"/>
                  </a:ext>
                </a:extLst>
              </p14:cNvPr>
              <p14:cNvContentPartPr/>
              <p14:nvPr/>
            </p14:nvContentPartPr>
            <p14:xfrm>
              <a:off x="11328568" y="2566375"/>
              <a:ext cx="19800" cy="87480"/>
            </p14:xfrm>
          </p:contentPart>
        </mc:Choice>
        <mc:Fallback xmlns="">
          <p:pic>
            <p:nvPicPr>
              <p:cNvPr id="383" name="インク 382">
                <a:extLst>
                  <a:ext uri="{FF2B5EF4-FFF2-40B4-BE49-F238E27FC236}">
                    <a16:creationId xmlns:a16="http://schemas.microsoft.com/office/drawing/2014/main" id="{7BDB9AF3-60C7-7B93-EEB9-F465510E07E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310928" y="2548375"/>
                <a:ext cx="554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384" name="インク 383">
                <a:extLst>
                  <a:ext uri="{FF2B5EF4-FFF2-40B4-BE49-F238E27FC236}">
                    <a16:creationId xmlns:a16="http://schemas.microsoft.com/office/drawing/2014/main" id="{7B0A3864-F272-D09D-085E-6D7F5F9EF1AB}"/>
                  </a:ext>
                </a:extLst>
              </p14:cNvPr>
              <p14:cNvContentPartPr/>
              <p14:nvPr/>
            </p14:nvContentPartPr>
            <p14:xfrm>
              <a:off x="11351248" y="2633695"/>
              <a:ext cx="75240" cy="7200"/>
            </p14:xfrm>
          </p:contentPart>
        </mc:Choice>
        <mc:Fallback xmlns="">
          <p:pic>
            <p:nvPicPr>
              <p:cNvPr id="384" name="インク 383">
                <a:extLst>
                  <a:ext uri="{FF2B5EF4-FFF2-40B4-BE49-F238E27FC236}">
                    <a16:creationId xmlns:a16="http://schemas.microsoft.com/office/drawing/2014/main" id="{7B0A3864-F272-D09D-085E-6D7F5F9EF1A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333248" y="2615695"/>
                <a:ext cx="1108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385" name="インク 384">
                <a:extLst>
                  <a:ext uri="{FF2B5EF4-FFF2-40B4-BE49-F238E27FC236}">
                    <a16:creationId xmlns:a16="http://schemas.microsoft.com/office/drawing/2014/main" id="{F6FD01E3-A061-2D0C-B9D9-64FF7739E20F}"/>
                  </a:ext>
                </a:extLst>
              </p14:cNvPr>
              <p14:cNvContentPartPr/>
              <p14:nvPr/>
            </p14:nvContentPartPr>
            <p14:xfrm>
              <a:off x="11328928" y="2486095"/>
              <a:ext cx="66600" cy="54360"/>
            </p14:xfrm>
          </p:contentPart>
        </mc:Choice>
        <mc:Fallback xmlns="">
          <p:pic>
            <p:nvPicPr>
              <p:cNvPr id="385" name="インク 384">
                <a:extLst>
                  <a:ext uri="{FF2B5EF4-FFF2-40B4-BE49-F238E27FC236}">
                    <a16:creationId xmlns:a16="http://schemas.microsoft.com/office/drawing/2014/main" id="{F6FD01E3-A061-2D0C-B9D9-64FF7739E20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310928" y="2468455"/>
                <a:ext cx="102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386" name="インク 385">
                <a:extLst>
                  <a:ext uri="{FF2B5EF4-FFF2-40B4-BE49-F238E27FC236}">
                    <a16:creationId xmlns:a16="http://schemas.microsoft.com/office/drawing/2014/main" id="{E80A4A06-68F0-EE26-3B15-0B45D5E3D525}"/>
                  </a:ext>
                </a:extLst>
              </p14:cNvPr>
              <p14:cNvContentPartPr/>
              <p14:nvPr/>
            </p14:nvContentPartPr>
            <p14:xfrm>
              <a:off x="11330008" y="2483575"/>
              <a:ext cx="115200" cy="100800"/>
            </p14:xfrm>
          </p:contentPart>
        </mc:Choice>
        <mc:Fallback xmlns="">
          <p:pic>
            <p:nvPicPr>
              <p:cNvPr id="386" name="インク 385">
                <a:extLst>
                  <a:ext uri="{FF2B5EF4-FFF2-40B4-BE49-F238E27FC236}">
                    <a16:creationId xmlns:a16="http://schemas.microsoft.com/office/drawing/2014/main" id="{E80A4A06-68F0-EE26-3B15-0B45D5E3D52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312008" y="2465935"/>
                <a:ext cx="1508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387" name="インク 386">
                <a:extLst>
                  <a:ext uri="{FF2B5EF4-FFF2-40B4-BE49-F238E27FC236}">
                    <a16:creationId xmlns:a16="http://schemas.microsoft.com/office/drawing/2014/main" id="{C2F7E6B6-FA81-D0A4-AECB-5E90626CC0CB}"/>
                  </a:ext>
                </a:extLst>
              </p14:cNvPr>
              <p14:cNvContentPartPr/>
              <p14:nvPr/>
            </p14:nvContentPartPr>
            <p14:xfrm>
              <a:off x="11368528" y="2479975"/>
              <a:ext cx="122040" cy="110520"/>
            </p14:xfrm>
          </p:contentPart>
        </mc:Choice>
        <mc:Fallback xmlns="">
          <p:pic>
            <p:nvPicPr>
              <p:cNvPr id="387" name="インク 386">
                <a:extLst>
                  <a:ext uri="{FF2B5EF4-FFF2-40B4-BE49-F238E27FC236}">
                    <a16:creationId xmlns:a16="http://schemas.microsoft.com/office/drawing/2014/main" id="{C2F7E6B6-FA81-D0A4-AECB-5E90626CC0C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350528" y="2461975"/>
                <a:ext cx="1576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388" name="インク 387">
                <a:extLst>
                  <a:ext uri="{FF2B5EF4-FFF2-40B4-BE49-F238E27FC236}">
                    <a16:creationId xmlns:a16="http://schemas.microsoft.com/office/drawing/2014/main" id="{77203856-F5B4-F1A1-DE81-971935AC9116}"/>
                  </a:ext>
                </a:extLst>
              </p14:cNvPr>
              <p14:cNvContentPartPr/>
              <p14:nvPr/>
            </p14:nvContentPartPr>
            <p14:xfrm>
              <a:off x="11384008" y="2521735"/>
              <a:ext cx="94680" cy="90000"/>
            </p14:xfrm>
          </p:contentPart>
        </mc:Choice>
        <mc:Fallback xmlns="">
          <p:pic>
            <p:nvPicPr>
              <p:cNvPr id="388" name="インク 387">
                <a:extLst>
                  <a:ext uri="{FF2B5EF4-FFF2-40B4-BE49-F238E27FC236}">
                    <a16:creationId xmlns:a16="http://schemas.microsoft.com/office/drawing/2014/main" id="{77203856-F5B4-F1A1-DE81-971935AC911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366368" y="2504095"/>
                <a:ext cx="1303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389" name="インク 388">
                <a:extLst>
                  <a:ext uri="{FF2B5EF4-FFF2-40B4-BE49-F238E27FC236}">
                    <a16:creationId xmlns:a16="http://schemas.microsoft.com/office/drawing/2014/main" id="{6F7FDE73-0AF3-8F5D-74C7-920C73751AD9}"/>
                  </a:ext>
                </a:extLst>
              </p14:cNvPr>
              <p14:cNvContentPartPr/>
              <p14:nvPr/>
            </p14:nvContentPartPr>
            <p14:xfrm>
              <a:off x="11372488" y="2620735"/>
              <a:ext cx="10440" cy="8280"/>
            </p14:xfrm>
          </p:contentPart>
        </mc:Choice>
        <mc:Fallback xmlns="">
          <p:pic>
            <p:nvPicPr>
              <p:cNvPr id="389" name="インク 388">
                <a:extLst>
                  <a:ext uri="{FF2B5EF4-FFF2-40B4-BE49-F238E27FC236}">
                    <a16:creationId xmlns:a16="http://schemas.microsoft.com/office/drawing/2014/main" id="{6F7FDE73-0AF3-8F5D-74C7-920C73751AD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354488" y="2602735"/>
                <a:ext cx="4608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" name="グループ化 390">
            <a:extLst>
              <a:ext uri="{FF2B5EF4-FFF2-40B4-BE49-F238E27FC236}">
                <a16:creationId xmlns:a16="http://schemas.microsoft.com/office/drawing/2014/main" id="{94ED76EA-24E1-8690-93C8-07CDED55A9B1}"/>
              </a:ext>
            </a:extLst>
          </p:cNvPr>
          <p:cNvGrpSpPr/>
          <p:nvPr/>
        </p:nvGrpSpPr>
        <p:grpSpPr>
          <a:xfrm>
            <a:off x="11156512" y="2453045"/>
            <a:ext cx="130680" cy="187560"/>
            <a:chOff x="8470168" y="881267"/>
            <a:chExt cx="130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392" name="インク 391">
                  <a:extLst>
                    <a:ext uri="{FF2B5EF4-FFF2-40B4-BE49-F238E27FC236}">
                      <a16:creationId xmlns:a16="http://schemas.microsoft.com/office/drawing/2014/main" id="{DE5EB8C0-7A6C-8CB1-3F6D-4EC025AC0B26}"/>
                    </a:ext>
                  </a:extLst>
                </p14:cNvPr>
                <p14:cNvContentPartPr/>
                <p14:nvPr/>
              </p14:nvContentPartPr>
              <p14:xfrm>
                <a:off x="8470168" y="881267"/>
                <a:ext cx="130680" cy="187560"/>
              </p14:xfrm>
            </p:contentPart>
          </mc:Choice>
          <mc:Fallback xmlns="">
            <p:pic>
              <p:nvPicPr>
                <p:cNvPr id="392" name="インク 391">
                  <a:extLst>
                    <a:ext uri="{FF2B5EF4-FFF2-40B4-BE49-F238E27FC236}">
                      <a16:creationId xmlns:a16="http://schemas.microsoft.com/office/drawing/2014/main" id="{DE5EB8C0-7A6C-8CB1-3F6D-4EC025AC0B2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452168" y="863267"/>
                  <a:ext cx="166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93" name="インク 392">
                  <a:extLst>
                    <a:ext uri="{FF2B5EF4-FFF2-40B4-BE49-F238E27FC236}">
                      <a16:creationId xmlns:a16="http://schemas.microsoft.com/office/drawing/2014/main" id="{7D48F0D9-F2F4-E006-3F24-EA6E1C2248B3}"/>
                    </a:ext>
                  </a:extLst>
                </p14:cNvPr>
                <p14:cNvContentPartPr/>
                <p14:nvPr/>
              </p14:nvContentPartPr>
              <p14:xfrm>
                <a:off x="8497528" y="883067"/>
                <a:ext cx="90000" cy="128520"/>
              </p14:xfrm>
            </p:contentPart>
          </mc:Choice>
          <mc:Fallback xmlns="">
            <p:pic>
              <p:nvPicPr>
                <p:cNvPr id="393" name="インク 392">
                  <a:extLst>
                    <a:ext uri="{FF2B5EF4-FFF2-40B4-BE49-F238E27FC236}">
                      <a16:creationId xmlns:a16="http://schemas.microsoft.com/office/drawing/2014/main" id="{7D48F0D9-F2F4-E006-3F24-EA6E1C2248B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479528" y="865427"/>
                  <a:ext cx="12564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9">
            <p14:nvContentPartPr>
              <p14:cNvPr id="409" name="インク 408">
                <a:extLst>
                  <a:ext uri="{FF2B5EF4-FFF2-40B4-BE49-F238E27FC236}">
                    <a16:creationId xmlns:a16="http://schemas.microsoft.com/office/drawing/2014/main" id="{ECFE2EFE-A411-A340-0527-5B41BE2063FD}"/>
                  </a:ext>
                </a:extLst>
              </p14:cNvPr>
              <p14:cNvContentPartPr/>
              <p14:nvPr/>
            </p14:nvContentPartPr>
            <p14:xfrm>
              <a:off x="11323552" y="2669405"/>
              <a:ext cx="174240" cy="41400"/>
            </p14:xfrm>
          </p:contentPart>
        </mc:Choice>
        <mc:Fallback xmlns="">
          <p:pic>
            <p:nvPicPr>
              <p:cNvPr id="409" name="インク 408">
                <a:extLst>
                  <a:ext uri="{FF2B5EF4-FFF2-40B4-BE49-F238E27FC236}">
                    <a16:creationId xmlns:a16="http://schemas.microsoft.com/office/drawing/2014/main" id="{ECFE2EFE-A411-A340-0527-5B41BE2063FD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11305552" y="2651405"/>
                <a:ext cx="2098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410" name="インク 409">
                <a:extLst>
                  <a:ext uri="{FF2B5EF4-FFF2-40B4-BE49-F238E27FC236}">
                    <a16:creationId xmlns:a16="http://schemas.microsoft.com/office/drawing/2014/main" id="{E4D4B42F-E608-AEA7-1378-BFE887BB3EED}"/>
                  </a:ext>
                </a:extLst>
              </p14:cNvPr>
              <p14:cNvContentPartPr/>
              <p14:nvPr/>
            </p14:nvContentPartPr>
            <p14:xfrm>
              <a:off x="11374312" y="2300045"/>
              <a:ext cx="103320" cy="35640"/>
            </p14:xfrm>
          </p:contentPart>
        </mc:Choice>
        <mc:Fallback xmlns="">
          <p:pic>
            <p:nvPicPr>
              <p:cNvPr id="410" name="インク 409">
                <a:extLst>
                  <a:ext uri="{FF2B5EF4-FFF2-40B4-BE49-F238E27FC236}">
                    <a16:creationId xmlns:a16="http://schemas.microsoft.com/office/drawing/2014/main" id="{E4D4B42F-E608-AEA7-1378-BFE887BB3EED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11356312" y="2282405"/>
                <a:ext cx="1389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1">
            <p14:nvContentPartPr>
              <p14:cNvPr id="411" name="インク 410">
                <a:extLst>
                  <a:ext uri="{FF2B5EF4-FFF2-40B4-BE49-F238E27FC236}">
                    <a16:creationId xmlns:a16="http://schemas.microsoft.com/office/drawing/2014/main" id="{20334D0C-49AA-C114-9E95-3EE1C492C4B8}"/>
                  </a:ext>
                </a:extLst>
              </p14:cNvPr>
              <p14:cNvContentPartPr/>
              <p14:nvPr/>
            </p14:nvContentPartPr>
            <p14:xfrm>
              <a:off x="11269192" y="2294645"/>
              <a:ext cx="520920" cy="280440"/>
            </p14:xfrm>
          </p:contentPart>
        </mc:Choice>
        <mc:Fallback xmlns="">
          <p:pic>
            <p:nvPicPr>
              <p:cNvPr id="411" name="インク 410">
                <a:extLst>
                  <a:ext uri="{FF2B5EF4-FFF2-40B4-BE49-F238E27FC236}">
                    <a16:creationId xmlns:a16="http://schemas.microsoft.com/office/drawing/2014/main" id="{20334D0C-49AA-C114-9E95-3EE1C492C4B8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11251192" y="2277005"/>
                <a:ext cx="5565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412" name="インク 411">
                <a:extLst>
                  <a:ext uri="{FF2B5EF4-FFF2-40B4-BE49-F238E27FC236}">
                    <a16:creationId xmlns:a16="http://schemas.microsoft.com/office/drawing/2014/main" id="{509A5628-137B-87CE-EA5E-70E28CE6A488}"/>
                  </a:ext>
                </a:extLst>
              </p14:cNvPr>
              <p14:cNvContentPartPr/>
              <p14:nvPr/>
            </p14:nvContentPartPr>
            <p14:xfrm>
              <a:off x="11279632" y="2299685"/>
              <a:ext cx="505440" cy="234000"/>
            </p14:xfrm>
          </p:contentPart>
        </mc:Choice>
        <mc:Fallback xmlns="">
          <p:pic>
            <p:nvPicPr>
              <p:cNvPr id="412" name="インク 411">
                <a:extLst>
                  <a:ext uri="{FF2B5EF4-FFF2-40B4-BE49-F238E27FC236}">
                    <a16:creationId xmlns:a16="http://schemas.microsoft.com/office/drawing/2014/main" id="{509A5628-137B-87CE-EA5E-70E28CE6A488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11261992" y="2281685"/>
                <a:ext cx="5410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3">
            <p14:nvContentPartPr>
              <p14:cNvPr id="431" name="インク 430">
                <a:extLst>
                  <a:ext uri="{FF2B5EF4-FFF2-40B4-BE49-F238E27FC236}">
                    <a16:creationId xmlns:a16="http://schemas.microsoft.com/office/drawing/2014/main" id="{68DA15C2-B7A0-503E-E748-D133CD5EA63A}"/>
                  </a:ext>
                </a:extLst>
              </p14:cNvPr>
              <p14:cNvContentPartPr/>
              <p14:nvPr/>
            </p14:nvContentPartPr>
            <p14:xfrm>
              <a:off x="11605461" y="2873673"/>
              <a:ext cx="720" cy="196200"/>
            </p14:xfrm>
          </p:contentPart>
        </mc:Choice>
        <mc:Fallback xmlns="">
          <p:pic>
            <p:nvPicPr>
              <p:cNvPr id="431" name="インク 430">
                <a:extLst>
                  <a:ext uri="{FF2B5EF4-FFF2-40B4-BE49-F238E27FC236}">
                    <a16:creationId xmlns:a16="http://schemas.microsoft.com/office/drawing/2014/main" id="{68DA15C2-B7A0-503E-E748-D133CD5EA63A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11569461" y="2855673"/>
                <a:ext cx="72000" cy="23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5" name="グループ化 444">
            <a:extLst>
              <a:ext uri="{FF2B5EF4-FFF2-40B4-BE49-F238E27FC236}">
                <a16:creationId xmlns:a16="http://schemas.microsoft.com/office/drawing/2014/main" id="{5C78E0E3-0C41-2B55-1568-28A35028ABFE}"/>
              </a:ext>
            </a:extLst>
          </p:cNvPr>
          <p:cNvGrpSpPr/>
          <p:nvPr/>
        </p:nvGrpSpPr>
        <p:grpSpPr>
          <a:xfrm>
            <a:off x="11371821" y="2730393"/>
            <a:ext cx="409680" cy="376920"/>
            <a:chOff x="10020688" y="1169987"/>
            <a:chExt cx="40968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425" name="インク 424">
                  <a:extLst>
                    <a:ext uri="{FF2B5EF4-FFF2-40B4-BE49-F238E27FC236}">
                      <a16:creationId xmlns:a16="http://schemas.microsoft.com/office/drawing/2014/main" id="{86DDCB5A-2E32-047E-0EE4-57F13958096A}"/>
                    </a:ext>
                  </a:extLst>
                </p14:cNvPr>
                <p14:cNvContentPartPr/>
                <p14:nvPr/>
              </p14:nvContentPartPr>
              <p14:xfrm>
                <a:off x="10075408" y="1190147"/>
                <a:ext cx="68760" cy="81720"/>
              </p14:xfrm>
            </p:contentPart>
          </mc:Choice>
          <mc:Fallback xmlns="">
            <p:pic>
              <p:nvPicPr>
                <p:cNvPr id="425" name="インク 424">
                  <a:extLst>
                    <a:ext uri="{FF2B5EF4-FFF2-40B4-BE49-F238E27FC236}">
                      <a16:creationId xmlns:a16="http://schemas.microsoft.com/office/drawing/2014/main" id="{86DDCB5A-2E32-047E-0EE4-57F13958096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057408" y="1172147"/>
                  <a:ext cx="104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426" name="インク 425">
                  <a:extLst>
                    <a:ext uri="{FF2B5EF4-FFF2-40B4-BE49-F238E27FC236}">
                      <a16:creationId xmlns:a16="http://schemas.microsoft.com/office/drawing/2014/main" id="{1B473CF2-252D-BF48-979F-39439936AFBC}"/>
                    </a:ext>
                  </a:extLst>
                </p14:cNvPr>
                <p14:cNvContentPartPr/>
                <p14:nvPr/>
              </p14:nvContentPartPr>
              <p14:xfrm>
                <a:off x="10123648" y="1169987"/>
                <a:ext cx="83520" cy="120240"/>
              </p14:xfrm>
            </p:contentPart>
          </mc:Choice>
          <mc:Fallback xmlns="">
            <p:pic>
              <p:nvPicPr>
                <p:cNvPr id="426" name="インク 425">
                  <a:extLst>
                    <a:ext uri="{FF2B5EF4-FFF2-40B4-BE49-F238E27FC236}">
                      <a16:creationId xmlns:a16="http://schemas.microsoft.com/office/drawing/2014/main" id="{1B473CF2-252D-BF48-979F-39439936AFB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105648" y="1151987"/>
                  <a:ext cx="1191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427" name="インク 426">
                  <a:extLst>
                    <a:ext uri="{FF2B5EF4-FFF2-40B4-BE49-F238E27FC236}">
                      <a16:creationId xmlns:a16="http://schemas.microsoft.com/office/drawing/2014/main" id="{3EC49EFB-4F0C-528B-B6AE-88280C79AE2F}"/>
                    </a:ext>
                  </a:extLst>
                </p14:cNvPr>
                <p14:cNvContentPartPr/>
                <p14:nvPr/>
              </p14:nvContentPartPr>
              <p14:xfrm>
                <a:off x="10084408" y="1190507"/>
                <a:ext cx="125280" cy="115200"/>
              </p14:xfrm>
            </p:contentPart>
          </mc:Choice>
          <mc:Fallback xmlns="">
            <p:pic>
              <p:nvPicPr>
                <p:cNvPr id="427" name="インク 426">
                  <a:extLst>
                    <a:ext uri="{FF2B5EF4-FFF2-40B4-BE49-F238E27FC236}">
                      <a16:creationId xmlns:a16="http://schemas.microsoft.com/office/drawing/2014/main" id="{3EC49EFB-4F0C-528B-B6AE-88280C79AE2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066768" y="1172867"/>
                  <a:ext cx="160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429" name="インク 428">
                  <a:extLst>
                    <a:ext uri="{FF2B5EF4-FFF2-40B4-BE49-F238E27FC236}">
                      <a16:creationId xmlns:a16="http://schemas.microsoft.com/office/drawing/2014/main" id="{4055FD99-7CF2-AC26-76CF-0258AC5B92EA}"/>
                    </a:ext>
                  </a:extLst>
                </p14:cNvPr>
                <p14:cNvContentPartPr/>
                <p14:nvPr/>
              </p14:nvContentPartPr>
              <p14:xfrm>
                <a:off x="10206088" y="1331627"/>
                <a:ext cx="39960" cy="147600"/>
              </p14:xfrm>
            </p:contentPart>
          </mc:Choice>
          <mc:Fallback xmlns="">
            <p:pic>
              <p:nvPicPr>
                <p:cNvPr id="429" name="インク 428">
                  <a:extLst>
                    <a:ext uri="{FF2B5EF4-FFF2-40B4-BE49-F238E27FC236}">
                      <a16:creationId xmlns:a16="http://schemas.microsoft.com/office/drawing/2014/main" id="{4055FD99-7CF2-AC26-76CF-0258AC5B92EA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188448" y="1313627"/>
                  <a:ext cx="75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432" name="インク 431">
                  <a:extLst>
                    <a:ext uri="{FF2B5EF4-FFF2-40B4-BE49-F238E27FC236}">
                      <a16:creationId xmlns:a16="http://schemas.microsoft.com/office/drawing/2014/main" id="{4786487E-FA4A-C614-4C5C-4F5D78A56738}"/>
                    </a:ext>
                  </a:extLst>
                </p14:cNvPr>
                <p14:cNvContentPartPr/>
                <p14:nvPr/>
              </p14:nvContentPartPr>
              <p14:xfrm>
                <a:off x="10265488" y="1466627"/>
                <a:ext cx="42840" cy="26280"/>
              </p14:xfrm>
            </p:contentPart>
          </mc:Choice>
          <mc:Fallback xmlns="">
            <p:pic>
              <p:nvPicPr>
                <p:cNvPr id="432" name="インク 431">
                  <a:extLst>
                    <a:ext uri="{FF2B5EF4-FFF2-40B4-BE49-F238E27FC236}">
                      <a16:creationId xmlns:a16="http://schemas.microsoft.com/office/drawing/2014/main" id="{4786487E-FA4A-C614-4C5C-4F5D78A5673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247488" y="1448627"/>
                  <a:ext cx="78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433" name="インク 432">
                  <a:extLst>
                    <a:ext uri="{FF2B5EF4-FFF2-40B4-BE49-F238E27FC236}">
                      <a16:creationId xmlns:a16="http://schemas.microsoft.com/office/drawing/2014/main" id="{51472F99-B398-FFF5-6A21-EEADDFA1432B}"/>
                    </a:ext>
                  </a:extLst>
                </p14:cNvPr>
                <p14:cNvContentPartPr/>
                <p14:nvPr/>
              </p14:nvContentPartPr>
              <p14:xfrm>
                <a:off x="10260808" y="1314707"/>
                <a:ext cx="49680" cy="149040"/>
              </p14:xfrm>
            </p:contentPart>
          </mc:Choice>
          <mc:Fallback xmlns="">
            <p:pic>
              <p:nvPicPr>
                <p:cNvPr id="433" name="インク 432">
                  <a:extLst>
                    <a:ext uri="{FF2B5EF4-FFF2-40B4-BE49-F238E27FC236}">
                      <a16:creationId xmlns:a16="http://schemas.microsoft.com/office/drawing/2014/main" id="{51472F99-B398-FFF5-6A21-EEADDFA1432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242808" y="1296707"/>
                  <a:ext cx="853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434" name="インク 433">
                  <a:extLst>
                    <a:ext uri="{FF2B5EF4-FFF2-40B4-BE49-F238E27FC236}">
                      <a16:creationId xmlns:a16="http://schemas.microsoft.com/office/drawing/2014/main" id="{E9392FB7-51A7-728E-16C8-BFFAE696796B}"/>
                    </a:ext>
                  </a:extLst>
                </p14:cNvPr>
                <p14:cNvContentPartPr/>
                <p14:nvPr/>
              </p14:nvContentPartPr>
              <p14:xfrm>
                <a:off x="10267648" y="1497227"/>
                <a:ext cx="360" cy="360"/>
              </p14:xfrm>
            </p:contentPart>
          </mc:Choice>
          <mc:Fallback xmlns="">
            <p:pic>
              <p:nvPicPr>
                <p:cNvPr id="434" name="インク 433">
                  <a:extLst>
                    <a:ext uri="{FF2B5EF4-FFF2-40B4-BE49-F238E27FC236}">
                      <a16:creationId xmlns:a16="http://schemas.microsoft.com/office/drawing/2014/main" id="{E9392FB7-51A7-728E-16C8-BFFAE696796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250008" y="1479587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436" name="インク 435">
                  <a:extLst>
                    <a:ext uri="{FF2B5EF4-FFF2-40B4-BE49-F238E27FC236}">
                      <a16:creationId xmlns:a16="http://schemas.microsoft.com/office/drawing/2014/main" id="{74440CB6-E933-A55E-6C55-EE185AC2DAFF}"/>
                    </a:ext>
                  </a:extLst>
                </p14:cNvPr>
                <p14:cNvContentPartPr/>
                <p14:nvPr/>
              </p14:nvContentPartPr>
              <p14:xfrm>
                <a:off x="10260808" y="1486067"/>
                <a:ext cx="169560" cy="56160"/>
              </p14:xfrm>
            </p:contentPart>
          </mc:Choice>
          <mc:Fallback xmlns="">
            <p:pic>
              <p:nvPicPr>
                <p:cNvPr id="436" name="インク 435">
                  <a:extLst>
                    <a:ext uri="{FF2B5EF4-FFF2-40B4-BE49-F238E27FC236}">
                      <a16:creationId xmlns:a16="http://schemas.microsoft.com/office/drawing/2014/main" id="{74440CB6-E933-A55E-6C55-EE185AC2DAFF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242808" y="1468067"/>
                  <a:ext cx="205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437" name="インク 436">
                  <a:extLst>
                    <a:ext uri="{FF2B5EF4-FFF2-40B4-BE49-F238E27FC236}">
                      <a16:creationId xmlns:a16="http://schemas.microsoft.com/office/drawing/2014/main" id="{3328B781-4B9E-3D9F-96B3-CE6BB1D0DAE5}"/>
                    </a:ext>
                  </a:extLst>
                </p14:cNvPr>
                <p14:cNvContentPartPr/>
                <p14:nvPr/>
              </p14:nvContentPartPr>
              <p14:xfrm>
                <a:off x="10230928" y="1495787"/>
                <a:ext cx="84600" cy="47160"/>
              </p14:xfrm>
            </p:contentPart>
          </mc:Choice>
          <mc:Fallback xmlns="">
            <p:pic>
              <p:nvPicPr>
                <p:cNvPr id="437" name="インク 436">
                  <a:extLst>
                    <a:ext uri="{FF2B5EF4-FFF2-40B4-BE49-F238E27FC236}">
                      <a16:creationId xmlns:a16="http://schemas.microsoft.com/office/drawing/2014/main" id="{3328B781-4B9E-3D9F-96B3-CE6BB1D0DAE5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213288" y="1478147"/>
                  <a:ext cx="120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439" name="インク 438">
                  <a:extLst>
                    <a:ext uri="{FF2B5EF4-FFF2-40B4-BE49-F238E27FC236}">
                      <a16:creationId xmlns:a16="http://schemas.microsoft.com/office/drawing/2014/main" id="{F753AD95-8CF0-E671-78C9-958F86F3D5FB}"/>
                    </a:ext>
                  </a:extLst>
                </p14:cNvPr>
                <p14:cNvContentPartPr/>
                <p14:nvPr/>
              </p14:nvContentPartPr>
              <p14:xfrm>
                <a:off x="10073608" y="1171787"/>
                <a:ext cx="166320" cy="137880"/>
              </p14:xfrm>
            </p:contentPart>
          </mc:Choice>
          <mc:Fallback xmlns="">
            <p:pic>
              <p:nvPicPr>
                <p:cNvPr id="439" name="インク 438">
                  <a:extLst>
                    <a:ext uri="{FF2B5EF4-FFF2-40B4-BE49-F238E27FC236}">
                      <a16:creationId xmlns:a16="http://schemas.microsoft.com/office/drawing/2014/main" id="{F753AD95-8CF0-E671-78C9-958F86F3D5F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055608" y="1154147"/>
                  <a:ext cx="201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441" name="インク 440">
                  <a:extLst>
                    <a:ext uri="{FF2B5EF4-FFF2-40B4-BE49-F238E27FC236}">
                      <a16:creationId xmlns:a16="http://schemas.microsoft.com/office/drawing/2014/main" id="{BE422E62-7F7E-70B4-E16F-23B584E2ECF7}"/>
                    </a:ext>
                  </a:extLst>
                </p14:cNvPr>
                <p14:cNvContentPartPr/>
                <p14:nvPr/>
              </p14:nvContentPartPr>
              <p14:xfrm>
                <a:off x="10020688" y="1220027"/>
                <a:ext cx="102240" cy="128880"/>
              </p14:xfrm>
            </p:contentPart>
          </mc:Choice>
          <mc:Fallback xmlns="">
            <p:pic>
              <p:nvPicPr>
                <p:cNvPr id="441" name="インク 440">
                  <a:extLst>
                    <a:ext uri="{FF2B5EF4-FFF2-40B4-BE49-F238E27FC236}">
                      <a16:creationId xmlns:a16="http://schemas.microsoft.com/office/drawing/2014/main" id="{BE422E62-7F7E-70B4-E16F-23B584E2ECF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003048" y="1202027"/>
                  <a:ext cx="1378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442" name="インク 441">
                  <a:extLst>
                    <a:ext uri="{FF2B5EF4-FFF2-40B4-BE49-F238E27FC236}">
                      <a16:creationId xmlns:a16="http://schemas.microsoft.com/office/drawing/2014/main" id="{70F8BC2F-D6A8-390A-4263-75549F8ED55F}"/>
                    </a:ext>
                  </a:extLst>
                </p14:cNvPr>
                <p14:cNvContentPartPr/>
                <p14:nvPr/>
              </p14:nvContentPartPr>
              <p14:xfrm>
                <a:off x="10133728" y="1328747"/>
                <a:ext cx="34560" cy="159840"/>
              </p14:xfrm>
            </p:contentPart>
          </mc:Choice>
          <mc:Fallback xmlns="">
            <p:pic>
              <p:nvPicPr>
                <p:cNvPr id="442" name="インク 441">
                  <a:extLst>
                    <a:ext uri="{FF2B5EF4-FFF2-40B4-BE49-F238E27FC236}">
                      <a16:creationId xmlns:a16="http://schemas.microsoft.com/office/drawing/2014/main" id="{70F8BC2F-D6A8-390A-4263-75549F8ED55F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115728" y="1311107"/>
                  <a:ext cx="70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443" name="インク 442">
                  <a:extLst>
                    <a:ext uri="{FF2B5EF4-FFF2-40B4-BE49-F238E27FC236}">
                      <a16:creationId xmlns:a16="http://schemas.microsoft.com/office/drawing/2014/main" id="{FFF81AA5-651C-78B1-46C6-7805CD780C4A}"/>
                    </a:ext>
                  </a:extLst>
                </p14:cNvPr>
                <p14:cNvContentPartPr/>
                <p14:nvPr/>
              </p14:nvContentPartPr>
              <p14:xfrm>
                <a:off x="10153888" y="1358987"/>
                <a:ext cx="23760" cy="122400"/>
              </p14:xfrm>
            </p:contentPart>
          </mc:Choice>
          <mc:Fallback xmlns="">
            <p:pic>
              <p:nvPicPr>
                <p:cNvPr id="443" name="インク 442">
                  <a:extLst>
                    <a:ext uri="{FF2B5EF4-FFF2-40B4-BE49-F238E27FC236}">
                      <a16:creationId xmlns:a16="http://schemas.microsoft.com/office/drawing/2014/main" id="{FFF81AA5-651C-78B1-46C6-7805CD780C4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136248" y="1340987"/>
                  <a:ext cx="59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444" name="インク 443">
                  <a:extLst>
                    <a:ext uri="{FF2B5EF4-FFF2-40B4-BE49-F238E27FC236}">
                      <a16:creationId xmlns:a16="http://schemas.microsoft.com/office/drawing/2014/main" id="{46E65A4D-F9FA-9AB9-964F-2D01D58AD28C}"/>
                    </a:ext>
                  </a:extLst>
                </p14:cNvPr>
                <p14:cNvContentPartPr/>
                <p14:nvPr/>
              </p14:nvContentPartPr>
              <p14:xfrm>
                <a:off x="10159288" y="1503707"/>
                <a:ext cx="54360" cy="43200"/>
              </p14:xfrm>
            </p:contentPart>
          </mc:Choice>
          <mc:Fallback xmlns="">
            <p:pic>
              <p:nvPicPr>
                <p:cNvPr id="444" name="インク 443">
                  <a:extLst>
                    <a:ext uri="{FF2B5EF4-FFF2-40B4-BE49-F238E27FC236}">
                      <a16:creationId xmlns:a16="http://schemas.microsoft.com/office/drawing/2014/main" id="{46E65A4D-F9FA-9AB9-964F-2D01D58AD28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141288" y="1486067"/>
                  <a:ext cx="9000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グループ化 450">
            <a:extLst>
              <a:ext uri="{FF2B5EF4-FFF2-40B4-BE49-F238E27FC236}">
                <a16:creationId xmlns:a16="http://schemas.microsoft.com/office/drawing/2014/main" id="{8C8A6640-0F1B-D653-49CA-0B4B3AFA2A16}"/>
              </a:ext>
            </a:extLst>
          </p:cNvPr>
          <p:cNvGrpSpPr/>
          <p:nvPr/>
        </p:nvGrpSpPr>
        <p:grpSpPr>
          <a:xfrm>
            <a:off x="11388741" y="2730393"/>
            <a:ext cx="190440" cy="172440"/>
            <a:chOff x="10037608" y="1169987"/>
            <a:chExt cx="19044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446" name="インク 445">
                  <a:extLst>
                    <a:ext uri="{FF2B5EF4-FFF2-40B4-BE49-F238E27FC236}">
                      <a16:creationId xmlns:a16="http://schemas.microsoft.com/office/drawing/2014/main" id="{DB8156D1-E151-3973-7F7A-ACDE5847DF35}"/>
                    </a:ext>
                  </a:extLst>
                </p14:cNvPr>
                <p14:cNvContentPartPr/>
                <p14:nvPr/>
              </p14:nvContentPartPr>
              <p14:xfrm>
                <a:off x="10037608" y="1207787"/>
                <a:ext cx="84240" cy="134640"/>
              </p14:xfrm>
            </p:contentPart>
          </mc:Choice>
          <mc:Fallback xmlns="">
            <p:pic>
              <p:nvPicPr>
                <p:cNvPr id="446" name="インク 445">
                  <a:extLst>
                    <a:ext uri="{FF2B5EF4-FFF2-40B4-BE49-F238E27FC236}">
                      <a16:creationId xmlns:a16="http://schemas.microsoft.com/office/drawing/2014/main" id="{DB8156D1-E151-3973-7F7A-ACDE5847DF3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019608" y="1190147"/>
                  <a:ext cx="119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447" name="インク 446">
                  <a:extLst>
                    <a:ext uri="{FF2B5EF4-FFF2-40B4-BE49-F238E27FC236}">
                      <a16:creationId xmlns:a16="http://schemas.microsoft.com/office/drawing/2014/main" id="{644F73B7-E991-4DC1-EDA1-3DEE77799441}"/>
                    </a:ext>
                  </a:extLst>
                </p14:cNvPr>
                <p14:cNvContentPartPr/>
                <p14:nvPr/>
              </p14:nvContentPartPr>
              <p14:xfrm>
                <a:off x="10109608" y="1180427"/>
                <a:ext cx="118440" cy="132480"/>
              </p14:xfrm>
            </p:contentPart>
          </mc:Choice>
          <mc:Fallback xmlns="">
            <p:pic>
              <p:nvPicPr>
                <p:cNvPr id="447" name="インク 446">
                  <a:extLst>
                    <a:ext uri="{FF2B5EF4-FFF2-40B4-BE49-F238E27FC236}">
                      <a16:creationId xmlns:a16="http://schemas.microsoft.com/office/drawing/2014/main" id="{644F73B7-E991-4DC1-EDA1-3DEE7779944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091608" y="1162787"/>
                  <a:ext cx="154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448" name="インク 447">
                  <a:extLst>
                    <a:ext uri="{FF2B5EF4-FFF2-40B4-BE49-F238E27FC236}">
                      <a16:creationId xmlns:a16="http://schemas.microsoft.com/office/drawing/2014/main" id="{CE1E4FD4-1F91-B406-A898-E2AEF09969F7}"/>
                    </a:ext>
                  </a:extLst>
                </p14:cNvPr>
                <p14:cNvContentPartPr/>
                <p14:nvPr/>
              </p14:nvContentPartPr>
              <p14:xfrm>
                <a:off x="10093048" y="1189427"/>
                <a:ext cx="114840" cy="102960"/>
              </p14:xfrm>
            </p:contentPart>
          </mc:Choice>
          <mc:Fallback xmlns="">
            <p:pic>
              <p:nvPicPr>
                <p:cNvPr id="448" name="インク 447">
                  <a:extLst>
                    <a:ext uri="{FF2B5EF4-FFF2-40B4-BE49-F238E27FC236}">
                      <a16:creationId xmlns:a16="http://schemas.microsoft.com/office/drawing/2014/main" id="{CE1E4FD4-1F91-B406-A898-E2AEF09969F7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075408" y="1171427"/>
                  <a:ext cx="1504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449" name="インク 448">
                  <a:extLst>
                    <a:ext uri="{FF2B5EF4-FFF2-40B4-BE49-F238E27FC236}">
                      <a16:creationId xmlns:a16="http://schemas.microsoft.com/office/drawing/2014/main" id="{CB85EF84-8001-B24A-C69F-928DFB84ED0E}"/>
                    </a:ext>
                  </a:extLst>
                </p14:cNvPr>
                <p14:cNvContentPartPr/>
                <p14:nvPr/>
              </p14:nvContentPartPr>
              <p14:xfrm>
                <a:off x="10134448" y="1185827"/>
                <a:ext cx="10800" cy="54000"/>
              </p14:xfrm>
            </p:contentPart>
          </mc:Choice>
          <mc:Fallback xmlns="">
            <p:pic>
              <p:nvPicPr>
                <p:cNvPr id="449" name="インク 448">
                  <a:extLst>
                    <a:ext uri="{FF2B5EF4-FFF2-40B4-BE49-F238E27FC236}">
                      <a16:creationId xmlns:a16="http://schemas.microsoft.com/office/drawing/2014/main" id="{CB85EF84-8001-B24A-C69F-928DFB84ED0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116448" y="1168187"/>
                  <a:ext cx="46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450" name="インク 449">
                  <a:extLst>
                    <a:ext uri="{FF2B5EF4-FFF2-40B4-BE49-F238E27FC236}">
                      <a16:creationId xmlns:a16="http://schemas.microsoft.com/office/drawing/2014/main" id="{A7C41D90-FDAB-7229-D76E-C6759FA15313}"/>
                    </a:ext>
                  </a:extLst>
                </p14:cNvPr>
                <p14:cNvContentPartPr/>
                <p14:nvPr/>
              </p14:nvContentPartPr>
              <p14:xfrm>
                <a:off x="10135168" y="1169987"/>
                <a:ext cx="64080" cy="144360"/>
              </p14:xfrm>
            </p:contentPart>
          </mc:Choice>
          <mc:Fallback xmlns="">
            <p:pic>
              <p:nvPicPr>
                <p:cNvPr id="450" name="インク 449">
                  <a:extLst>
                    <a:ext uri="{FF2B5EF4-FFF2-40B4-BE49-F238E27FC236}">
                      <a16:creationId xmlns:a16="http://schemas.microsoft.com/office/drawing/2014/main" id="{A7C41D90-FDAB-7229-D76E-C6759FA1531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117528" y="1151987"/>
                  <a:ext cx="99720" cy="18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グループ化 461">
            <a:extLst>
              <a:ext uri="{FF2B5EF4-FFF2-40B4-BE49-F238E27FC236}">
                <a16:creationId xmlns:a16="http://schemas.microsoft.com/office/drawing/2014/main" id="{0B788A2B-4704-F7F0-FEA7-A2571915594B}"/>
              </a:ext>
            </a:extLst>
          </p:cNvPr>
          <p:cNvGrpSpPr/>
          <p:nvPr/>
        </p:nvGrpSpPr>
        <p:grpSpPr>
          <a:xfrm>
            <a:off x="11474781" y="2893833"/>
            <a:ext cx="293400" cy="225720"/>
            <a:chOff x="10123648" y="1333427"/>
            <a:chExt cx="29340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452" name="インク 451">
                  <a:extLst>
                    <a:ext uri="{FF2B5EF4-FFF2-40B4-BE49-F238E27FC236}">
                      <a16:creationId xmlns:a16="http://schemas.microsoft.com/office/drawing/2014/main" id="{F6DF32B5-A536-4BD4-58C6-F5EE3915BD3E}"/>
                    </a:ext>
                  </a:extLst>
                </p14:cNvPr>
                <p14:cNvContentPartPr/>
                <p14:nvPr/>
              </p14:nvContentPartPr>
              <p14:xfrm>
                <a:off x="10220848" y="1367987"/>
                <a:ext cx="73800" cy="140400"/>
              </p14:xfrm>
            </p:contentPart>
          </mc:Choice>
          <mc:Fallback xmlns="">
            <p:pic>
              <p:nvPicPr>
                <p:cNvPr id="452" name="インク 451">
                  <a:extLst>
                    <a:ext uri="{FF2B5EF4-FFF2-40B4-BE49-F238E27FC236}">
                      <a16:creationId xmlns:a16="http://schemas.microsoft.com/office/drawing/2014/main" id="{F6DF32B5-A536-4BD4-58C6-F5EE3915BD3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203208" y="1349987"/>
                  <a:ext cx="1094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453" name="インク 452">
                  <a:extLst>
                    <a:ext uri="{FF2B5EF4-FFF2-40B4-BE49-F238E27FC236}">
                      <a16:creationId xmlns:a16="http://schemas.microsoft.com/office/drawing/2014/main" id="{D4805DA3-068E-921F-46FB-5C6A22F30907}"/>
                    </a:ext>
                  </a:extLst>
                </p14:cNvPr>
                <p14:cNvContentPartPr/>
                <p14:nvPr/>
              </p14:nvContentPartPr>
              <p14:xfrm>
                <a:off x="10271608" y="1333427"/>
                <a:ext cx="42480" cy="173520"/>
              </p14:xfrm>
            </p:contentPart>
          </mc:Choice>
          <mc:Fallback xmlns="">
            <p:pic>
              <p:nvPicPr>
                <p:cNvPr id="453" name="インク 452">
                  <a:extLst>
                    <a:ext uri="{FF2B5EF4-FFF2-40B4-BE49-F238E27FC236}">
                      <a16:creationId xmlns:a16="http://schemas.microsoft.com/office/drawing/2014/main" id="{D4805DA3-068E-921F-46FB-5C6A22F3090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253968" y="1315787"/>
                  <a:ext cx="78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454" name="インク 453">
                  <a:extLst>
                    <a:ext uri="{FF2B5EF4-FFF2-40B4-BE49-F238E27FC236}">
                      <a16:creationId xmlns:a16="http://schemas.microsoft.com/office/drawing/2014/main" id="{315C392B-DB37-49CF-66EE-D8EFFB543B18}"/>
                    </a:ext>
                  </a:extLst>
                </p14:cNvPr>
                <p14:cNvContentPartPr/>
                <p14:nvPr/>
              </p14:nvContentPartPr>
              <p14:xfrm>
                <a:off x="10200688" y="1341707"/>
                <a:ext cx="53280" cy="173880"/>
              </p14:xfrm>
            </p:contentPart>
          </mc:Choice>
          <mc:Fallback xmlns="">
            <p:pic>
              <p:nvPicPr>
                <p:cNvPr id="454" name="インク 453">
                  <a:extLst>
                    <a:ext uri="{FF2B5EF4-FFF2-40B4-BE49-F238E27FC236}">
                      <a16:creationId xmlns:a16="http://schemas.microsoft.com/office/drawing/2014/main" id="{315C392B-DB37-49CF-66EE-D8EFFB543B18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183048" y="1324067"/>
                  <a:ext cx="889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456" name="インク 455">
                  <a:extLst>
                    <a:ext uri="{FF2B5EF4-FFF2-40B4-BE49-F238E27FC236}">
                      <a16:creationId xmlns:a16="http://schemas.microsoft.com/office/drawing/2014/main" id="{75D99FF5-22FE-190B-0459-454F8301D6F4}"/>
                    </a:ext>
                  </a:extLst>
                </p14:cNvPr>
                <p14:cNvContentPartPr/>
                <p14:nvPr/>
              </p14:nvContentPartPr>
              <p14:xfrm>
                <a:off x="10253608" y="1486067"/>
                <a:ext cx="163440" cy="59400"/>
              </p14:xfrm>
            </p:contentPart>
          </mc:Choice>
          <mc:Fallback xmlns="">
            <p:pic>
              <p:nvPicPr>
                <p:cNvPr id="456" name="インク 455">
                  <a:extLst>
                    <a:ext uri="{FF2B5EF4-FFF2-40B4-BE49-F238E27FC236}">
                      <a16:creationId xmlns:a16="http://schemas.microsoft.com/office/drawing/2014/main" id="{75D99FF5-22FE-190B-0459-454F8301D6F4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235968" y="1468427"/>
                  <a:ext cx="199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458" name="インク 457">
                  <a:extLst>
                    <a:ext uri="{FF2B5EF4-FFF2-40B4-BE49-F238E27FC236}">
                      <a16:creationId xmlns:a16="http://schemas.microsoft.com/office/drawing/2014/main" id="{4E5E6348-3691-A8A6-8BCD-86DA49DC4488}"/>
                    </a:ext>
                  </a:extLst>
                </p14:cNvPr>
                <p14:cNvContentPartPr/>
                <p14:nvPr/>
              </p14:nvContentPartPr>
              <p14:xfrm>
                <a:off x="10157488" y="1365107"/>
                <a:ext cx="23040" cy="138240"/>
              </p14:xfrm>
            </p:contentPart>
          </mc:Choice>
          <mc:Fallback xmlns="">
            <p:pic>
              <p:nvPicPr>
                <p:cNvPr id="458" name="インク 457">
                  <a:extLst>
                    <a:ext uri="{FF2B5EF4-FFF2-40B4-BE49-F238E27FC236}">
                      <a16:creationId xmlns:a16="http://schemas.microsoft.com/office/drawing/2014/main" id="{4E5E6348-3691-A8A6-8BCD-86DA49DC448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139488" y="1347467"/>
                  <a:ext cx="586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459" name="インク 458">
                  <a:extLst>
                    <a:ext uri="{FF2B5EF4-FFF2-40B4-BE49-F238E27FC236}">
                      <a16:creationId xmlns:a16="http://schemas.microsoft.com/office/drawing/2014/main" id="{64CC4828-E7B1-65DA-DA5A-AFD78A974293}"/>
                    </a:ext>
                  </a:extLst>
                </p14:cNvPr>
                <p14:cNvContentPartPr/>
                <p14:nvPr/>
              </p14:nvContentPartPr>
              <p14:xfrm>
                <a:off x="10123648" y="1369787"/>
                <a:ext cx="31680" cy="157680"/>
              </p14:xfrm>
            </p:contentPart>
          </mc:Choice>
          <mc:Fallback xmlns="">
            <p:pic>
              <p:nvPicPr>
                <p:cNvPr id="459" name="インク 458">
                  <a:extLst>
                    <a:ext uri="{FF2B5EF4-FFF2-40B4-BE49-F238E27FC236}">
                      <a16:creationId xmlns:a16="http://schemas.microsoft.com/office/drawing/2014/main" id="{64CC4828-E7B1-65DA-DA5A-AFD78A97429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105648" y="1351787"/>
                  <a:ext cx="673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461" name="インク 460">
                  <a:extLst>
                    <a:ext uri="{FF2B5EF4-FFF2-40B4-BE49-F238E27FC236}">
                      <a16:creationId xmlns:a16="http://schemas.microsoft.com/office/drawing/2014/main" id="{B4DE9A62-85D3-E5F6-29F7-907E167489AF}"/>
                    </a:ext>
                  </a:extLst>
                </p14:cNvPr>
                <p14:cNvContentPartPr/>
                <p14:nvPr/>
              </p14:nvContentPartPr>
              <p14:xfrm>
                <a:off x="10149928" y="1509107"/>
                <a:ext cx="52200" cy="50040"/>
              </p14:xfrm>
            </p:contentPart>
          </mc:Choice>
          <mc:Fallback xmlns="">
            <p:pic>
              <p:nvPicPr>
                <p:cNvPr id="461" name="インク 460">
                  <a:extLst>
                    <a:ext uri="{FF2B5EF4-FFF2-40B4-BE49-F238E27FC236}">
                      <a16:creationId xmlns:a16="http://schemas.microsoft.com/office/drawing/2014/main" id="{B4DE9A62-85D3-E5F6-29F7-907E167489AF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132288" y="1491467"/>
                  <a:ext cx="8784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3" name="グループ化 462">
            <a:extLst>
              <a:ext uri="{FF2B5EF4-FFF2-40B4-BE49-F238E27FC236}">
                <a16:creationId xmlns:a16="http://schemas.microsoft.com/office/drawing/2014/main" id="{6E5A43A6-D2F0-381F-E4B6-6D1EFEE1A2C7}"/>
              </a:ext>
            </a:extLst>
          </p:cNvPr>
          <p:cNvGrpSpPr/>
          <p:nvPr/>
        </p:nvGrpSpPr>
        <p:grpSpPr>
          <a:xfrm>
            <a:off x="8486983" y="2394965"/>
            <a:ext cx="529560" cy="219240"/>
            <a:chOff x="8446048" y="875507"/>
            <a:chExt cx="52956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464" name="インク 463">
                  <a:extLst>
                    <a:ext uri="{FF2B5EF4-FFF2-40B4-BE49-F238E27FC236}">
                      <a16:creationId xmlns:a16="http://schemas.microsoft.com/office/drawing/2014/main" id="{70CC143D-1F7E-A800-9F25-D6D54E9CEE25}"/>
                    </a:ext>
                  </a:extLst>
                </p14:cNvPr>
                <p14:cNvContentPartPr/>
                <p14:nvPr/>
              </p14:nvContentPartPr>
              <p14:xfrm>
                <a:off x="8446048" y="875507"/>
                <a:ext cx="168480" cy="160200"/>
              </p14:xfrm>
            </p:contentPart>
          </mc:Choice>
          <mc:Fallback xmlns="">
            <p:pic>
              <p:nvPicPr>
                <p:cNvPr id="464" name="インク 463">
                  <a:extLst>
                    <a:ext uri="{FF2B5EF4-FFF2-40B4-BE49-F238E27FC236}">
                      <a16:creationId xmlns:a16="http://schemas.microsoft.com/office/drawing/2014/main" id="{70CC143D-1F7E-A800-9F25-D6D54E9CEE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28048" y="857867"/>
                  <a:ext cx="204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465" name="インク 464">
                  <a:extLst>
                    <a:ext uri="{FF2B5EF4-FFF2-40B4-BE49-F238E27FC236}">
                      <a16:creationId xmlns:a16="http://schemas.microsoft.com/office/drawing/2014/main" id="{D2AEF5E7-86B5-02B2-3D9F-18C71813160B}"/>
                    </a:ext>
                  </a:extLst>
                </p14:cNvPr>
                <p14:cNvContentPartPr/>
                <p14:nvPr/>
              </p14:nvContentPartPr>
              <p14:xfrm>
                <a:off x="8508688" y="906107"/>
                <a:ext cx="117360" cy="138240"/>
              </p14:xfrm>
            </p:contentPart>
          </mc:Choice>
          <mc:Fallback xmlns="">
            <p:pic>
              <p:nvPicPr>
                <p:cNvPr id="465" name="インク 464">
                  <a:extLst>
                    <a:ext uri="{FF2B5EF4-FFF2-40B4-BE49-F238E27FC236}">
                      <a16:creationId xmlns:a16="http://schemas.microsoft.com/office/drawing/2014/main" id="{D2AEF5E7-86B5-02B2-3D9F-18C7181316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90688" y="888467"/>
                  <a:ext cx="153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466" name="インク 465">
                  <a:extLst>
                    <a:ext uri="{FF2B5EF4-FFF2-40B4-BE49-F238E27FC236}">
                      <a16:creationId xmlns:a16="http://schemas.microsoft.com/office/drawing/2014/main" id="{CFE556C7-6B82-A5DD-1E41-3F3CA29349EA}"/>
                    </a:ext>
                  </a:extLst>
                </p14:cNvPr>
                <p14:cNvContentPartPr/>
                <p14:nvPr/>
              </p14:nvContentPartPr>
              <p14:xfrm>
                <a:off x="8686168" y="950027"/>
                <a:ext cx="289440" cy="144720"/>
              </p14:xfrm>
            </p:contentPart>
          </mc:Choice>
          <mc:Fallback xmlns="">
            <p:pic>
              <p:nvPicPr>
                <p:cNvPr id="466" name="インク 465">
                  <a:extLst>
                    <a:ext uri="{FF2B5EF4-FFF2-40B4-BE49-F238E27FC236}">
                      <a16:creationId xmlns:a16="http://schemas.microsoft.com/office/drawing/2014/main" id="{CFE556C7-6B82-A5DD-1E41-3F3CA29349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68528" y="932387"/>
                  <a:ext cx="325080" cy="18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467" name="インク 466">
                <a:extLst>
                  <a:ext uri="{FF2B5EF4-FFF2-40B4-BE49-F238E27FC236}">
                    <a16:creationId xmlns:a16="http://schemas.microsoft.com/office/drawing/2014/main" id="{9040EFBB-4AE5-96A7-D3A8-591717271C9D}"/>
                  </a:ext>
                </a:extLst>
              </p14:cNvPr>
              <p14:cNvContentPartPr/>
              <p14:nvPr/>
            </p14:nvContentPartPr>
            <p14:xfrm>
              <a:off x="8672359" y="2208415"/>
              <a:ext cx="144360" cy="119160"/>
            </p14:xfrm>
          </p:contentPart>
        </mc:Choice>
        <mc:Fallback xmlns="">
          <p:pic>
            <p:nvPicPr>
              <p:cNvPr id="467" name="インク 466">
                <a:extLst>
                  <a:ext uri="{FF2B5EF4-FFF2-40B4-BE49-F238E27FC236}">
                    <a16:creationId xmlns:a16="http://schemas.microsoft.com/office/drawing/2014/main" id="{9040EFBB-4AE5-96A7-D3A8-591717271C9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654359" y="2190415"/>
                <a:ext cx="180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468" name="インク 467">
                <a:extLst>
                  <a:ext uri="{FF2B5EF4-FFF2-40B4-BE49-F238E27FC236}">
                    <a16:creationId xmlns:a16="http://schemas.microsoft.com/office/drawing/2014/main" id="{9FF07C47-C83E-6BF5-EC5C-01334C789B4F}"/>
                  </a:ext>
                </a:extLst>
              </p14:cNvPr>
              <p14:cNvContentPartPr/>
              <p14:nvPr/>
            </p14:nvContentPartPr>
            <p14:xfrm>
              <a:off x="8716639" y="2325775"/>
              <a:ext cx="33480" cy="84240"/>
            </p14:xfrm>
          </p:contentPart>
        </mc:Choice>
        <mc:Fallback xmlns="">
          <p:pic>
            <p:nvPicPr>
              <p:cNvPr id="468" name="インク 467">
                <a:extLst>
                  <a:ext uri="{FF2B5EF4-FFF2-40B4-BE49-F238E27FC236}">
                    <a16:creationId xmlns:a16="http://schemas.microsoft.com/office/drawing/2014/main" id="{9FF07C47-C83E-6BF5-EC5C-01334C789B4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698999" y="2308135"/>
                <a:ext cx="691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1">
            <p14:nvContentPartPr>
              <p14:cNvPr id="469" name="インク 468">
                <a:extLst>
                  <a:ext uri="{FF2B5EF4-FFF2-40B4-BE49-F238E27FC236}">
                    <a16:creationId xmlns:a16="http://schemas.microsoft.com/office/drawing/2014/main" id="{54D679E9-6E1F-DECA-D631-99AD8CD91800}"/>
                  </a:ext>
                </a:extLst>
              </p14:cNvPr>
              <p14:cNvContentPartPr/>
              <p14:nvPr/>
            </p14:nvContentPartPr>
            <p14:xfrm>
              <a:off x="8682079" y="2412535"/>
              <a:ext cx="194760" cy="148680"/>
            </p14:xfrm>
          </p:contentPart>
        </mc:Choice>
        <mc:Fallback xmlns="">
          <p:pic>
            <p:nvPicPr>
              <p:cNvPr id="469" name="インク 468">
                <a:extLst>
                  <a:ext uri="{FF2B5EF4-FFF2-40B4-BE49-F238E27FC236}">
                    <a16:creationId xmlns:a16="http://schemas.microsoft.com/office/drawing/2014/main" id="{54D679E9-6E1F-DECA-D631-99AD8CD9180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664439" y="2394535"/>
                <a:ext cx="230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2">
            <p14:nvContentPartPr>
              <p14:cNvPr id="470" name="インク 469">
                <a:extLst>
                  <a:ext uri="{FF2B5EF4-FFF2-40B4-BE49-F238E27FC236}">
                    <a16:creationId xmlns:a16="http://schemas.microsoft.com/office/drawing/2014/main" id="{419826AF-161D-013B-A802-AC4DAD13499C}"/>
                  </a:ext>
                </a:extLst>
              </p14:cNvPr>
              <p14:cNvContentPartPr/>
              <p14:nvPr/>
            </p14:nvContentPartPr>
            <p14:xfrm>
              <a:off x="8664439" y="2430175"/>
              <a:ext cx="20880" cy="98280"/>
            </p14:xfrm>
          </p:contentPart>
        </mc:Choice>
        <mc:Fallback xmlns="">
          <p:pic>
            <p:nvPicPr>
              <p:cNvPr id="470" name="インク 469">
                <a:extLst>
                  <a:ext uri="{FF2B5EF4-FFF2-40B4-BE49-F238E27FC236}">
                    <a16:creationId xmlns:a16="http://schemas.microsoft.com/office/drawing/2014/main" id="{419826AF-161D-013B-A802-AC4DAD13499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46439" y="2412535"/>
                <a:ext cx="565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3">
            <p14:nvContentPartPr>
              <p14:cNvPr id="471" name="インク 470">
                <a:extLst>
                  <a:ext uri="{FF2B5EF4-FFF2-40B4-BE49-F238E27FC236}">
                    <a16:creationId xmlns:a16="http://schemas.microsoft.com/office/drawing/2014/main" id="{F805C39A-5682-E10C-0179-94F4148A3240}"/>
                  </a:ext>
                </a:extLst>
              </p14:cNvPr>
              <p14:cNvContentPartPr/>
              <p14:nvPr/>
            </p14:nvContentPartPr>
            <p14:xfrm>
              <a:off x="8683159" y="2514055"/>
              <a:ext cx="19800" cy="87480"/>
            </p14:xfrm>
          </p:contentPart>
        </mc:Choice>
        <mc:Fallback xmlns="">
          <p:pic>
            <p:nvPicPr>
              <p:cNvPr id="471" name="インク 470">
                <a:extLst>
                  <a:ext uri="{FF2B5EF4-FFF2-40B4-BE49-F238E27FC236}">
                    <a16:creationId xmlns:a16="http://schemas.microsoft.com/office/drawing/2014/main" id="{F805C39A-5682-E10C-0179-94F4148A324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665519" y="2496055"/>
                <a:ext cx="554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472" name="インク 471">
                <a:extLst>
                  <a:ext uri="{FF2B5EF4-FFF2-40B4-BE49-F238E27FC236}">
                    <a16:creationId xmlns:a16="http://schemas.microsoft.com/office/drawing/2014/main" id="{54A23582-50E1-F81C-C81C-1E2C742057AA}"/>
                  </a:ext>
                </a:extLst>
              </p14:cNvPr>
              <p14:cNvContentPartPr/>
              <p14:nvPr/>
            </p14:nvContentPartPr>
            <p14:xfrm>
              <a:off x="8705839" y="2581375"/>
              <a:ext cx="75240" cy="7200"/>
            </p14:xfrm>
          </p:contentPart>
        </mc:Choice>
        <mc:Fallback xmlns="">
          <p:pic>
            <p:nvPicPr>
              <p:cNvPr id="472" name="インク 471">
                <a:extLst>
                  <a:ext uri="{FF2B5EF4-FFF2-40B4-BE49-F238E27FC236}">
                    <a16:creationId xmlns:a16="http://schemas.microsoft.com/office/drawing/2014/main" id="{54A23582-50E1-F81C-C81C-1E2C742057A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687839" y="2563375"/>
                <a:ext cx="1108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5">
            <p14:nvContentPartPr>
              <p14:cNvPr id="473" name="インク 472">
                <a:extLst>
                  <a:ext uri="{FF2B5EF4-FFF2-40B4-BE49-F238E27FC236}">
                    <a16:creationId xmlns:a16="http://schemas.microsoft.com/office/drawing/2014/main" id="{08CBF683-5B8D-4DC9-3B75-64FBEAF4F67E}"/>
                  </a:ext>
                </a:extLst>
              </p14:cNvPr>
              <p14:cNvContentPartPr/>
              <p14:nvPr/>
            </p14:nvContentPartPr>
            <p14:xfrm>
              <a:off x="8683519" y="2433775"/>
              <a:ext cx="66600" cy="54360"/>
            </p14:xfrm>
          </p:contentPart>
        </mc:Choice>
        <mc:Fallback xmlns="">
          <p:pic>
            <p:nvPicPr>
              <p:cNvPr id="473" name="インク 472">
                <a:extLst>
                  <a:ext uri="{FF2B5EF4-FFF2-40B4-BE49-F238E27FC236}">
                    <a16:creationId xmlns:a16="http://schemas.microsoft.com/office/drawing/2014/main" id="{08CBF683-5B8D-4DC9-3B75-64FBEAF4F67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65519" y="2416135"/>
                <a:ext cx="102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474" name="インク 473">
                <a:extLst>
                  <a:ext uri="{FF2B5EF4-FFF2-40B4-BE49-F238E27FC236}">
                    <a16:creationId xmlns:a16="http://schemas.microsoft.com/office/drawing/2014/main" id="{E3C61287-7291-3923-C974-9A1111DAA941}"/>
                  </a:ext>
                </a:extLst>
              </p14:cNvPr>
              <p14:cNvContentPartPr/>
              <p14:nvPr/>
            </p14:nvContentPartPr>
            <p14:xfrm>
              <a:off x="8684599" y="2431255"/>
              <a:ext cx="115200" cy="100800"/>
            </p14:xfrm>
          </p:contentPart>
        </mc:Choice>
        <mc:Fallback xmlns="">
          <p:pic>
            <p:nvPicPr>
              <p:cNvPr id="474" name="インク 473">
                <a:extLst>
                  <a:ext uri="{FF2B5EF4-FFF2-40B4-BE49-F238E27FC236}">
                    <a16:creationId xmlns:a16="http://schemas.microsoft.com/office/drawing/2014/main" id="{E3C61287-7291-3923-C974-9A1111DAA94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666599" y="2413615"/>
                <a:ext cx="1508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7">
            <p14:nvContentPartPr>
              <p14:cNvPr id="475" name="インク 474">
                <a:extLst>
                  <a:ext uri="{FF2B5EF4-FFF2-40B4-BE49-F238E27FC236}">
                    <a16:creationId xmlns:a16="http://schemas.microsoft.com/office/drawing/2014/main" id="{5A86BAD6-4EC0-DBE0-122E-B8E1C49CC24C}"/>
                  </a:ext>
                </a:extLst>
              </p14:cNvPr>
              <p14:cNvContentPartPr/>
              <p14:nvPr/>
            </p14:nvContentPartPr>
            <p14:xfrm>
              <a:off x="8723119" y="2427655"/>
              <a:ext cx="122040" cy="110520"/>
            </p14:xfrm>
          </p:contentPart>
        </mc:Choice>
        <mc:Fallback xmlns="">
          <p:pic>
            <p:nvPicPr>
              <p:cNvPr id="475" name="インク 474">
                <a:extLst>
                  <a:ext uri="{FF2B5EF4-FFF2-40B4-BE49-F238E27FC236}">
                    <a16:creationId xmlns:a16="http://schemas.microsoft.com/office/drawing/2014/main" id="{5A86BAD6-4EC0-DBE0-122E-B8E1C49CC24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05119" y="2409655"/>
                <a:ext cx="1576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476" name="インク 475">
                <a:extLst>
                  <a:ext uri="{FF2B5EF4-FFF2-40B4-BE49-F238E27FC236}">
                    <a16:creationId xmlns:a16="http://schemas.microsoft.com/office/drawing/2014/main" id="{50897C96-6402-C69B-BF1A-EE221861D227}"/>
                  </a:ext>
                </a:extLst>
              </p14:cNvPr>
              <p14:cNvContentPartPr/>
              <p14:nvPr/>
            </p14:nvContentPartPr>
            <p14:xfrm>
              <a:off x="8738599" y="2469415"/>
              <a:ext cx="94680" cy="90000"/>
            </p14:xfrm>
          </p:contentPart>
        </mc:Choice>
        <mc:Fallback xmlns="">
          <p:pic>
            <p:nvPicPr>
              <p:cNvPr id="476" name="インク 475">
                <a:extLst>
                  <a:ext uri="{FF2B5EF4-FFF2-40B4-BE49-F238E27FC236}">
                    <a16:creationId xmlns:a16="http://schemas.microsoft.com/office/drawing/2014/main" id="{50897C96-6402-C69B-BF1A-EE221861D22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720959" y="2451775"/>
                <a:ext cx="1303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477" name="インク 476">
                <a:extLst>
                  <a:ext uri="{FF2B5EF4-FFF2-40B4-BE49-F238E27FC236}">
                    <a16:creationId xmlns:a16="http://schemas.microsoft.com/office/drawing/2014/main" id="{FEF43CF1-6362-9D9F-225C-1E3DB42D75CB}"/>
                  </a:ext>
                </a:extLst>
              </p14:cNvPr>
              <p14:cNvContentPartPr/>
              <p14:nvPr/>
            </p14:nvContentPartPr>
            <p14:xfrm>
              <a:off x="8727079" y="2568415"/>
              <a:ext cx="10440" cy="8280"/>
            </p14:xfrm>
          </p:contentPart>
        </mc:Choice>
        <mc:Fallback xmlns="">
          <p:pic>
            <p:nvPicPr>
              <p:cNvPr id="477" name="インク 476">
                <a:extLst>
                  <a:ext uri="{FF2B5EF4-FFF2-40B4-BE49-F238E27FC236}">
                    <a16:creationId xmlns:a16="http://schemas.microsoft.com/office/drawing/2014/main" id="{FEF43CF1-6362-9D9F-225C-1E3DB42D75C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709079" y="2550415"/>
                <a:ext cx="4608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8" name="グループ化 477">
            <a:extLst>
              <a:ext uri="{FF2B5EF4-FFF2-40B4-BE49-F238E27FC236}">
                <a16:creationId xmlns:a16="http://schemas.microsoft.com/office/drawing/2014/main" id="{86C7F7C8-7952-EC60-5273-2481425C933A}"/>
              </a:ext>
            </a:extLst>
          </p:cNvPr>
          <p:cNvGrpSpPr/>
          <p:nvPr/>
        </p:nvGrpSpPr>
        <p:grpSpPr>
          <a:xfrm>
            <a:off x="8511103" y="2400725"/>
            <a:ext cx="130680" cy="187560"/>
            <a:chOff x="8470168" y="881267"/>
            <a:chExt cx="130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479" name="インク 478">
                  <a:extLst>
                    <a:ext uri="{FF2B5EF4-FFF2-40B4-BE49-F238E27FC236}">
                      <a16:creationId xmlns:a16="http://schemas.microsoft.com/office/drawing/2014/main" id="{0DA439C1-FE58-1AD6-C28A-1DF2B0D402F5}"/>
                    </a:ext>
                  </a:extLst>
                </p14:cNvPr>
                <p14:cNvContentPartPr/>
                <p14:nvPr/>
              </p14:nvContentPartPr>
              <p14:xfrm>
                <a:off x="8470168" y="881267"/>
                <a:ext cx="130680" cy="187560"/>
              </p14:xfrm>
            </p:contentPart>
          </mc:Choice>
          <mc:Fallback xmlns="">
            <p:pic>
              <p:nvPicPr>
                <p:cNvPr id="479" name="インク 478">
                  <a:extLst>
                    <a:ext uri="{FF2B5EF4-FFF2-40B4-BE49-F238E27FC236}">
                      <a16:creationId xmlns:a16="http://schemas.microsoft.com/office/drawing/2014/main" id="{0DA439C1-FE58-1AD6-C28A-1DF2B0D402F5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452168" y="863267"/>
                  <a:ext cx="166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480" name="インク 479">
                  <a:extLst>
                    <a:ext uri="{FF2B5EF4-FFF2-40B4-BE49-F238E27FC236}">
                      <a16:creationId xmlns:a16="http://schemas.microsoft.com/office/drawing/2014/main" id="{C2B70D2E-F299-95C1-BBD8-EB2664EB94F7}"/>
                    </a:ext>
                  </a:extLst>
                </p14:cNvPr>
                <p14:cNvContentPartPr/>
                <p14:nvPr/>
              </p14:nvContentPartPr>
              <p14:xfrm>
                <a:off x="8497528" y="883067"/>
                <a:ext cx="90000" cy="128520"/>
              </p14:xfrm>
            </p:contentPart>
          </mc:Choice>
          <mc:Fallback xmlns="">
            <p:pic>
              <p:nvPicPr>
                <p:cNvPr id="480" name="インク 479">
                  <a:extLst>
                    <a:ext uri="{FF2B5EF4-FFF2-40B4-BE49-F238E27FC236}">
                      <a16:creationId xmlns:a16="http://schemas.microsoft.com/office/drawing/2014/main" id="{C2B70D2E-F299-95C1-BBD8-EB2664EB94F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479528" y="865427"/>
                  <a:ext cx="12564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481" name="インク 480">
                <a:extLst>
                  <a:ext uri="{FF2B5EF4-FFF2-40B4-BE49-F238E27FC236}">
                    <a16:creationId xmlns:a16="http://schemas.microsoft.com/office/drawing/2014/main" id="{9F0291B8-561C-E3E5-1363-F78E0832C4EE}"/>
                  </a:ext>
                </a:extLst>
              </p14:cNvPr>
              <p14:cNvContentPartPr/>
              <p14:nvPr/>
            </p14:nvContentPartPr>
            <p14:xfrm>
              <a:off x="8678143" y="2617085"/>
              <a:ext cx="174240" cy="41400"/>
            </p14:xfrm>
          </p:contentPart>
        </mc:Choice>
        <mc:Fallback xmlns="">
          <p:pic>
            <p:nvPicPr>
              <p:cNvPr id="481" name="インク 480">
                <a:extLst>
                  <a:ext uri="{FF2B5EF4-FFF2-40B4-BE49-F238E27FC236}">
                    <a16:creationId xmlns:a16="http://schemas.microsoft.com/office/drawing/2014/main" id="{9F0291B8-561C-E3E5-1363-F78E0832C4EE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8660143" y="2599085"/>
                <a:ext cx="2098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482" name="インク 481">
                <a:extLst>
                  <a:ext uri="{FF2B5EF4-FFF2-40B4-BE49-F238E27FC236}">
                    <a16:creationId xmlns:a16="http://schemas.microsoft.com/office/drawing/2014/main" id="{6714F21F-9D36-DD13-0DFF-FCF557F6A1D1}"/>
                  </a:ext>
                </a:extLst>
              </p14:cNvPr>
              <p14:cNvContentPartPr/>
              <p14:nvPr/>
            </p14:nvContentPartPr>
            <p14:xfrm>
              <a:off x="8728903" y="2247725"/>
              <a:ext cx="103320" cy="35640"/>
            </p14:xfrm>
          </p:contentPart>
        </mc:Choice>
        <mc:Fallback xmlns="">
          <p:pic>
            <p:nvPicPr>
              <p:cNvPr id="482" name="インク 481">
                <a:extLst>
                  <a:ext uri="{FF2B5EF4-FFF2-40B4-BE49-F238E27FC236}">
                    <a16:creationId xmlns:a16="http://schemas.microsoft.com/office/drawing/2014/main" id="{6714F21F-9D36-DD13-0DFF-FCF557F6A1D1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8710903" y="2230085"/>
                <a:ext cx="1389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483" name="インク 482">
                <a:extLst>
                  <a:ext uri="{FF2B5EF4-FFF2-40B4-BE49-F238E27FC236}">
                    <a16:creationId xmlns:a16="http://schemas.microsoft.com/office/drawing/2014/main" id="{612FE55A-0EF9-1D10-F4E8-B80BF0BDB82E}"/>
                  </a:ext>
                </a:extLst>
              </p14:cNvPr>
              <p14:cNvContentPartPr/>
              <p14:nvPr/>
            </p14:nvContentPartPr>
            <p14:xfrm>
              <a:off x="8623783" y="2242325"/>
              <a:ext cx="520920" cy="280440"/>
            </p14:xfrm>
          </p:contentPart>
        </mc:Choice>
        <mc:Fallback xmlns="">
          <p:pic>
            <p:nvPicPr>
              <p:cNvPr id="483" name="インク 482">
                <a:extLst>
                  <a:ext uri="{FF2B5EF4-FFF2-40B4-BE49-F238E27FC236}">
                    <a16:creationId xmlns:a16="http://schemas.microsoft.com/office/drawing/2014/main" id="{612FE55A-0EF9-1D10-F4E8-B80BF0BDB82E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8605783" y="2224685"/>
                <a:ext cx="5565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484" name="インク 483">
                <a:extLst>
                  <a:ext uri="{FF2B5EF4-FFF2-40B4-BE49-F238E27FC236}">
                    <a16:creationId xmlns:a16="http://schemas.microsoft.com/office/drawing/2014/main" id="{F80DE2A2-DF2E-7E2E-BD12-67CBDCFB5751}"/>
                  </a:ext>
                </a:extLst>
              </p14:cNvPr>
              <p14:cNvContentPartPr/>
              <p14:nvPr/>
            </p14:nvContentPartPr>
            <p14:xfrm>
              <a:off x="8634223" y="2247365"/>
              <a:ext cx="505440" cy="234000"/>
            </p14:xfrm>
          </p:contentPart>
        </mc:Choice>
        <mc:Fallback xmlns="">
          <p:pic>
            <p:nvPicPr>
              <p:cNvPr id="484" name="インク 483">
                <a:extLst>
                  <a:ext uri="{FF2B5EF4-FFF2-40B4-BE49-F238E27FC236}">
                    <a16:creationId xmlns:a16="http://schemas.microsoft.com/office/drawing/2014/main" id="{F80DE2A2-DF2E-7E2E-BD12-67CBDCFB5751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8616583" y="2229365"/>
                <a:ext cx="54108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9" name="グループ化 538">
            <a:extLst>
              <a:ext uri="{FF2B5EF4-FFF2-40B4-BE49-F238E27FC236}">
                <a16:creationId xmlns:a16="http://schemas.microsoft.com/office/drawing/2014/main" id="{6A6E9B78-581C-A3C9-2694-0BE029DD30F5}"/>
              </a:ext>
            </a:extLst>
          </p:cNvPr>
          <p:cNvGrpSpPr/>
          <p:nvPr/>
        </p:nvGrpSpPr>
        <p:grpSpPr>
          <a:xfrm>
            <a:off x="8451300" y="2663526"/>
            <a:ext cx="365040" cy="465120"/>
            <a:chOff x="11089888" y="1144067"/>
            <a:chExt cx="365040" cy="4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519" name="インク 518">
                  <a:extLst>
                    <a:ext uri="{FF2B5EF4-FFF2-40B4-BE49-F238E27FC236}">
                      <a16:creationId xmlns:a16="http://schemas.microsoft.com/office/drawing/2014/main" id="{A7DCA6F2-7271-83E9-5847-BB6BA4E2D5EF}"/>
                    </a:ext>
                  </a:extLst>
                </p14:cNvPr>
                <p14:cNvContentPartPr/>
                <p14:nvPr/>
              </p14:nvContentPartPr>
              <p14:xfrm>
                <a:off x="11308048" y="1144067"/>
                <a:ext cx="69120" cy="135720"/>
              </p14:xfrm>
            </p:contentPart>
          </mc:Choice>
          <mc:Fallback xmlns="">
            <p:pic>
              <p:nvPicPr>
                <p:cNvPr id="519" name="インク 518">
                  <a:extLst>
                    <a:ext uri="{FF2B5EF4-FFF2-40B4-BE49-F238E27FC236}">
                      <a16:creationId xmlns:a16="http://schemas.microsoft.com/office/drawing/2014/main" id="{A7DCA6F2-7271-83E9-5847-BB6BA4E2D5E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290408" y="1126067"/>
                  <a:ext cx="104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520" name="インク 519">
                  <a:extLst>
                    <a:ext uri="{FF2B5EF4-FFF2-40B4-BE49-F238E27FC236}">
                      <a16:creationId xmlns:a16="http://schemas.microsoft.com/office/drawing/2014/main" id="{17734419-FCAC-24DD-F31B-ADE50D3E3828}"/>
                    </a:ext>
                  </a:extLst>
                </p14:cNvPr>
                <p14:cNvContentPartPr/>
                <p14:nvPr/>
              </p14:nvContentPartPr>
              <p14:xfrm>
                <a:off x="11451688" y="1148747"/>
                <a:ext cx="3240" cy="720"/>
              </p14:xfrm>
            </p:contentPart>
          </mc:Choice>
          <mc:Fallback xmlns="">
            <p:pic>
              <p:nvPicPr>
                <p:cNvPr id="520" name="インク 519">
                  <a:extLst>
                    <a:ext uri="{FF2B5EF4-FFF2-40B4-BE49-F238E27FC236}">
                      <a16:creationId xmlns:a16="http://schemas.microsoft.com/office/drawing/2014/main" id="{17734419-FCAC-24DD-F31B-ADE50D3E382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1433688" y="1130747"/>
                  <a:ext cx="3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521" name="インク 520">
                  <a:extLst>
                    <a:ext uri="{FF2B5EF4-FFF2-40B4-BE49-F238E27FC236}">
                      <a16:creationId xmlns:a16="http://schemas.microsoft.com/office/drawing/2014/main" id="{2B161A93-6696-086E-7186-BC6C79A83BD0}"/>
                    </a:ext>
                  </a:extLst>
                </p14:cNvPr>
                <p14:cNvContentPartPr/>
                <p14:nvPr/>
              </p14:nvContentPartPr>
              <p14:xfrm>
                <a:off x="11368888" y="1145867"/>
                <a:ext cx="86040" cy="146880"/>
              </p14:xfrm>
            </p:contentPart>
          </mc:Choice>
          <mc:Fallback xmlns="">
            <p:pic>
              <p:nvPicPr>
                <p:cNvPr id="521" name="インク 520">
                  <a:extLst>
                    <a:ext uri="{FF2B5EF4-FFF2-40B4-BE49-F238E27FC236}">
                      <a16:creationId xmlns:a16="http://schemas.microsoft.com/office/drawing/2014/main" id="{2B161A93-6696-086E-7186-BC6C79A83BD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351248" y="1128227"/>
                  <a:ext cx="121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522" name="インク 521">
                  <a:extLst>
                    <a:ext uri="{FF2B5EF4-FFF2-40B4-BE49-F238E27FC236}">
                      <a16:creationId xmlns:a16="http://schemas.microsoft.com/office/drawing/2014/main" id="{9E0E8963-E235-7F67-82AC-9999B1287008}"/>
                    </a:ext>
                  </a:extLst>
                </p14:cNvPr>
                <p14:cNvContentPartPr/>
                <p14:nvPr/>
              </p14:nvContentPartPr>
              <p14:xfrm>
                <a:off x="11328208" y="1169267"/>
                <a:ext cx="22320" cy="170280"/>
              </p14:xfrm>
            </p:contentPart>
          </mc:Choice>
          <mc:Fallback xmlns="">
            <p:pic>
              <p:nvPicPr>
                <p:cNvPr id="522" name="インク 521">
                  <a:extLst>
                    <a:ext uri="{FF2B5EF4-FFF2-40B4-BE49-F238E27FC236}">
                      <a16:creationId xmlns:a16="http://schemas.microsoft.com/office/drawing/2014/main" id="{9E0E8963-E235-7F67-82AC-9999B1287008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310568" y="1151627"/>
                  <a:ext cx="579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523" name="インク 522">
                  <a:extLst>
                    <a:ext uri="{FF2B5EF4-FFF2-40B4-BE49-F238E27FC236}">
                      <a16:creationId xmlns:a16="http://schemas.microsoft.com/office/drawing/2014/main" id="{EDDFD37B-CCB4-B220-43A4-DAD923979638}"/>
                    </a:ext>
                  </a:extLst>
                </p14:cNvPr>
                <p14:cNvContentPartPr/>
                <p14:nvPr/>
              </p14:nvContentPartPr>
              <p14:xfrm>
                <a:off x="11348008" y="1174667"/>
                <a:ext cx="102960" cy="128520"/>
              </p14:xfrm>
            </p:contentPart>
          </mc:Choice>
          <mc:Fallback xmlns="">
            <p:pic>
              <p:nvPicPr>
                <p:cNvPr id="523" name="インク 522">
                  <a:extLst>
                    <a:ext uri="{FF2B5EF4-FFF2-40B4-BE49-F238E27FC236}">
                      <a16:creationId xmlns:a16="http://schemas.microsoft.com/office/drawing/2014/main" id="{EDDFD37B-CCB4-B220-43A4-DAD923979638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330008" y="1156667"/>
                  <a:ext cx="138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524" name="インク 523">
                  <a:extLst>
                    <a:ext uri="{FF2B5EF4-FFF2-40B4-BE49-F238E27FC236}">
                      <a16:creationId xmlns:a16="http://schemas.microsoft.com/office/drawing/2014/main" id="{BD290068-5E74-0E65-F7DB-85B600B937D7}"/>
                    </a:ext>
                  </a:extLst>
                </p14:cNvPr>
                <p14:cNvContentPartPr/>
                <p14:nvPr/>
              </p14:nvContentPartPr>
              <p14:xfrm>
                <a:off x="11133808" y="1283387"/>
                <a:ext cx="215280" cy="189360"/>
              </p14:xfrm>
            </p:contentPart>
          </mc:Choice>
          <mc:Fallback xmlns="">
            <p:pic>
              <p:nvPicPr>
                <p:cNvPr id="524" name="インク 523">
                  <a:extLst>
                    <a:ext uri="{FF2B5EF4-FFF2-40B4-BE49-F238E27FC236}">
                      <a16:creationId xmlns:a16="http://schemas.microsoft.com/office/drawing/2014/main" id="{BD290068-5E74-0E65-F7DB-85B600B937D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1115808" y="1265747"/>
                  <a:ext cx="250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525" name="インク 524">
                  <a:extLst>
                    <a:ext uri="{FF2B5EF4-FFF2-40B4-BE49-F238E27FC236}">
                      <a16:creationId xmlns:a16="http://schemas.microsoft.com/office/drawing/2014/main" id="{B34784F8-284C-298D-624C-0E863234FC8D}"/>
                    </a:ext>
                  </a:extLst>
                </p14:cNvPr>
                <p14:cNvContentPartPr/>
                <p14:nvPr/>
              </p14:nvContentPartPr>
              <p14:xfrm>
                <a:off x="11219128" y="1314707"/>
                <a:ext cx="169200" cy="173520"/>
              </p14:xfrm>
            </p:contentPart>
          </mc:Choice>
          <mc:Fallback xmlns="">
            <p:pic>
              <p:nvPicPr>
                <p:cNvPr id="525" name="インク 524">
                  <a:extLst>
                    <a:ext uri="{FF2B5EF4-FFF2-40B4-BE49-F238E27FC236}">
                      <a16:creationId xmlns:a16="http://schemas.microsoft.com/office/drawing/2014/main" id="{B34784F8-284C-298D-624C-0E863234FC8D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1201488" y="1296707"/>
                  <a:ext cx="204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527" name="インク 526">
                  <a:extLst>
                    <a:ext uri="{FF2B5EF4-FFF2-40B4-BE49-F238E27FC236}">
                      <a16:creationId xmlns:a16="http://schemas.microsoft.com/office/drawing/2014/main" id="{7DA828A4-ED1C-718F-EB75-FDB66A097D15}"/>
                    </a:ext>
                  </a:extLst>
                </p14:cNvPr>
                <p14:cNvContentPartPr/>
                <p14:nvPr/>
              </p14:nvContentPartPr>
              <p14:xfrm>
                <a:off x="11089888" y="1339187"/>
                <a:ext cx="247680" cy="215640"/>
              </p14:xfrm>
            </p:contentPart>
          </mc:Choice>
          <mc:Fallback xmlns="">
            <p:pic>
              <p:nvPicPr>
                <p:cNvPr id="527" name="インク 526">
                  <a:extLst>
                    <a:ext uri="{FF2B5EF4-FFF2-40B4-BE49-F238E27FC236}">
                      <a16:creationId xmlns:a16="http://schemas.microsoft.com/office/drawing/2014/main" id="{7DA828A4-ED1C-718F-EB75-FDB66A097D1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1071888" y="1321547"/>
                  <a:ext cx="283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528" name="インク 527">
                  <a:extLst>
                    <a:ext uri="{FF2B5EF4-FFF2-40B4-BE49-F238E27FC236}">
                      <a16:creationId xmlns:a16="http://schemas.microsoft.com/office/drawing/2014/main" id="{CA56E534-44B1-E4C9-41BB-D7760384F60F}"/>
                    </a:ext>
                  </a:extLst>
                </p14:cNvPr>
                <p14:cNvContentPartPr/>
                <p14:nvPr/>
              </p14:nvContentPartPr>
              <p14:xfrm>
                <a:off x="11090968" y="1450067"/>
                <a:ext cx="76320" cy="159120"/>
              </p14:xfrm>
            </p:contentPart>
          </mc:Choice>
          <mc:Fallback xmlns="">
            <p:pic>
              <p:nvPicPr>
                <p:cNvPr id="528" name="インク 527">
                  <a:extLst>
                    <a:ext uri="{FF2B5EF4-FFF2-40B4-BE49-F238E27FC236}">
                      <a16:creationId xmlns:a16="http://schemas.microsoft.com/office/drawing/2014/main" id="{CA56E534-44B1-E4C9-41BB-D7760384F60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1073328" y="1432067"/>
                  <a:ext cx="111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530" name="インク 529">
                  <a:extLst>
                    <a:ext uri="{FF2B5EF4-FFF2-40B4-BE49-F238E27FC236}">
                      <a16:creationId xmlns:a16="http://schemas.microsoft.com/office/drawing/2014/main" id="{E2A3BEBC-72D6-131A-ABC4-C334CC88BD66}"/>
                    </a:ext>
                  </a:extLst>
                </p14:cNvPr>
                <p14:cNvContentPartPr/>
                <p14:nvPr/>
              </p14:nvContentPartPr>
              <p14:xfrm>
                <a:off x="11330728" y="1153427"/>
                <a:ext cx="110160" cy="136440"/>
              </p14:xfrm>
            </p:contentPart>
          </mc:Choice>
          <mc:Fallback xmlns="">
            <p:pic>
              <p:nvPicPr>
                <p:cNvPr id="530" name="インク 529">
                  <a:extLst>
                    <a:ext uri="{FF2B5EF4-FFF2-40B4-BE49-F238E27FC236}">
                      <a16:creationId xmlns:a16="http://schemas.microsoft.com/office/drawing/2014/main" id="{E2A3BEBC-72D6-131A-ABC4-C334CC88BD66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312728" y="1135427"/>
                  <a:ext cx="145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532" name="インク 531">
                  <a:extLst>
                    <a:ext uri="{FF2B5EF4-FFF2-40B4-BE49-F238E27FC236}">
                      <a16:creationId xmlns:a16="http://schemas.microsoft.com/office/drawing/2014/main" id="{7132CFBA-C9BA-9864-0B50-3561F3EE0E2E}"/>
                    </a:ext>
                  </a:extLst>
                </p14:cNvPr>
                <p14:cNvContentPartPr/>
                <p14:nvPr/>
              </p14:nvContentPartPr>
              <p14:xfrm>
                <a:off x="11142088" y="1355027"/>
                <a:ext cx="186840" cy="140400"/>
              </p14:xfrm>
            </p:contentPart>
          </mc:Choice>
          <mc:Fallback xmlns="">
            <p:pic>
              <p:nvPicPr>
                <p:cNvPr id="532" name="インク 531">
                  <a:extLst>
                    <a:ext uri="{FF2B5EF4-FFF2-40B4-BE49-F238E27FC236}">
                      <a16:creationId xmlns:a16="http://schemas.microsoft.com/office/drawing/2014/main" id="{7132CFBA-C9BA-9864-0B50-3561F3EE0E2E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124088" y="1337387"/>
                  <a:ext cx="222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533" name="インク 532">
                  <a:extLst>
                    <a:ext uri="{FF2B5EF4-FFF2-40B4-BE49-F238E27FC236}">
                      <a16:creationId xmlns:a16="http://schemas.microsoft.com/office/drawing/2014/main" id="{DF3A67E1-B404-3F6C-D13C-8FC1E5F16077}"/>
                    </a:ext>
                  </a:extLst>
                </p14:cNvPr>
                <p14:cNvContentPartPr/>
                <p14:nvPr/>
              </p14:nvContentPartPr>
              <p14:xfrm>
                <a:off x="11167648" y="1486787"/>
                <a:ext cx="27720" cy="23400"/>
              </p14:xfrm>
            </p:contentPart>
          </mc:Choice>
          <mc:Fallback xmlns="">
            <p:pic>
              <p:nvPicPr>
                <p:cNvPr id="533" name="インク 532">
                  <a:extLst>
                    <a:ext uri="{FF2B5EF4-FFF2-40B4-BE49-F238E27FC236}">
                      <a16:creationId xmlns:a16="http://schemas.microsoft.com/office/drawing/2014/main" id="{DF3A67E1-B404-3F6C-D13C-8FC1E5F16077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150008" y="1468787"/>
                  <a:ext cx="63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535" name="インク 534">
                  <a:extLst>
                    <a:ext uri="{FF2B5EF4-FFF2-40B4-BE49-F238E27FC236}">
                      <a16:creationId xmlns:a16="http://schemas.microsoft.com/office/drawing/2014/main" id="{3A0BE473-4A1F-766C-09E6-B83E10F0318B}"/>
                    </a:ext>
                  </a:extLst>
                </p14:cNvPr>
                <p14:cNvContentPartPr/>
                <p14:nvPr/>
              </p14:nvContentPartPr>
              <p14:xfrm>
                <a:off x="11232448" y="1193027"/>
                <a:ext cx="78120" cy="117720"/>
              </p14:xfrm>
            </p:contentPart>
          </mc:Choice>
          <mc:Fallback xmlns="">
            <p:pic>
              <p:nvPicPr>
                <p:cNvPr id="535" name="インク 534">
                  <a:extLst>
                    <a:ext uri="{FF2B5EF4-FFF2-40B4-BE49-F238E27FC236}">
                      <a16:creationId xmlns:a16="http://schemas.microsoft.com/office/drawing/2014/main" id="{3A0BE473-4A1F-766C-09E6-B83E10F0318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1214448" y="1175387"/>
                  <a:ext cx="113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536" name="インク 535">
                  <a:extLst>
                    <a:ext uri="{FF2B5EF4-FFF2-40B4-BE49-F238E27FC236}">
                      <a16:creationId xmlns:a16="http://schemas.microsoft.com/office/drawing/2014/main" id="{7E325C8B-D6EC-BCFE-B4C2-B6EBD09182CE}"/>
                    </a:ext>
                  </a:extLst>
                </p14:cNvPr>
                <p14:cNvContentPartPr/>
                <p14:nvPr/>
              </p14:nvContentPartPr>
              <p14:xfrm>
                <a:off x="11114008" y="1304627"/>
                <a:ext cx="130680" cy="84240"/>
              </p14:xfrm>
            </p:contentPart>
          </mc:Choice>
          <mc:Fallback xmlns="">
            <p:pic>
              <p:nvPicPr>
                <p:cNvPr id="536" name="インク 535">
                  <a:extLst>
                    <a:ext uri="{FF2B5EF4-FFF2-40B4-BE49-F238E27FC236}">
                      <a16:creationId xmlns:a16="http://schemas.microsoft.com/office/drawing/2014/main" id="{7E325C8B-D6EC-BCFE-B4C2-B6EBD09182CE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096008" y="1286987"/>
                  <a:ext cx="166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538" name="インク 537">
                  <a:extLst>
                    <a:ext uri="{FF2B5EF4-FFF2-40B4-BE49-F238E27FC236}">
                      <a16:creationId xmlns:a16="http://schemas.microsoft.com/office/drawing/2014/main" id="{E43459AD-BE59-1DEE-156E-F3BDCEB25F67}"/>
                    </a:ext>
                  </a:extLst>
                </p14:cNvPr>
                <p14:cNvContentPartPr/>
                <p14:nvPr/>
              </p14:nvContentPartPr>
              <p14:xfrm>
                <a:off x="11117608" y="1413707"/>
                <a:ext cx="23400" cy="26280"/>
              </p14:xfrm>
            </p:contentPart>
          </mc:Choice>
          <mc:Fallback xmlns="">
            <p:pic>
              <p:nvPicPr>
                <p:cNvPr id="538" name="インク 537">
                  <a:extLst>
                    <a:ext uri="{FF2B5EF4-FFF2-40B4-BE49-F238E27FC236}">
                      <a16:creationId xmlns:a16="http://schemas.microsoft.com/office/drawing/2014/main" id="{E43459AD-BE59-1DEE-156E-F3BDCEB25F6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099968" y="1395707"/>
                  <a:ext cx="5904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4" name="グループ化 543">
            <a:extLst>
              <a:ext uri="{FF2B5EF4-FFF2-40B4-BE49-F238E27FC236}">
                <a16:creationId xmlns:a16="http://schemas.microsoft.com/office/drawing/2014/main" id="{430E312D-2BEB-4D7A-81E3-352A32A87915}"/>
              </a:ext>
            </a:extLst>
          </p:cNvPr>
          <p:cNvGrpSpPr/>
          <p:nvPr/>
        </p:nvGrpSpPr>
        <p:grpSpPr>
          <a:xfrm>
            <a:off x="8600340" y="2664246"/>
            <a:ext cx="191880" cy="172800"/>
            <a:chOff x="11238928" y="1144787"/>
            <a:chExt cx="19188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540" name="インク 539">
                  <a:extLst>
                    <a:ext uri="{FF2B5EF4-FFF2-40B4-BE49-F238E27FC236}">
                      <a16:creationId xmlns:a16="http://schemas.microsoft.com/office/drawing/2014/main" id="{F4406ABA-ED17-57E8-079D-5F8AE6CCB62F}"/>
                    </a:ext>
                  </a:extLst>
                </p14:cNvPr>
                <p14:cNvContentPartPr/>
                <p14:nvPr/>
              </p14:nvContentPartPr>
              <p14:xfrm>
                <a:off x="11332528" y="1177907"/>
                <a:ext cx="98280" cy="139680"/>
              </p14:xfrm>
            </p:contentPart>
          </mc:Choice>
          <mc:Fallback xmlns="">
            <p:pic>
              <p:nvPicPr>
                <p:cNvPr id="540" name="インク 539">
                  <a:extLst>
                    <a:ext uri="{FF2B5EF4-FFF2-40B4-BE49-F238E27FC236}">
                      <a16:creationId xmlns:a16="http://schemas.microsoft.com/office/drawing/2014/main" id="{F4406ABA-ED17-57E8-079D-5F8AE6CCB62F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1314528" y="1159907"/>
                  <a:ext cx="1339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541" name="インク 540">
                  <a:extLst>
                    <a:ext uri="{FF2B5EF4-FFF2-40B4-BE49-F238E27FC236}">
                      <a16:creationId xmlns:a16="http://schemas.microsoft.com/office/drawing/2014/main" id="{74B9AF0E-D891-B7DD-996F-3563A4923198}"/>
                    </a:ext>
                  </a:extLst>
                </p14:cNvPr>
                <p14:cNvContentPartPr/>
                <p14:nvPr/>
              </p14:nvContentPartPr>
              <p14:xfrm>
                <a:off x="11301568" y="1144787"/>
                <a:ext cx="87840" cy="133200"/>
              </p14:xfrm>
            </p:contentPart>
          </mc:Choice>
          <mc:Fallback xmlns="">
            <p:pic>
              <p:nvPicPr>
                <p:cNvPr id="541" name="インク 540">
                  <a:extLst>
                    <a:ext uri="{FF2B5EF4-FFF2-40B4-BE49-F238E27FC236}">
                      <a16:creationId xmlns:a16="http://schemas.microsoft.com/office/drawing/2014/main" id="{74B9AF0E-D891-B7DD-996F-3563A492319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283928" y="1126787"/>
                  <a:ext cx="1234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542" name="インク 541">
                  <a:extLst>
                    <a:ext uri="{FF2B5EF4-FFF2-40B4-BE49-F238E27FC236}">
                      <a16:creationId xmlns:a16="http://schemas.microsoft.com/office/drawing/2014/main" id="{455F0A8B-0930-8A6A-63EC-384C5560D9DF}"/>
                    </a:ext>
                  </a:extLst>
                </p14:cNvPr>
                <p14:cNvContentPartPr/>
                <p14:nvPr/>
              </p14:nvContentPartPr>
              <p14:xfrm>
                <a:off x="11311288" y="1180067"/>
                <a:ext cx="82440" cy="118800"/>
              </p14:xfrm>
            </p:contentPart>
          </mc:Choice>
          <mc:Fallback xmlns="">
            <p:pic>
              <p:nvPicPr>
                <p:cNvPr id="542" name="インク 541">
                  <a:extLst>
                    <a:ext uri="{FF2B5EF4-FFF2-40B4-BE49-F238E27FC236}">
                      <a16:creationId xmlns:a16="http://schemas.microsoft.com/office/drawing/2014/main" id="{455F0A8B-0930-8A6A-63EC-384C5560D9D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293288" y="1162427"/>
                  <a:ext cx="118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543" name="インク 542">
                  <a:extLst>
                    <a:ext uri="{FF2B5EF4-FFF2-40B4-BE49-F238E27FC236}">
                      <a16:creationId xmlns:a16="http://schemas.microsoft.com/office/drawing/2014/main" id="{85B5EE3C-82DF-564C-C7A2-C58A97A78D61}"/>
                    </a:ext>
                  </a:extLst>
                </p14:cNvPr>
                <p14:cNvContentPartPr/>
                <p14:nvPr/>
              </p14:nvContentPartPr>
              <p14:xfrm>
                <a:off x="11238928" y="1181147"/>
                <a:ext cx="71280" cy="116280"/>
              </p14:xfrm>
            </p:contentPart>
          </mc:Choice>
          <mc:Fallback xmlns="">
            <p:pic>
              <p:nvPicPr>
                <p:cNvPr id="543" name="インク 542">
                  <a:extLst>
                    <a:ext uri="{FF2B5EF4-FFF2-40B4-BE49-F238E27FC236}">
                      <a16:creationId xmlns:a16="http://schemas.microsoft.com/office/drawing/2014/main" id="{85B5EE3C-82DF-564C-C7A2-C58A97A78D61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220928" y="1163507"/>
                  <a:ext cx="1069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3" name="グループ化 552">
            <a:extLst>
              <a:ext uri="{FF2B5EF4-FFF2-40B4-BE49-F238E27FC236}">
                <a16:creationId xmlns:a16="http://schemas.microsoft.com/office/drawing/2014/main" id="{F1CDA7BF-FB34-CCD1-316A-4E484E9E5FD8}"/>
              </a:ext>
            </a:extLst>
          </p:cNvPr>
          <p:cNvGrpSpPr/>
          <p:nvPr/>
        </p:nvGrpSpPr>
        <p:grpSpPr>
          <a:xfrm>
            <a:off x="8438700" y="2828766"/>
            <a:ext cx="267840" cy="305280"/>
            <a:chOff x="11077288" y="1309307"/>
            <a:chExt cx="26784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545" name="インク 544">
                  <a:extLst>
                    <a:ext uri="{FF2B5EF4-FFF2-40B4-BE49-F238E27FC236}">
                      <a16:creationId xmlns:a16="http://schemas.microsoft.com/office/drawing/2014/main" id="{6515A783-A8BA-D632-6BBB-0E984A5C00BF}"/>
                    </a:ext>
                  </a:extLst>
                </p14:cNvPr>
                <p14:cNvContentPartPr/>
                <p14:nvPr/>
              </p14:nvContentPartPr>
              <p14:xfrm>
                <a:off x="11175568" y="1343147"/>
                <a:ext cx="158040" cy="159120"/>
              </p14:xfrm>
            </p:contentPart>
          </mc:Choice>
          <mc:Fallback xmlns="">
            <p:pic>
              <p:nvPicPr>
                <p:cNvPr id="545" name="インク 544">
                  <a:extLst>
                    <a:ext uri="{FF2B5EF4-FFF2-40B4-BE49-F238E27FC236}">
                      <a16:creationId xmlns:a16="http://schemas.microsoft.com/office/drawing/2014/main" id="{6515A783-A8BA-D632-6BBB-0E984A5C00B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157568" y="1325507"/>
                  <a:ext cx="1936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546" name="インク 545">
                  <a:extLst>
                    <a:ext uri="{FF2B5EF4-FFF2-40B4-BE49-F238E27FC236}">
                      <a16:creationId xmlns:a16="http://schemas.microsoft.com/office/drawing/2014/main" id="{6602558E-B476-EF8A-62CF-E480A325240B}"/>
                    </a:ext>
                  </a:extLst>
                </p14:cNvPr>
                <p14:cNvContentPartPr/>
                <p14:nvPr/>
              </p14:nvContentPartPr>
              <p14:xfrm>
                <a:off x="11145328" y="1310747"/>
                <a:ext cx="180360" cy="165240"/>
              </p14:xfrm>
            </p:contentPart>
          </mc:Choice>
          <mc:Fallback xmlns="">
            <p:pic>
              <p:nvPicPr>
                <p:cNvPr id="546" name="インク 545">
                  <a:extLst>
                    <a:ext uri="{FF2B5EF4-FFF2-40B4-BE49-F238E27FC236}">
                      <a16:creationId xmlns:a16="http://schemas.microsoft.com/office/drawing/2014/main" id="{6602558E-B476-EF8A-62CF-E480A325240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127328" y="1292747"/>
                  <a:ext cx="2160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547" name="インク 546">
                  <a:extLst>
                    <a:ext uri="{FF2B5EF4-FFF2-40B4-BE49-F238E27FC236}">
                      <a16:creationId xmlns:a16="http://schemas.microsoft.com/office/drawing/2014/main" id="{3DC7F751-B451-2BF3-046D-1775CD162EA4}"/>
                    </a:ext>
                  </a:extLst>
                </p14:cNvPr>
                <p14:cNvContentPartPr/>
                <p14:nvPr/>
              </p14:nvContentPartPr>
              <p14:xfrm>
                <a:off x="11196088" y="1339187"/>
                <a:ext cx="149040" cy="150480"/>
              </p14:xfrm>
            </p:contentPart>
          </mc:Choice>
          <mc:Fallback xmlns="">
            <p:pic>
              <p:nvPicPr>
                <p:cNvPr id="547" name="インク 546">
                  <a:extLst>
                    <a:ext uri="{FF2B5EF4-FFF2-40B4-BE49-F238E27FC236}">
                      <a16:creationId xmlns:a16="http://schemas.microsoft.com/office/drawing/2014/main" id="{3DC7F751-B451-2BF3-046D-1775CD162EA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1178088" y="1321547"/>
                  <a:ext cx="184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548" name="インク 547">
                  <a:extLst>
                    <a:ext uri="{FF2B5EF4-FFF2-40B4-BE49-F238E27FC236}">
                      <a16:creationId xmlns:a16="http://schemas.microsoft.com/office/drawing/2014/main" id="{3BC6AFBE-8F94-D284-537A-0DFC8AB43138}"/>
                    </a:ext>
                  </a:extLst>
                </p14:cNvPr>
                <p14:cNvContentPartPr/>
                <p14:nvPr/>
              </p14:nvContentPartPr>
              <p14:xfrm>
                <a:off x="11083048" y="1476707"/>
                <a:ext cx="79560" cy="137880"/>
              </p14:xfrm>
            </p:contentPart>
          </mc:Choice>
          <mc:Fallback xmlns="">
            <p:pic>
              <p:nvPicPr>
                <p:cNvPr id="548" name="インク 547">
                  <a:extLst>
                    <a:ext uri="{FF2B5EF4-FFF2-40B4-BE49-F238E27FC236}">
                      <a16:creationId xmlns:a16="http://schemas.microsoft.com/office/drawing/2014/main" id="{3BC6AFBE-8F94-D284-537A-0DFC8AB43138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1065048" y="1458707"/>
                  <a:ext cx="1152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549" name="インク 548">
                  <a:extLst>
                    <a:ext uri="{FF2B5EF4-FFF2-40B4-BE49-F238E27FC236}">
                      <a16:creationId xmlns:a16="http://schemas.microsoft.com/office/drawing/2014/main" id="{58C9D9AD-D479-96AF-2D80-9A5EC1F95DED}"/>
                    </a:ext>
                  </a:extLst>
                </p14:cNvPr>
                <p14:cNvContentPartPr/>
                <p14:nvPr/>
              </p14:nvContentPartPr>
              <p14:xfrm>
                <a:off x="11103568" y="1309307"/>
                <a:ext cx="120600" cy="119520"/>
              </p14:xfrm>
            </p:contentPart>
          </mc:Choice>
          <mc:Fallback xmlns="">
            <p:pic>
              <p:nvPicPr>
                <p:cNvPr id="549" name="インク 548">
                  <a:extLst>
                    <a:ext uri="{FF2B5EF4-FFF2-40B4-BE49-F238E27FC236}">
                      <a16:creationId xmlns:a16="http://schemas.microsoft.com/office/drawing/2014/main" id="{58C9D9AD-D479-96AF-2D80-9A5EC1F95DE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1085568" y="1291307"/>
                  <a:ext cx="156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550" name="インク 549">
                  <a:extLst>
                    <a:ext uri="{FF2B5EF4-FFF2-40B4-BE49-F238E27FC236}">
                      <a16:creationId xmlns:a16="http://schemas.microsoft.com/office/drawing/2014/main" id="{1A1F7E4E-215B-6EF3-EB80-6F465A016B6F}"/>
                    </a:ext>
                  </a:extLst>
                </p14:cNvPr>
                <p14:cNvContentPartPr/>
                <p14:nvPr/>
              </p14:nvContentPartPr>
              <p14:xfrm>
                <a:off x="11077288" y="1420907"/>
                <a:ext cx="13680" cy="49320"/>
              </p14:xfrm>
            </p:contentPart>
          </mc:Choice>
          <mc:Fallback xmlns="">
            <p:pic>
              <p:nvPicPr>
                <p:cNvPr id="550" name="インク 549">
                  <a:extLst>
                    <a:ext uri="{FF2B5EF4-FFF2-40B4-BE49-F238E27FC236}">
                      <a16:creationId xmlns:a16="http://schemas.microsoft.com/office/drawing/2014/main" id="{1A1F7E4E-215B-6EF3-EB80-6F465A016B6F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1059288" y="1402907"/>
                  <a:ext cx="4932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4" name="グループ化 553">
            <a:extLst>
              <a:ext uri="{FF2B5EF4-FFF2-40B4-BE49-F238E27FC236}">
                <a16:creationId xmlns:a16="http://schemas.microsoft.com/office/drawing/2014/main" id="{B9BDF2BF-0AD0-0249-ACE9-B45083398369}"/>
              </a:ext>
            </a:extLst>
          </p:cNvPr>
          <p:cNvGrpSpPr/>
          <p:nvPr/>
        </p:nvGrpSpPr>
        <p:grpSpPr>
          <a:xfrm>
            <a:off x="9799453" y="2424539"/>
            <a:ext cx="529560" cy="219240"/>
            <a:chOff x="8446048" y="875507"/>
            <a:chExt cx="52956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555" name="インク 554">
                  <a:extLst>
                    <a:ext uri="{FF2B5EF4-FFF2-40B4-BE49-F238E27FC236}">
                      <a16:creationId xmlns:a16="http://schemas.microsoft.com/office/drawing/2014/main" id="{C0F6B38E-5B20-67B5-406C-CE1A70B5BF27}"/>
                    </a:ext>
                  </a:extLst>
                </p14:cNvPr>
                <p14:cNvContentPartPr/>
                <p14:nvPr/>
              </p14:nvContentPartPr>
              <p14:xfrm>
                <a:off x="8446048" y="875507"/>
                <a:ext cx="168480" cy="160200"/>
              </p14:xfrm>
            </p:contentPart>
          </mc:Choice>
          <mc:Fallback xmlns="">
            <p:pic>
              <p:nvPicPr>
                <p:cNvPr id="555" name="インク 554">
                  <a:extLst>
                    <a:ext uri="{FF2B5EF4-FFF2-40B4-BE49-F238E27FC236}">
                      <a16:creationId xmlns:a16="http://schemas.microsoft.com/office/drawing/2014/main" id="{C0F6B38E-5B20-67B5-406C-CE1A70B5BF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28048" y="857867"/>
                  <a:ext cx="204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556" name="インク 555">
                  <a:extLst>
                    <a:ext uri="{FF2B5EF4-FFF2-40B4-BE49-F238E27FC236}">
                      <a16:creationId xmlns:a16="http://schemas.microsoft.com/office/drawing/2014/main" id="{6B05DD89-830E-CEE7-FD6B-A96A88578184}"/>
                    </a:ext>
                  </a:extLst>
                </p14:cNvPr>
                <p14:cNvContentPartPr/>
                <p14:nvPr/>
              </p14:nvContentPartPr>
              <p14:xfrm>
                <a:off x="8508688" y="906107"/>
                <a:ext cx="117360" cy="138240"/>
              </p14:xfrm>
            </p:contentPart>
          </mc:Choice>
          <mc:Fallback xmlns="">
            <p:pic>
              <p:nvPicPr>
                <p:cNvPr id="556" name="インク 555">
                  <a:extLst>
                    <a:ext uri="{FF2B5EF4-FFF2-40B4-BE49-F238E27FC236}">
                      <a16:creationId xmlns:a16="http://schemas.microsoft.com/office/drawing/2014/main" id="{6B05DD89-830E-CEE7-FD6B-A96A8857818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90688" y="888467"/>
                  <a:ext cx="153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557" name="インク 556">
                  <a:extLst>
                    <a:ext uri="{FF2B5EF4-FFF2-40B4-BE49-F238E27FC236}">
                      <a16:creationId xmlns:a16="http://schemas.microsoft.com/office/drawing/2014/main" id="{CCAD1D28-B529-FE54-D0AF-3F7E61924CD5}"/>
                    </a:ext>
                  </a:extLst>
                </p14:cNvPr>
                <p14:cNvContentPartPr/>
                <p14:nvPr/>
              </p14:nvContentPartPr>
              <p14:xfrm>
                <a:off x="8686168" y="950027"/>
                <a:ext cx="289440" cy="144720"/>
              </p14:xfrm>
            </p:contentPart>
          </mc:Choice>
          <mc:Fallback xmlns="">
            <p:pic>
              <p:nvPicPr>
                <p:cNvPr id="557" name="インク 556">
                  <a:extLst>
                    <a:ext uri="{FF2B5EF4-FFF2-40B4-BE49-F238E27FC236}">
                      <a16:creationId xmlns:a16="http://schemas.microsoft.com/office/drawing/2014/main" id="{CCAD1D28-B529-FE54-D0AF-3F7E61924CD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68528" y="932387"/>
                  <a:ext cx="325080" cy="18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9">
            <p14:nvContentPartPr>
              <p14:cNvPr id="558" name="インク 557">
                <a:extLst>
                  <a:ext uri="{FF2B5EF4-FFF2-40B4-BE49-F238E27FC236}">
                    <a16:creationId xmlns:a16="http://schemas.microsoft.com/office/drawing/2014/main" id="{E4758EAD-AD9E-84F1-DA63-8A6DFCE86408}"/>
                  </a:ext>
                </a:extLst>
              </p14:cNvPr>
              <p14:cNvContentPartPr/>
              <p14:nvPr/>
            </p14:nvContentPartPr>
            <p14:xfrm>
              <a:off x="9984829" y="2237989"/>
              <a:ext cx="144360" cy="119160"/>
            </p14:xfrm>
          </p:contentPart>
        </mc:Choice>
        <mc:Fallback xmlns="">
          <p:pic>
            <p:nvPicPr>
              <p:cNvPr id="558" name="インク 557">
                <a:extLst>
                  <a:ext uri="{FF2B5EF4-FFF2-40B4-BE49-F238E27FC236}">
                    <a16:creationId xmlns:a16="http://schemas.microsoft.com/office/drawing/2014/main" id="{E4758EAD-AD9E-84F1-DA63-8A6DFCE8640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966829" y="2219989"/>
                <a:ext cx="180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0">
            <p14:nvContentPartPr>
              <p14:cNvPr id="559" name="インク 558">
                <a:extLst>
                  <a:ext uri="{FF2B5EF4-FFF2-40B4-BE49-F238E27FC236}">
                    <a16:creationId xmlns:a16="http://schemas.microsoft.com/office/drawing/2014/main" id="{78EAC708-66C1-3B72-9BF8-B9092C938284}"/>
                  </a:ext>
                </a:extLst>
              </p14:cNvPr>
              <p14:cNvContentPartPr/>
              <p14:nvPr/>
            </p14:nvContentPartPr>
            <p14:xfrm>
              <a:off x="10029109" y="2355349"/>
              <a:ext cx="33480" cy="84240"/>
            </p14:xfrm>
          </p:contentPart>
        </mc:Choice>
        <mc:Fallback xmlns="">
          <p:pic>
            <p:nvPicPr>
              <p:cNvPr id="559" name="インク 558">
                <a:extLst>
                  <a:ext uri="{FF2B5EF4-FFF2-40B4-BE49-F238E27FC236}">
                    <a16:creationId xmlns:a16="http://schemas.microsoft.com/office/drawing/2014/main" id="{78EAC708-66C1-3B72-9BF8-B9092C93828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011469" y="2337709"/>
                <a:ext cx="691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1">
            <p14:nvContentPartPr>
              <p14:cNvPr id="560" name="インク 559">
                <a:extLst>
                  <a:ext uri="{FF2B5EF4-FFF2-40B4-BE49-F238E27FC236}">
                    <a16:creationId xmlns:a16="http://schemas.microsoft.com/office/drawing/2014/main" id="{F865C868-4204-C907-8513-CBF8BC3A7B35}"/>
                  </a:ext>
                </a:extLst>
              </p14:cNvPr>
              <p14:cNvContentPartPr/>
              <p14:nvPr/>
            </p14:nvContentPartPr>
            <p14:xfrm>
              <a:off x="9994549" y="2442109"/>
              <a:ext cx="194760" cy="148680"/>
            </p14:xfrm>
          </p:contentPart>
        </mc:Choice>
        <mc:Fallback xmlns="">
          <p:pic>
            <p:nvPicPr>
              <p:cNvPr id="560" name="インク 559">
                <a:extLst>
                  <a:ext uri="{FF2B5EF4-FFF2-40B4-BE49-F238E27FC236}">
                    <a16:creationId xmlns:a16="http://schemas.microsoft.com/office/drawing/2014/main" id="{F865C868-4204-C907-8513-CBF8BC3A7B3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76909" y="2424109"/>
                <a:ext cx="230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2">
            <p14:nvContentPartPr>
              <p14:cNvPr id="561" name="インク 560">
                <a:extLst>
                  <a:ext uri="{FF2B5EF4-FFF2-40B4-BE49-F238E27FC236}">
                    <a16:creationId xmlns:a16="http://schemas.microsoft.com/office/drawing/2014/main" id="{BFCCF3A7-6CD0-F876-0F74-EB31D8BD77CB}"/>
                  </a:ext>
                </a:extLst>
              </p14:cNvPr>
              <p14:cNvContentPartPr/>
              <p14:nvPr/>
            </p14:nvContentPartPr>
            <p14:xfrm>
              <a:off x="9976909" y="2459749"/>
              <a:ext cx="20880" cy="98280"/>
            </p14:xfrm>
          </p:contentPart>
        </mc:Choice>
        <mc:Fallback xmlns="">
          <p:pic>
            <p:nvPicPr>
              <p:cNvPr id="561" name="インク 560">
                <a:extLst>
                  <a:ext uri="{FF2B5EF4-FFF2-40B4-BE49-F238E27FC236}">
                    <a16:creationId xmlns:a16="http://schemas.microsoft.com/office/drawing/2014/main" id="{BFCCF3A7-6CD0-F876-0F74-EB31D8BD77C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958909" y="2442109"/>
                <a:ext cx="565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3">
            <p14:nvContentPartPr>
              <p14:cNvPr id="562" name="インク 561">
                <a:extLst>
                  <a:ext uri="{FF2B5EF4-FFF2-40B4-BE49-F238E27FC236}">
                    <a16:creationId xmlns:a16="http://schemas.microsoft.com/office/drawing/2014/main" id="{8836D8FA-453C-2534-ED6B-1229EA3541E3}"/>
                  </a:ext>
                </a:extLst>
              </p14:cNvPr>
              <p14:cNvContentPartPr/>
              <p14:nvPr/>
            </p14:nvContentPartPr>
            <p14:xfrm>
              <a:off x="9995629" y="2543629"/>
              <a:ext cx="19800" cy="87480"/>
            </p14:xfrm>
          </p:contentPart>
        </mc:Choice>
        <mc:Fallback xmlns="">
          <p:pic>
            <p:nvPicPr>
              <p:cNvPr id="562" name="インク 561">
                <a:extLst>
                  <a:ext uri="{FF2B5EF4-FFF2-40B4-BE49-F238E27FC236}">
                    <a16:creationId xmlns:a16="http://schemas.microsoft.com/office/drawing/2014/main" id="{8836D8FA-453C-2534-ED6B-1229EA3541E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977989" y="2525629"/>
                <a:ext cx="554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4">
            <p14:nvContentPartPr>
              <p14:cNvPr id="563" name="インク 562">
                <a:extLst>
                  <a:ext uri="{FF2B5EF4-FFF2-40B4-BE49-F238E27FC236}">
                    <a16:creationId xmlns:a16="http://schemas.microsoft.com/office/drawing/2014/main" id="{76DB7AC4-0809-6F0D-B945-BF96AA132BEE}"/>
                  </a:ext>
                </a:extLst>
              </p14:cNvPr>
              <p14:cNvContentPartPr/>
              <p14:nvPr/>
            </p14:nvContentPartPr>
            <p14:xfrm>
              <a:off x="10018309" y="2610949"/>
              <a:ext cx="75240" cy="7200"/>
            </p14:xfrm>
          </p:contentPart>
        </mc:Choice>
        <mc:Fallback xmlns="">
          <p:pic>
            <p:nvPicPr>
              <p:cNvPr id="563" name="インク 562">
                <a:extLst>
                  <a:ext uri="{FF2B5EF4-FFF2-40B4-BE49-F238E27FC236}">
                    <a16:creationId xmlns:a16="http://schemas.microsoft.com/office/drawing/2014/main" id="{76DB7AC4-0809-6F0D-B945-BF96AA132BE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000309" y="2592949"/>
                <a:ext cx="11088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5">
            <p14:nvContentPartPr>
              <p14:cNvPr id="564" name="インク 563">
                <a:extLst>
                  <a:ext uri="{FF2B5EF4-FFF2-40B4-BE49-F238E27FC236}">
                    <a16:creationId xmlns:a16="http://schemas.microsoft.com/office/drawing/2014/main" id="{88AEBD80-09A4-090B-21BC-B88A57AA63B9}"/>
                  </a:ext>
                </a:extLst>
              </p14:cNvPr>
              <p14:cNvContentPartPr/>
              <p14:nvPr/>
            </p14:nvContentPartPr>
            <p14:xfrm>
              <a:off x="9995989" y="2463349"/>
              <a:ext cx="66600" cy="54360"/>
            </p14:xfrm>
          </p:contentPart>
        </mc:Choice>
        <mc:Fallback xmlns="">
          <p:pic>
            <p:nvPicPr>
              <p:cNvPr id="564" name="インク 563">
                <a:extLst>
                  <a:ext uri="{FF2B5EF4-FFF2-40B4-BE49-F238E27FC236}">
                    <a16:creationId xmlns:a16="http://schemas.microsoft.com/office/drawing/2014/main" id="{88AEBD80-09A4-090B-21BC-B88A57AA63B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977989" y="2445709"/>
                <a:ext cx="102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6">
            <p14:nvContentPartPr>
              <p14:cNvPr id="565" name="インク 564">
                <a:extLst>
                  <a:ext uri="{FF2B5EF4-FFF2-40B4-BE49-F238E27FC236}">
                    <a16:creationId xmlns:a16="http://schemas.microsoft.com/office/drawing/2014/main" id="{9850AE78-2763-23A0-9424-F62F2A28962B}"/>
                  </a:ext>
                </a:extLst>
              </p14:cNvPr>
              <p14:cNvContentPartPr/>
              <p14:nvPr/>
            </p14:nvContentPartPr>
            <p14:xfrm>
              <a:off x="9997069" y="2460829"/>
              <a:ext cx="115200" cy="100800"/>
            </p14:xfrm>
          </p:contentPart>
        </mc:Choice>
        <mc:Fallback xmlns="">
          <p:pic>
            <p:nvPicPr>
              <p:cNvPr id="565" name="インク 564">
                <a:extLst>
                  <a:ext uri="{FF2B5EF4-FFF2-40B4-BE49-F238E27FC236}">
                    <a16:creationId xmlns:a16="http://schemas.microsoft.com/office/drawing/2014/main" id="{9850AE78-2763-23A0-9424-F62F2A28962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979069" y="2443189"/>
                <a:ext cx="1508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7">
            <p14:nvContentPartPr>
              <p14:cNvPr id="566" name="インク 565">
                <a:extLst>
                  <a:ext uri="{FF2B5EF4-FFF2-40B4-BE49-F238E27FC236}">
                    <a16:creationId xmlns:a16="http://schemas.microsoft.com/office/drawing/2014/main" id="{8ED495C2-F3AE-7C11-8446-F1D921FD7729}"/>
                  </a:ext>
                </a:extLst>
              </p14:cNvPr>
              <p14:cNvContentPartPr/>
              <p14:nvPr/>
            </p14:nvContentPartPr>
            <p14:xfrm>
              <a:off x="10035589" y="2457229"/>
              <a:ext cx="122040" cy="110520"/>
            </p14:xfrm>
          </p:contentPart>
        </mc:Choice>
        <mc:Fallback xmlns="">
          <p:pic>
            <p:nvPicPr>
              <p:cNvPr id="566" name="インク 565">
                <a:extLst>
                  <a:ext uri="{FF2B5EF4-FFF2-40B4-BE49-F238E27FC236}">
                    <a16:creationId xmlns:a16="http://schemas.microsoft.com/office/drawing/2014/main" id="{8ED495C2-F3AE-7C11-8446-F1D921FD772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017589" y="2439229"/>
                <a:ext cx="1576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8">
            <p14:nvContentPartPr>
              <p14:cNvPr id="567" name="インク 566">
                <a:extLst>
                  <a:ext uri="{FF2B5EF4-FFF2-40B4-BE49-F238E27FC236}">
                    <a16:creationId xmlns:a16="http://schemas.microsoft.com/office/drawing/2014/main" id="{B640CC5E-B106-654B-7A59-7995B14104ED}"/>
                  </a:ext>
                </a:extLst>
              </p14:cNvPr>
              <p14:cNvContentPartPr/>
              <p14:nvPr/>
            </p14:nvContentPartPr>
            <p14:xfrm>
              <a:off x="10051069" y="2498989"/>
              <a:ext cx="94680" cy="90000"/>
            </p14:xfrm>
          </p:contentPart>
        </mc:Choice>
        <mc:Fallback xmlns="">
          <p:pic>
            <p:nvPicPr>
              <p:cNvPr id="567" name="インク 566">
                <a:extLst>
                  <a:ext uri="{FF2B5EF4-FFF2-40B4-BE49-F238E27FC236}">
                    <a16:creationId xmlns:a16="http://schemas.microsoft.com/office/drawing/2014/main" id="{B640CC5E-B106-654B-7A59-7995B14104E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033429" y="2481349"/>
                <a:ext cx="1303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9">
            <p14:nvContentPartPr>
              <p14:cNvPr id="568" name="インク 567">
                <a:extLst>
                  <a:ext uri="{FF2B5EF4-FFF2-40B4-BE49-F238E27FC236}">
                    <a16:creationId xmlns:a16="http://schemas.microsoft.com/office/drawing/2014/main" id="{0AD90C85-ACF9-AE8C-3146-A6F95EEC4CC7}"/>
                  </a:ext>
                </a:extLst>
              </p14:cNvPr>
              <p14:cNvContentPartPr/>
              <p14:nvPr/>
            </p14:nvContentPartPr>
            <p14:xfrm>
              <a:off x="10039549" y="2597989"/>
              <a:ext cx="10440" cy="8280"/>
            </p14:xfrm>
          </p:contentPart>
        </mc:Choice>
        <mc:Fallback xmlns="">
          <p:pic>
            <p:nvPicPr>
              <p:cNvPr id="568" name="インク 567">
                <a:extLst>
                  <a:ext uri="{FF2B5EF4-FFF2-40B4-BE49-F238E27FC236}">
                    <a16:creationId xmlns:a16="http://schemas.microsoft.com/office/drawing/2014/main" id="{0AD90C85-ACF9-AE8C-3146-A6F95EEC4CC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021549" y="2579989"/>
                <a:ext cx="4608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9" name="グループ化 568">
            <a:extLst>
              <a:ext uri="{FF2B5EF4-FFF2-40B4-BE49-F238E27FC236}">
                <a16:creationId xmlns:a16="http://schemas.microsoft.com/office/drawing/2014/main" id="{75D6BC67-C37C-5765-387E-AB0100B4F861}"/>
              </a:ext>
            </a:extLst>
          </p:cNvPr>
          <p:cNvGrpSpPr/>
          <p:nvPr/>
        </p:nvGrpSpPr>
        <p:grpSpPr>
          <a:xfrm>
            <a:off x="9823573" y="2430299"/>
            <a:ext cx="130680" cy="187560"/>
            <a:chOff x="8470168" y="881267"/>
            <a:chExt cx="130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570" name="インク 569">
                  <a:extLst>
                    <a:ext uri="{FF2B5EF4-FFF2-40B4-BE49-F238E27FC236}">
                      <a16:creationId xmlns:a16="http://schemas.microsoft.com/office/drawing/2014/main" id="{0D60CFD6-9133-C61A-D810-1E03C79F300D}"/>
                    </a:ext>
                  </a:extLst>
                </p14:cNvPr>
                <p14:cNvContentPartPr/>
                <p14:nvPr/>
              </p14:nvContentPartPr>
              <p14:xfrm>
                <a:off x="8470168" y="881267"/>
                <a:ext cx="130680" cy="187560"/>
              </p14:xfrm>
            </p:contentPart>
          </mc:Choice>
          <mc:Fallback xmlns="">
            <p:pic>
              <p:nvPicPr>
                <p:cNvPr id="570" name="インク 569">
                  <a:extLst>
                    <a:ext uri="{FF2B5EF4-FFF2-40B4-BE49-F238E27FC236}">
                      <a16:creationId xmlns:a16="http://schemas.microsoft.com/office/drawing/2014/main" id="{0D60CFD6-9133-C61A-D810-1E03C79F300D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452168" y="863267"/>
                  <a:ext cx="166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571" name="インク 570">
                  <a:extLst>
                    <a:ext uri="{FF2B5EF4-FFF2-40B4-BE49-F238E27FC236}">
                      <a16:creationId xmlns:a16="http://schemas.microsoft.com/office/drawing/2014/main" id="{404D3691-7BD2-2470-471D-184317018012}"/>
                    </a:ext>
                  </a:extLst>
                </p14:cNvPr>
                <p14:cNvContentPartPr/>
                <p14:nvPr/>
              </p14:nvContentPartPr>
              <p14:xfrm>
                <a:off x="8497528" y="883067"/>
                <a:ext cx="90000" cy="128520"/>
              </p14:xfrm>
            </p:contentPart>
          </mc:Choice>
          <mc:Fallback xmlns="">
            <p:pic>
              <p:nvPicPr>
                <p:cNvPr id="571" name="インク 570">
                  <a:extLst>
                    <a:ext uri="{FF2B5EF4-FFF2-40B4-BE49-F238E27FC236}">
                      <a16:creationId xmlns:a16="http://schemas.microsoft.com/office/drawing/2014/main" id="{404D3691-7BD2-2470-471D-18431701801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479528" y="865427"/>
                  <a:ext cx="12564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572" name="インク 571">
                <a:extLst>
                  <a:ext uri="{FF2B5EF4-FFF2-40B4-BE49-F238E27FC236}">
                    <a16:creationId xmlns:a16="http://schemas.microsoft.com/office/drawing/2014/main" id="{0E2E8586-2ACA-5C45-EA73-C607C98804DA}"/>
                  </a:ext>
                </a:extLst>
              </p14:cNvPr>
              <p14:cNvContentPartPr/>
              <p14:nvPr/>
            </p14:nvContentPartPr>
            <p14:xfrm>
              <a:off x="9990613" y="2646659"/>
              <a:ext cx="174240" cy="41400"/>
            </p14:xfrm>
          </p:contentPart>
        </mc:Choice>
        <mc:Fallback xmlns="">
          <p:pic>
            <p:nvPicPr>
              <p:cNvPr id="572" name="インク 571">
                <a:extLst>
                  <a:ext uri="{FF2B5EF4-FFF2-40B4-BE49-F238E27FC236}">
                    <a16:creationId xmlns:a16="http://schemas.microsoft.com/office/drawing/2014/main" id="{0E2E8586-2ACA-5C45-EA73-C607C98804DA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9972613" y="2628659"/>
                <a:ext cx="2098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3">
            <p14:nvContentPartPr>
              <p14:cNvPr id="573" name="インク 572">
                <a:extLst>
                  <a:ext uri="{FF2B5EF4-FFF2-40B4-BE49-F238E27FC236}">
                    <a16:creationId xmlns:a16="http://schemas.microsoft.com/office/drawing/2014/main" id="{37F6E87D-C9F3-07C2-17F0-4F5D6F0361FF}"/>
                  </a:ext>
                </a:extLst>
              </p14:cNvPr>
              <p14:cNvContentPartPr/>
              <p14:nvPr/>
            </p14:nvContentPartPr>
            <p14:xfrm>
              <a:off x="10041373" y="2277299"/>
              <a:ext cx="103320" cy="35640"/>
            </p14:xfrm>
          </p:contentPart>
        </mc:Choice>
        <mc:Fallback xmlns="">
          <p:pic>
            <p:nvPicPr>
              <p:cNvPr id="573" name="インク 572">
                <a:extLst>
                  <a:ext uri="{FF2B5EF4-FFF2-40B4-BE49-F238E27FC236}">
                    <a16:creationId xmlns:a16="http://schemas.microsoft.com/office/drawing/2014/main" id="{37F6E87D-C9F3-07C2-17F0-4F5D6F0361FF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10023373" y="2259659"/>
                <a:ext cx="13896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4">
            <p14:nvContentPartPr>
              <p14:cNvPr id="574" name="インク 573">
                <a:extLst>
                  <a:ext uri="{FF2B5EF4-FFF2-40B4-BE49-F238E27FC236}">
                    <a16:creationId xmlns:a16="http://schemas.microsoft.com/office/drawing/2014/main" id="{5D04A150-81A7-2E92-2BA8-799874DC6B0F}"/>
                  </a:ext>
                </a:extLst>
              </p14:cNvPr>
              <p14:cNvContentPartPr/>
              <p14:nvPr/>
            </p14:nvContentPartPr>
            <p14:xfrm>
              <a:off x="9936253" y="2271899"/>
              <a:ext cx="520920" cy="280440"/>
            </p14:xfrm>
          </p:contentPart>
        </mc:Choice>
        <mc:Fallback xmlns="">
          <p:pic>
            <p:nvPicPr>
              <p:cNvPr id="574" name="インク 573">
                <a:extLst>
                  <a:ext uri="{FF2B5EF4-FFF2-40B4-BE49-F238E27FC236}">
                    <a16:creationId xmlns:a16="http://schemas.microsoft.com/office/drawing/2014/main" id="{5D04A150-81A7-2E92-2BA8-799874DC6B0F}"/>
                  </a:ext>
                </a:extLst>
              </p:cNvPr>
              <p:cNvPicPr/>
              <p:nvPr/>
            </p:nvPicPr>
            <p:blipFill>
              <a:blip r:embed="rId400"/>
              <a:stretch>
                <a:fillRect/>
              </a:stretch>
            </p:blipFill>
            <p:spPr>
              <a:xfrm>
                <a:off x="9918253" y="2254259"/>
                <a:ext cx="5565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5">
            <p14:nvContentPartPr>
              <p14:cNvPr id="575" name="インク 574">
                <a:extLst>
                  <a:ext uri="{FF2B5EF4-FFF2-40B4-BE49-F238E27FC236}">
                    <a16:creationId xmlns:a16="http://schemas.microsoft.com/office/drawing/2014/main" id="{279D2BC2-0907-E5EF-AC5C-97674EBDB806}"/>
                  </a:ext>
                </a:extLst>
              </p14:cNvPr>
              <p14:cNvContentPartPr/>
              <p14:nvPr/>
            </p14:nvContentPartPr>
            <p14:xfrm>
              <a:off x="9946693" y="2276939"/>
              <a:ext cx="505440" cy="234000"/>
            </p14:xfrm>
          </p:contentPart>
        </mc:Choice>
        <mc:Fallback xmlns="">
          <p:pic>
            <p:nvPicPr>
              <p:cNvPr id="575" name="インク 574">
                <a:extLst>
                  <a:ext uri="{FF2B5EF4-FFF2-40B4-BE49-F238E27FC236}">
                    <a16:creationId xmlns:a16="http://schemas.microsoft.com/office/drawing/2014/main" id="{279D2BC2-0907-E5EF-AC5C-97674EBDB806}"/>
                  </a:ext>
                </a:extLst>
              </p:cNvPr>
              <p:cNvPicPr/>
              <p:nvPr/>
            </p:nvPicPr>
            <p:blipFill>
              <a:blip r:embed="rId402"/>
              <a:stretch>
                <a:fillRect/>
              </a:stretch>
            </p:blipFill>
            <p:spPr>
              <a:xfrm>
                <a:off x="9929053" y="2258939"/>
                <a:ext cx="5410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6">
            <p14:nvContentPartPr>
              <p14:cNvPr id="578" name="インク 577">
                <a:extLst>
                  <a:ext uri="{FF2B5EF4-FFF2-40B4-BE49-F238E27FC236}">
                    <a16:creationId xmlns:a16="http://schemas.microsoft.com/office/drawing/2014/main" id="{EFA095A8-A873-1EB7-65BB-9C49F292756F}"/>
                  </a:ext>
                </a:extLst>
              </p14:cNvPr>
              <p14:cNvContentPartPr/>
              <p14:nvPr/>
            </p14:nvContentPartPr>
            <p14:xfrm>
              <a:off x="10125570" y="2697780"/>
              <a:ext cx="3240" cy="720"/>
            </p14:xfrm>
          </p:contentPart>
        </mc:Choice>
        <mc:Fallback xmlns="">
          <p:pic>
            <p:nvPicPr>
              <p:cNvPr id="578" name="インク 577">
                <a:extLst>
                  <a:ext uri="{FF2B5EF4-FFF2-40B4-BE49-F238E27FC236}">
                    <a16:creationId xmlns:a16="http://schemas.microsoft.com/office/drawing/2014/main" id="{EFA095A8-A873-1EB7-65BB-9C49F292756F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10107570" y="2679780"/>
                <a:ext cx="388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7">
            <p14:nvContentPartPr>
              <p14:cNvPr id="615" name="インク 614">
                <a:extLst>
                  <a:ext uri="{FF2B5EF4-FFF2-40B4-BE49-F238E27FC236}">
                    <a16:creationId xmlns:a16="http://schemas.microsoft.com/office/drawing/2014/main" id="{B0C5941C-2ED8-8834-1B99-18DC2D2317DB}"/>
                  </a:ext>
                </a:extLst>
              </p14:cNvPr>
              <p14:cNvContentPartPr/>
              <p14:nvPr/>
            </p14:nvContentPartPr>
            <p14:xfrm>
              <a:off x="9993631" y="2739620"/>
              <a:ext cx="23040" cy="120600"/>
            </p14:xfrm>
          </p:contentPart>
        </mc:Choice>
        <mc:Fallback xmlns="">
          <p:pic>
            <p:nvPicPr>
              <p:cNvPr id="615" name="インク 614">
                <a:extLst>
                  <a:ext uri="{FF2B5EF4-FFF2-40B4-BE49-F238E27FC236}">
                    <a16:creationId xmlns:a16="http://schemas.microsoft.com/office/drawing/2014/main" id="{B0C5941C-2ED8-8834-1B99-18DC2D2317DB}"/>
                  </a:ext>
                </a:extLst>
              </p:cNvPr>
              <p:cNvPicPr/>
              <p:nvPr/>
            </p:nvPicPr>
            <p:blipFill>
              <a:blip r:embed="rId568"/>
              <a:stretch>
                <a:fillRect/>
              </a:stretch>
            </p:blipFill>
            <p:spPr>
              <a:xfrm>
                <a:off x="9975631" y="2721980"/>
                <a:ext cx="586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9">
            <p14:nvContentPartPr>
              <p14:cNvPr id="634" name="インク 633">
                <a:extLst>
                  <a:ext uri="{FF2B5EF4-FFF2-40B4-BE49-F238E27FC236}">
                    <a16:creationId xmlns:a16="http://schemas.microsoft.com/office/drawing/2014/main" id="{02A81794-FCDD-92EE-19B1-3D72623CAA35}"/>
                  </a:ext>
                </a:extLst>
              </p14:cNvPr>
              <p14:cNvContentPartPr/>
              <p14:nvPr/>
            </p14:nvContentPartPr>
            <p14:xfrm>
              <a:off x="9973471" y="3026540"/>
              <a:ext cx="91440" cy="96840"/>
            </p14:xfrm>
          </p:contentPart>
        </mc:Choice>
        <mc:Fallback xmlns="">
          <p:pic>
            <p:nvPicPr>
              <p:cNvPr id="634" name="インク 633">
                <a:extLst>
                  <a:ext uri="{FF2B5EF4-FFF2-40B4-BE49-F238E27FC236}">
                    <a16:creationId xmlns:a16="http://schemas.microsoft.com/office/drawing/2014/main" id="{02A81794-FCDD-92EE-19B1-3D72623CAA35}"/>
                  </a:ext>
                </a:extLst>
              </p:cNvPr>
              <p:cNvPicPr/>
              <p:nvPr/>
            </p:nvPicPr>
            <p:blipFill>
              <a:blip r:embed="rId570"/>
              <a:stretch>
                <a:fillRect/>
              </a:stretch>
            </p:blipFill>
            <p:spPr>
              <a:xfrm>
                <a:off x="9955471" y="3008540"/>
                <a:ext cx="127080" cy="13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0" name="グループ化 639">
            <a:extLst>
              <a:ext uri="{FF2B5EF4-FFF2-40B4-BE49-F238E27FC236}">
                <a16:creationId xmlns:a16="http://schemas.microsoft.com/office/drawing/2014/main" id="{3993197F-69E2-9746-1B68-6482F554A028}"/>
              </a:ext>
            </a:extLst>
          </p:cNvPr>
          <p:cNvGrpSpPr/>
          <p:nvPr/>
        </p:nvGrpSpPr>
        <p:grpSpPr>
          <a:xfrm>
            <a:off x="9869791" y="2698580"/>
            <a:ext cx="264600" cy="430560"/>
            <a:chOff x="11220928" y="2712227"/>
            <a:chExt cx="26460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604" name="インク 603">
                  <a:extLst>
                    <a:ext uri="{FF2B5EF4-FFF2-40B4-BE49-F238E27FC236}">
                      <a16:creationId xmlns:a16="http://schemas.microsoft.com/office/drawing/2014/main" id="{0AB49ECF-612B-A0B2-656E-4BC9FF1FCFD4}"/>
                    </a:ext>
                  </a:extLst>
                </p14:cNvPr>
                <p14:cNvContentPartPr/>
                <p14:nvPr/>
              </p14:nvContentPartPr>
              <p14:xfrm>
                <a:off x="11399128" y="2724827"/>
                <a:ext cx="52920" cy="129960"/>
              </p14:xfrm>
            </p:contentPart>
          </mc:Choice>
          <mc:Fallback xmlns="">
            <p:pic>
              <p:nvPicPr>
                <p:cNvPr id="604" name="インク 603">
                  <a:extLst>
                    <a:ext uri="{FF2B5EF4-FFF2-40B4-BE49-F238E27FC236}">
                      <a16:creationId xmlns:a16="http://schemas.microsoft.com/office/drawing/2014/main" id="{0AB49ECF-612B-A0B2-656E-4BC9FF1FCFD4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1381488" y="2706827"/>
                  <a:ext cx="88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605" name="インク 604">
                  <a:extLst>
                    <a:ext uri="{FF2B5EF4-FFF2-40B4-BE49-F238E27FC236}">
                      <a16:creationId xmlns:a16="http://schemas.microsoft.com/office/drawing/2014/main" id="{CE67BD5F-7324-7E6A-8D54-25B891B7E758}"/>
                    </a:ext>
                  </a:extLst>
                </p14:cNvPr>
                <p14:cNvContentPartPr/>
                <p14:nvPr/>
              </p14:nvContentPartPr>
              <p14:xfrm>
                <a:off x="11445928" y="2733467"/>
                <a:ext cx="10800" cy="123840"/>
              </p14:xfrm>
            </p:contentPart>
          </mc:Choice>
          <mc:Fallback xmlns="">
            <p:pic>
              <p:nvPicPr>
                <p:cNvPr id="605" name="インク 604">
                  <a:extLst>
                    <a:ext uri="{FF2B5EF4-FFF2-40B4-BE49-F238E27FC236}">
                      <a16:creationId xmlns:a16="http://schemas.microsoft.com/office/drawing/2014/main" id="{CE67BD5F-7324-7E6A-8D54-25B891B7E758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428288" y="2715467"/>
                  <a:ext cx="46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606" name="インク 605">
                  <a:extLst>
                    <a:ext uri="{FF2B5EF4-FFF2-40B4-BE49-F238E27FC236}">
                      <a16:creationId xmlns:a16="http://schemas.microsoft.com/office/drawing/2014/main" id="{71561CF5-85A6-DDDE-1BAE-5284B942D3AF}"/>
                    </a:ext>
                  </a:extLst>
                </p14:cNvPr>
                <p14:cNvContentPartPr/>
                <p14:nvPr/>
              </p14:nvContentPartPr>
              <p14:xfrm>
                <a:off x="11455288" y="2712227"/>
                <a:ext cx="9720" cy="144720"/>
              </p14:xfrm>
            </p:contentPart>
          </mc:Choice>
          <mc:Fallback xmlns="">
            <p:pic>
              <p:nvPicPr>
                <p:cNvPr id="606" name="インク 605">
                  <a:extLst>
                    <a:ext uri="{FF2B5EF4-FFF2-40B4-BE49-F238E27FC236}">
                      <a16:creationId xmlns:a16="http://schemas.microsoft.com/office/drawing/2014/main" id="{71561CF5-85A6-DDDE-1BAE-5284B942D3AF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1437648" y="2694587"/>
                  <a:ext cx="453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627" name="インク 626">
                  <a:extLst>
                    <a:ext uri="{FF2B5EF4-FFF2-40B4-BE49-F238E27FC236}">
                      <a16:creationId xmlns:a16="http://schemas.microsoft.com/office/drawing/2014/main" id="{E723CB88-EA2D-5195-B831-C5864D025C76}"/>
                    </a:ext>
                  </a:extLst>
                </p14:cNvPr>
                <p14:cNvContentPartPr/>
                <p14:nvPr/>
              </p14:nvContentPartPr>
              <p14:xfrm>
                <a:off x="11369608" y="2859467"/>
                <a:ext cx="104400" cy="141120"/>
              </p14:xfrm>
            </p:contentPart>
          </mc:Choice>
          <mc:Fallback xmlns="">
            <p:pic>
              <p:nvPicPr>
                <p:cNvPr id="627" name="インク 626">
                  <a:extLst>
                    <a:ext uri="{FF2B5EF4-FFF2-40B4-BE49-F238E27FC236}">
                      <a16:creationId xmlns:a16="http://schemas.microsoft.com/office/drawing/2014/main" id="{E723CB88-EA2D-5195-B831-C5864D025C76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1351608" y="2841827"/>
                  <a:ext cx="140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628" name="インク 627">
                  <a:extLst>
                    <a:ext uri="{FF2B5EF4-FFF2-40B4-BE49-F238E27FC236}">
                      <a16:creationId xmlns:a16="http://schemas.microsoft.com/office/drawing/2014/main" id="{F19A71BA-FDA1-73DD-FA58-FA45905B6526}"/>
                    </a:ext>
                  </a:extLst>
                </p14:cNvPr>
                <p14:cNvContentPartPr/>
                <p14:nvPr/>
              </p14:nvContentPartPr>
              <p14:xfrm>
                <a:off x="11409568" y="2888987"/>
                <a:ext cx="75960" cy="133560"/>
              </p14:xfrm>
            </p:contentPart>
          </mc:Choice>
          <mc:Fallback xmlns="">
            <p:pic>
              <p:nvPicPr>
                <p:cNvPr id="628" name="インク 627">
                  <a:extLst>
                    <a:ext uri="{FF2B5EF4-FFF2-40B4-BE49-F238E27FC236}">
                      <a16:creationId xmlns:a16="http://schemas.microsoft.com/office/drawing/2014/main" id="{F19A71BA-FDA1-73DD-FA58-FA45905B6526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1391568" y="2871347"/>
                  <a:ext cx="1116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629" name="インク 628">
                  <a:extLst>
                    <a:ext uri="{FF2B5EF4-FFF2-40B4-BE49-F238E27FC236}">
                      <a16:creationId xmlns:a16="http://schemas.microsoft.com/office/drawing/2014/main" id="{D7A41E55-5B6E-A581-52B9-285F2EA850A5}"/>
                    </a:ext>
                  </a:extLst>
                </p14:cNvPr>
                <p14:cNvContentPartPr/>
                <p14:nvPr/>
              </p14:nvContentPartPr>
              <p14:xfrm>
                <a:off x="11390128" y="2898707"/>
                <a:ext cx="69480" cy="122400"/>
              </p14:xfrm>
            </p:contentPart>
          </mc:Choice>
          <mc:Fallback xmlns="">
            <p:pic>
              <p:nvPicPr>
                <p:cNvPr id="629" name="インク 628">
                  <a:extLst>
                    <a:ext uri="{FF2B5EF4-FFF2-40B4-BE49-F238E27FC236}">
                      <a16:creationId xmlns:a16="http://schemas.microsoft.com/office/drawing/2014/main" id="{D7A41E55-5B6E-A581-52B9-285F2EA850A5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1372488" y="2881067"/>
                  <a:ext cx="1051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636" name="インク 635">
                  <a:extLst>
                    <a:ext uri="{FF2B5EF4-FFF2-40B4-BE49-F238E27FC236}">
                      <a16:creationId xmlns:a16="http://schemas.microsoft.com/office/drawing/2014/main" id="{C1B42E73-F8C8-E00F-9EBC-A211288E3873}"/>
                    </a:ext>
                  </a:extLst>
                </p14:cNvPr>
                <p14:cNvContentPartPr/>
                <p14:nvPr/>
              </p14:nvContentPartPr>
              <p14:xfrm>
                <a:off x="11269168" y="2888267"/>
                <a:ext cx="103320" cy="111240"/>
              </p14:xfrm>
            </p:contentPart>
          </mc:Choice>
          <mc:Fallback xmlns="">
            <p:pic>
              <p:nvPicPr>
                <p:cNvPr id="636" name="インク 635">
                  <a:extLst>
                    <a:ext uri="{FF2B5EF4-FFF2-40B4-BE49-F238E27FC236}">
                      <a16:creationId xmlns:a16="http://schemas.microsoft.com/office/drawing/2014/main" id="{C1B42E73-F8C8-E00F-9EBC-A211288E3873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1251528" y="2870267"/>
                  <a:ext cx="1389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637" name="インク 636">
                  <a:extLst>
                    <a:ext uri="{FF2B5EF4-FFF2-40B4-BE49-F238E27FC236}">
                      <a16:creationId xmlns:a16="http://schemas.microsoft.com/office/drawing/2014/main" id="{086508DA-6AC1-28B1-A0E7-DE18E35DD840}"/>
                    </a:ext>
                  </a:extLst>
                </p14:cNvPr>
                <p14:cNvContentPartPr/>
                <p14:nvPr/>
              </p14:nvContentPartPr>
              <p14:xfrm>
                <a:off x="11241088" y="2888627"/>
                <a:ext cx="92160" cy="120960"/>
              </p14:xfrm>
            </p:contentPart>
          </mc:Choice>
          <mc:Fallback xmlns="">
            <p:pic>
              <p:nvPicPr>
                <p:cNvPr id="637" name="インク 636">
                  <a:extLst>
                    <a:ext uri="{FF2B5EF4-FFF2-40B4-BE49-F238E27FC236}">
                      <a16:creationId xmlns:a16="http://schemas.microsoft.com/office/drawing/2014/main" id="{086508DA-6AC1-28B1-A0E7-DE18E35DD84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1223088" y="2870627"/>
                  <a:ext cx="127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638" name="インク 637">
                  <a:extLst>
                    <a:ext uri="{FF2B5EF4-FFF2-40B4-BE49-F238E27FC236}">
                      <a16:creationId xmlns:a16="http://schemas.microsoft.com/office/drawing/2014/main" id="{1E27D3B1-087D-338C-5921-5F0586C340D8}"/>
                    </a:ext>
                  </a:extLst>
                </p14:cNvPr>
                <p14:cNvContentPartPr/>
                <p14:nvPr/>
              </p14:nvContentPartPr>
              <p14:xfrm>
                <a:off x="11247208" y="3011027"/>
                <a:ext cx="14400" cy="3960"/>
              </p14:xfrm>
            </p:contentPart>
          </mc:Choice>
          <mc:Fallback xmlns="">
            <p:pic>
              <p:nvPicPr>
                <p:cNvPr id="638" name="インク 637">
                  <a:extLst>
                    <a:ext uri="{FF2B5EF4-FFF2-40B4-BE49-F238E27FC236}">
                      <a16:creationId xmlns:a16="http://schemas.microsoft.com/office/drawing/2014/main" id="{1E27D3B1-087D-338C-5921-5F0586C340D8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1229568" y="2993387"/>
                  <a:ext cx="50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639" name="インク 638">
                  <a:extLst>
                    <a:ext uri="{FF2B5EF4-FFF2-40B4-BE49-F238E27FC236}">
                      <a16:creationId xmlns:a16="http://schemas.microsoft.com/office/drawing/2014/main" id="{7FD26DAB-7329-0766-339E-843A9F9208D0}"/>
                    </a:ext>
                  </a:extLst>
                </p14:cNvPr>
                <p14:cNvContentPartPr/>
                <p14:nvPr/>
              </p14:nvContentPartPr>
              <p14:xfrm>
                <a:off x="11220928" y="3037307"/>
                <a:ext cx="73440" cy="105480"/>
              </p14:xfrm>
            </p:contentPart>
          </mc:Choice>
          <mc:Fallback xmlns="">
            <p:pic>
              <p:nvPicPr>
                <p:cNvPr id="639" name="インク 638">
                  <a:extLst>
                    <a:ext uri="{FF2B5EF4-FFF2-40B4-BE49-F238E27FC236}">
                      <a16:creationId xmlns:a16="http://schemas.microsoft.com/office/drawing/2014/main" id="{7FD26DAB-7329-0766-339E-843A9F9208D0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1203288" y="3019667"/>
                  <a:ext cx="1090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5" name="グループ化 644">
            <a:extLst>
              <a:ext uri="{FF2B5EF4-FFF2-40B4-BE49-F238E27FC236}">
                <a16:creationId xmlns:a16="http://schemas.microsoft.com/office/drawing/2014/main" id="{9828B6D8-5DBC-6C16-10E9-694B6E5BACD8}"/>
              </a:ext>
            </a:extLst>
          </p:cNvPr>
          <p:cNvGrpSpPr/>
          <p:nvPr/>
        </p:nvGrpSpPr>
        <p:grpSpPr>
          <a:xfrm>
            <a:off x="10012351" y="2714420"/>
            <a:ext cx="106560" cy="126000"/>
            <a:chOff x="11363488" y="2728067"/>
            <a:chExt cx="10656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641" name="インク 640">
                  <a:extLst>
                    <a:ext uri="{FF2B5EF4-FFF2-40B4-BE49-F238E27FC236}">
                      <a16:creationId xmlns:a16="http://schemas.microsoft.com/office/drawing/2014/main" id="{2DC10AA3-A03A-07B1-136F-358CCA905CCD}"/>
                    </a:ext>
                  </a:extLst>
                </p14:cNvPr>
                <p14:cNvContentPartPr/>
                <p14:nvPr/>
              </p14:nvContentPartPr>
              <p14:xfrm>
                <a:off x="11363488" y="2766947"/>
                <a:ext cx="11160" cy="82800"/>
              </p14:xfrm>
            </p:contentPart>
          </mc:Choice>
          <mc:Fallback xmlns="">
            <p:pic>
              <p:nvPicPr>
                <p:cNvPr id="641" name="インク 640">
                  <a:extLst>
                    <a:ext uri="{FF2B5EF4-FFF2-40B4-BE49-F238E27FC236}">
                      <a16:creationId xmlns:a16="http://schemas.microsoft.com/office/drawing/2014/main" id="{2DC10AA3-A03A-07B1-136F-358CCA905CCD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345488" y="2749307"/>
                  <a:ext cx="468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642" name="インク 641">
                  <a:extLst>
                    <a:ext uri="{FF2B5EF4-FFF2-40B4-BE49-F238E27FC236}">
                      <a16:creationId xmlns:a16="http://schemas.microsoft.com/office/drawing/2014/main" id="{91F12AAA-3627-156F-2EBE-81D5EC6B2B37}"/>
                    </a:ext>
                  </a:extLst>
                </p14:cNvPr>
                <p14:cNvContentPartPr/>
                <p14:nvPr/>
              </p14:nvContentPartPr>
              <p14:xfrm>
                <a:off x="11447728" y="2757227"/>
                <a:ext cx="22320" cy="96840"/>
              </p14:xfrm>
            </p:contentPart>
          </mc:Choice>
          <mc:Fallback xmlns="">
            <p:pic>
              <p:nvPicPr>
                <p:cNvPr id="642" name="インク 641">
                  <a:extLst>
                    <a:ext uri="{FF2B5EF4-FFF2-40B4-BE49-F238E27FC236}">
                      <a16:creationId xmlns:a16="http://schemas.microsoft.com/office/drawing/2014/main" id="{91F12AAA-3627-156F-2EBE-81D5EC6B2B37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11429728" y="2739227"/>
                  <a:ext cx="57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644" name="インク 643">
                  <a:extLst>
                    <a:ext uri="{FF2B5EF4-FFF2-40B4-BE49-F238E27FC236}">
                      <a16:creationId xmlns:a16="http://schemas.microsoft.com/office/drawing/2014/main" id="{6150565D-002E-95FC-8B23-B150CB692A2A}"/>
                    </a:ext>
                  </a:extLst>
                </p14:cNvPr>
                <p14:cNvContentPartPr/>
                <p14:nvPr/>
              </p14:nvContentPartPr>
              <p14:xfrm>
                <a:off x="11422528" y="2728067"/>
                <a:ext cx="38160" cy="125640"/>
              </p14:xfrm>
            </p:contentPart>
          </mc:Choice>
          <mc:Fallback xmlns="">
            <p:pic>
              <p:nvPicPr>
                <p:cNvPr id="644" name="インク 643">
                  <a:extLst>
                    <a:ext uri="{FF2B5EF4-FFF2-40B4-BE49-F238E27FC236}">
                      <a16:creationId xmlns:a16="http://schemas.microsoft.com/office/drawing/2014/main" id="{6150565D-002E-95FC-8B23-B150CB692A2A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11404888" y="2710067"/>
                  <a:ext cx="7380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5" name="グループ化 654">
            <a:extLst>
              <a:ext uri="{FF2B5EF4-FFF2-40B4-BE49-F238E27FC236}">
                <a16:creationId xmlns:a16="http://schemas.microsoft.com/office/drawing/2014/main" id="{3D9A7875-39F9-308B-4447-BC0A6A57993C}"/>
              </a:ext>
            </a:extLst>
          </p:cNvPr>
          <p:cNvGrpSpPr/>
          <p:nvPr/>
        </p:nvGrpSpPr>
        <p:grpSpPr>
          <a:xfrm>
            <a:off x="9859351" y="2878580"/>
            <a:ext cx="275760" cy="249480"/>
            <a:chOff x="11210488" y="2892227"/>
            <a:chExt cx="27576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646" name="インク 645">
                  <a:extLst>
                    <a:ext uri="{FF2B5EF4-FFF2-40B4-BE49-F238E27FC236}">
                      <a16:creationId xmlns:a16="http://schemas.microsoft.com/office/drawing/2014/main" id="{2D52CE29-381B-C025-329C-42176AF094C2}"/>
                    </a:ext>
                  </a:extLst>
                </p14:cNvPr>
                <p14:cNvContentPartPr/>
                <p14:nvPr/>
              </p14:nvContentPartPr>
              <p14:xfrm>
                <a:off x="11346928" y="2892227"/>
                <a:ext cx="122760" cy="139680"/>
              </p14:xfrm>
            </p:contentPart>
          </mc:Choice>
          <mc:Fallback xmlns="">
            <p:pic>
              <p:nvPicPr>
                <p:cNvPr id="646" name="インク 645">
                  <a:extLst>
                    <a:ext uri="{FF2B5EF4-FFF2-40B4-BE49-F238E27FC236}">
                      <a16:creationId xmlns:a16="http://schemas.microsoft.com/office/drawing/2014/main" id="{2D52CE29-381B-C025-329C-42176AF094C2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11329288" y="2874227"/>
                  <a:ext cx="1584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647" name="インク 646">
                  <a:extLst>
                    <a:ext uri="{FF2B5EF4-FFF2-40B4-BE49-F238E27FC236}">
                      <a16:creationId xmlns:a16="http://schemas.microsoft.com/office/drawing/2014/main" id="{85A5F08A-8119-8DDE-FF09-A2A9BD58A17D}"/>
                    </a:ext>
                  </a:extLst>
                </p14:cNvPr>
                <p14:cNvContentPartPr/>
                <p14:nvPr/>
              </p14:nvContentPartPr>
              <p14:xfrm>
                <a:off x="11377168" y="2910947"/>
                <a:ext cx="109080" cy="139680"/>
              </p14:xfrm>
            </p:contentPart>
          </mc:Choice>
          <mc:Fallback xmlns="">
            <p:pic>
              <p:nvPicPr>
                <p:cNvPr id="647" name="インク 646">
                  <a:extLst>
                    <a:ext uri="{FF2B5EF4-FFF2-40B4-BE49-F238E27FC236}">
                      <a16:creationId xmlns:a16="http://schemas.microsoft.com/office/drawing/2014/main" id="{85A5F08A-8119-8DDE-FF09-A2A9BD58A17D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1359168" y="2892947"/>
                  <a:ext cx="1447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649" name="インク 648">
                  <a:extLst>
                    <a:ext uri="{FF2B5EF4-FFF2-40B4-BE49-F238E27FC236}">
                      <a16:creationId xmlns:a16="http://schemas.microsoft.com/office/drawing/2014/main" id="{4746FE60-DA32-4EC1-2DB3-7443B890390C}"/>
                    </a:ext>
                  </a:extLst>
                </p14:cNvPr>
                <p14:cNvContentPartPr/>
                <p14:nvPr/>
              </p14:nvContentPartPr>
              <p14:xfrm>
                <a:off x="11345848" y="3062147"/>
                <a:ext cx="64440" cy="79560"/>
              </p14:xfrm>
            </p:contentPart>
          </mc:Choice>
          <mc:Fallback xmlns="">
            <p:pic>
              <p:nvPicPr>
                <p:cNvPr id="649" name="インク 648">
                  <a:extLst>
                    <a:ext uri="{FF2B5EF4-FFF2-40B4-BE49-F238E27FC236}">
                      <a16:creationId xmlns:a16="http://schemas.microsoft.com/office/drawing/2014/main" id="{4746FE60-DA32-4EC1-2DB3-7443B890390C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1327848" y="3044147"/>
                  <a:ext cx="100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651" name="インク 650">
                  <a:extLst>
                    <a:ext uri="{FF2B5EF4-FFF2-40B4-BE49-F238E27FC236}">
                      <a16:creationId xmlns:a16="http://schemas.microsoft.com/office/drawing/2014/main" id="{42BD6187-2619-76E6-8728-332115C93889}"/>
                    </a:ext>
                  </a:extLst>
                </p14:cNvPr>
                <p14:cNvContentPartPr/>
                <p14:nvPr/>
              </p14:nvContentPartPr>
              <p14:xfrm>
                <a:off x="11250448" y="2904107"/>
                <a:ext cx="101160" cy="111960"/>
              </p14:xfrm>
            </p:contentPart>
          </mc:Choice>
          <mc:Fallback xmlns="">
            <p:pic>
              <p:nvPicPr>
                <p:cNvPr id="651" name="インク 650">
                  <a:extLst>
                    <a:ext uri="{FF2B5EF4-FFF2-40B4-BE49-F238E27FC236}">
                      <a16:creationId xmlns:a16="http://schemas.microsoft.com/office/drawing/2014/main" id="{42BD6187-2619-76E6-8728-332115C93889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1232448" y="2886107"/>
                  <a:ext cx="136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652" name="インク 651">
                  <a:extLst>
                    <a:ext uri="{FF2B5EF4-FFF2-40B4-BE49-F238E27FC236}">
                      <a16:creationId xmlns:a16="http://schemas.microsoft.com/office/drawing/2014/main" id="{1018F28E-ECE1-0DC4-BDD6-E1435B5D5E40}"/>
                    </a:ext>
                  </a:extLst>
                </p14:cNvPr>
                <p14:cNvContentPartPr/>
                <p14:nvPr/>
              </p14:nvContentPartPr>
              <p14:xfrm>
                <a:off x="11210488" y="3045587"/>
                <a:ext cx="79200" cy="74880"/>
              </p14:xfrm>
            </p:contentPart>
          </mc:Choice>
          <mc:Fallback xmlns="">
            <p:pic>
              <p:nvPicPr>
                <p:cNvPr id="652" name="インク 651">
                  <a:extLst>
                    <a:ext uri="{FF2B5EF4-FFF2-40B4-BE49-F238E27FC236}">
                      <a16:creationId xmlns:a16="http://schemas.microsoft.com/office/drawing/2014/main" id="{1018F28E-ECE1-0DC4-BDD6-E1435B5D5E40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1192848" y="3027587"/>
                  <a:ext cx="1148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654" name="インク 653">
                  <a:extLst>
                    <a:ext uri="{FF2B5EF4-FFF2-40B4-BE49-F238E27FC236}">
                      <a16:creationId xmlns:a16="http://schemas.microsoft.com/office/drawing/2014/main" id="{558AA24D-B2A4-8027-3228-855171078DD2}"/>
                    </a:ext>
                  </a:extLst>
                </p14:cNvPr>
                <p14:cNvContentPartPr/>
                <p14:nvPr/>
              </p14:nvContentPartPr>
              <p14:xfrm>
                <a:off x="11343328" y="3080507"/>
                <a:ext cx="77760" cy="54360"/>
              </p14:xfrm>
            </p:contentPart>
          </mc:Choice>
          <mc:Fallback xmlns="">
            <p:pic>
              <p:nvPicPr>
                <p:cNvPr id="654" name="インク 653">
                  <a:extLst>
                    <a:ext uri="{FF2B5EF4-FFF2-40B4-BE49-F238E27FC236}">
                      <a16:creationId xmlns:a16="http://schemas.microsoft.com/office/drawing/2014/main" id="{558AA24D-B2A4-8027-3228-855171078DD2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1325328" y="3062867"/>
                  <a:ext cx="113400" cy="90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56" name="グラフィックス 655">
            <a:extLst>
              <a:ext uri="{FF2B5EF4-FFF2-40B4-BE49-F238E27FC236}">
                <a16:creationId xmlns:a16="http://schemas.microsoft.com/office/drawing/2014/main" id="{A734BCCA-7D64-2E02-33AB-BD159D8BB9C9}"/>
              </a:ext>
            </a:extLst>
          </p:cNvPr>
          <p:cNvPicPr>
            <a:picLocks noChangeAspect="1"/>
          </p:cNvPicPr>
          <p:nvPr/>
        </p:nvPicPr>
        <p:blipFill>
          <a:blip r:embed="rId609">
            <a:extLst>
              <a:ext uri="{96DAC541-7B7A-43D3-8B79-37D633B846F1}">
                <asvg:svgBlip xmlns:asvg="http://schemas.microsoft.com/office/drawing/2016/SVG/main" r:embed="rId610"/>
              </a:ext>
            </a:extLst>
          </a:blip>
          <a:stretch>
            <a:fillRect/>
          </a:stretch>
        </p:blipFill>
        <p:spPr>
          <a:xfrm>
            <a:off x="4405312" y="2914650"/>
            <a:ext cx="3381375" cy="1028700"/>
          </a:xfrm>
          <a:prstGeom prst="rect">
            <a:avLst/>
          </a:prstGeom>
        </p:spPr>
      </p:pic>
      <p:pic>
        <p:nvPicPr>
          <p:cNvPr id="657" name="グラフィックス 656">
            <a:extLst>
              <a:ext uri="{FF2B5EF4-FFF2-40B4-BE49-F238E27FC236}">
                <a16:creationId xmlns:a16="http://schemas.microsoft.com/office/drawing/2014/main" id="{3D6166AA-97D7-ABBB-379B-6AAEC158A310}"/>
              </a:ext>
            </a:extLst>
          </p:cNvPr>
          <p:cNvPicPr>
            <a:picLocks noChangeAspect="1"/>
          </p:cNvPicPr>
          <p:nvPr/>
        </p:nvPicPr>
        <p:blipFill>
          <a:blip r:embed="rId611">
            <a:extLst>
              <a:ext uri="{96DAC541-7B7A-43D3-8B79-37D633B846F1}">
                <asvg:svgBlip xmlns:asvg="http://schemas.microsoft.com/office/drawing/2016/SVG/main" r:embed="rId612"/>
              </a:ext>
            </a:extLst>
          </a:blip>
          <a:stretch>
            <a:fillRect/>
          </a:stretch>
        </p:blipFill>
        <p:spPr>
          <a:xfrm>
            <a:off x="4453380" y="1849457"/>
            <a:ext cx="3476625" cy="1057275"/>
          </a:xfrm>
          <a:prstGeom prst="rect">
            <a:avLst/>
          </a:prstGeom>
        </p:spPr>
      </p:pic>
      <p:pic>
        <p:nvPicPr>
          <p:cNvPr id="658" name="グラフィックス 657">
            <a:extLst>
              <a:ext uri="{FF2B5EF4-FFF2-40B4-BE49-F238E27FC236}">
                <a16:creationId xmlns:a16="http://schemas.microsoft.com/office/drawing/2014/main" id="{83C251F8-9AE2-828E-4767-C0D5AE0A0556}"/>
              </a:ext>
            </a:extLst>
          </p:cNvPr>
          <p:cNvPicPr>
            <a:picLocks noChangeAspect="1"/>
          </p:cNvPicPr>
          <p:nvPr/>
        </p:nvPicPr>
        <p:blipFill>
          <a:blip r:embed="rId613">
            <a:extLst>
              <a:ext uri="{96DAC541-7B7A-43D3-8B79-37D633B846F1}">
                <asvg:svgBlip xmlns:asvg="http://schemas.microsoft.com/office/drawing/2016/SVG/main" r:embed="rId614"/>
              </a:ext>
            </a:extLst>
          </a:blip>
          <a:stretch>
            <a:fillRect/>
          </a:stretch>
        </p:blipFill>
        <p:spPr>
          <a:xfrm>
            <a:off x="4981408" y="3700352"/>
            <a:ext cx="209550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51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 Fuji</dc:creator>
  <cp:lastModifiedBy>Nao Fuji</cp:lastModifiedBy>
  <cp:revision>3</cp:revision>
  <dcterms:created xsi:type="dcterms:W3CDTF">2026-03-04T14:10:12Z</dcterms:created>
  <dcterms:modified xsi:type="dcterms:W3CDTF">2026-03-04T15:29:43Z</dcterms:modified>
</cp:coreProperties>
</file>